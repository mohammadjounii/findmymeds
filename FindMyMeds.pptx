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6" r:id="rId1"/>
  </p:sldMasterIdLst>
  <p:notesMasterIdLst>
    <p:notesMasterId r:id="rId32"/>
  </p:notesMasterIdLst>
  <p:sldIdLst>
    <p:sldId id="256" r:id="rId2"/>
    <p:sldId id="257" r:id="rId3"/>
    <p:sldId id="259" r:id="rId4"/>
    <p:sldId id="261" r:id="rId5"/>
    <p:sldId id="312" r:id="rId6"/>
    <p:sldId id="313" r:id="rId7"/>
    <p:sldId id="314" r:id="rId8"/>
    <p:sldId id="315" r:id="rId9"/>
    <p:sldId id="316" r:id="rId10"/>
    <p:sldId id="317" r:id="rId11"/>
    <p:sldId id="318" r:id="rId12"/>
    <p:sldId id="319" r:id="rId13"/>
    <p:sldId id="320" r:id="rId14"/>
    <p:sldId id="321" r:id="rId15"/>
    <p:sldId id="322" r:id="rId16"/>
    <p:sldId id="323" r:id="rId17"/>
    <p:sldId id="324" r:id="rId18"/>
    <p:sldId id="325" r:id="rId19"/>
    <p:sldId id="326" r:id="rId20"/>
    <p:sldId id="327" r:id="rId21"/>
    <p:sldId id="328" r:id="rId22"/>
    <p:sldId id="329" r:id="rId23"/>
    <p:sldId id="330" r:id="rId24"/>
    <p:sldId id="258" r:id="rId25"/>
    <p:sldId id="331" r:id="rId26"/>
    <p:sldId id="332" r:id="rId27"/>
    <p:sldId id="333" r:id="rId28"/>
    <p:sldId id="334" r:id="rId29"/>
    <p:sldId id="335" r:id="rId30"/>
    <p:sldId id="292" r:id="rId31"/>
  </p:sldIdLst>
  <p:sldSz cx="9144000" cy="5143500" type="screen16x9"/>
  <p:notesSz cx="6858000" cy="9144000"/>
  <p:embeddedFontLst>
    <p:embeddedFont>
      <p:font typeface="Bebas Neue" panose="020B0604020202020204" charset="0"/>
      <p:regular r:id="rId33"/>
    </p:embeddedFont>
    <p:embeddedFont>
      <p:font typeface="Montserrat" panose="00000500000000000000" pitchFamily="2" charset="0"/>
      <p:regular r:id="rId34"/>
      <p:bold r:id="rId35"/>
      <p:italic r:id="rId36"/>
      <p:boldItalic r:id="rId37"/>
    </p:embeddedFont>
    <p:embeddedFont>
      <p:font typeface="Montserrat Medium" panose="00000600000000000000" pitchFamily="2" charset="0"/>
      <p:regular r:id="rId38"/>
      <p:bold r:id="rId39"/>
      <p:italic r:id="rId40"/>
      <p:boldItalic r:id="rId41"/>
    </p:embeddedFont>
    <p:embeddedFont>
      <p:font typeface="Passion One" panose="020B0604020202020204" charset="0"/>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9A18AD-05FD-40AC-B87D-80DB10FFD3A5}">
  <a:tblStyle styleId="{989A18AD-05FD-40AC-B87D-80DB10FFD3A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106" d="100"/>
          <a:sy n="106" d="100"/>
        </p:scale>
        <p:origin x="802"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3"/>
        <p:cNvGrpSpPr/>
        <p:nvPr/>
      </p:nvGrpSpPr>
      <p:grpSpPr>
        <a:xfrm>
          <a:off x="0" y="0"/>
          <a:ext cx="0" cy="0"/>
          <a:chOff x="0" y="0"/>
          <a:chExt cx="0" cy="0"/>
        </a:xfrm>
      </p:grpSpPr>
      <p:sp>
        <p:nvSpPr>
          <p:cNvPr id="2194" name="Google Shape;219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5" name="Google Shape;219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4"/>
        <p:cNvGrpSpPr/>
        <p:nvPr/>
      </p:nvGrpSpPr>
      <p:grpSpPr>
        <a:xfrm>
          <a:off x="0" y="0"/>
          <a:ext cx="0" cy="0"/>
          <a:chOff x="0" y="0"/>
          <a:chExt cx="0" cy="0"/>
        </a:xfrm>
      </p:grpSpPr>
      <p:sp>
        <p:nvSpPr>
          <p:cNvPr id="2275" name="Google Shape;2275;g11e151b4c5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6" name="Google Shape;2276;g11e151b4c5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6"/>
        <p:cNvGrpSpPr/>
        <p:nvPr/>
      </p:nvGrpSpPr>
      <p:grpSpPr>
        <a:xfrm>
          <a:off x="0" y="0"/>
          <a:ext cx="0" cy="0"/>
          <a:chOff x="0" y="0"/>
          <a:chExt cx="0" cy="0"/>
        </a:xfrm>
      </p:grpSpPr>
      <p:sp>
        <p:nvSpPr>
          <p:cNvPr id="2577" name="Google Shape;2577;g208ef2bf6b0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8" name="Google Shape;2578;g208ef2bf6b0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1684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7"/>
        <p:cNvGrpSpPr/>
        <p:nvPr/>
      </p:nvGrpSpPr>
      <p:grpSpPr>
        <a:xfrm>
          <a:off x="0" y="0"/>
          <a:ext cx="0" cy="0"/>
          <a:chOff x="0" y="0"/>
          <a:chExt cx="0" cy="0"/>
        </a:xfrm>
      </p:grpSpPr>
      <p:sp>
        <p:nvSpPr>
          <p:cNvPr id="3908" name="Google Shape;3908;g208ef2bf6b0_2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9" name="Google Shape;3909;g208ef2bf6b0_2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5216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2658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1"/>
        <p:cNvGrpSpPr/>
        <p:nvPr/>
      </p:nvGrpSpPr>
      <p:grpSpPr>
        <a:xfrm>
          <a:off x="0" y="0"/>
          <a:ext cx="0" cy="0"/>
          <a:chOff x="0" y="0"/>
          <a:chExt cx="0" cy="0"/>
        </a:xfrm>
      </p:grpSpPr>
      <p:sp>
        <p:nvSpPr>
          <p:cNvPr id="3892" name="Google Shape;3892;g208ef2bf6b0_2_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3" name="Google Shape;3893;g208ef2bf6b0_2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6722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3356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4"/>
        <p:cNvGrpSpPr/>
        <p:nvPr/>
      </p:nvGrpSpPr>
      <p:grpSpPr>
        <a:xfrm>
          <a:off x="0" y="0"/>
          <a:ext cx="0" cy="0"/>
          <a:chOff x="0" y="0"/>
          <a:chExt cx="0" cy="0"/>
        </a:xfrm>
      </p:grpSpPr>
      <p:sp>
        <p:nvSpPr>
          <p:cNvPr id="2825" name="Google Shape;2825;g208ef2bf6b0_2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6" name="Google Shape;2826;g208ef2bf6b0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7750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591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4"/>
        <p:cNvGrpSpPr/>
        <p:nvPr/>
      </p:nvGrpSpPr>
      <p:grpSpPr>
        <a:xfrm>
          <a:off x="0" y="0"/>
          <a:ext cx="0" cy="0"/>
          <a:chOff x="0" y="0"/>
          <a:chExt cx="0" cy="0"/>
        </a:xfrm>
      </p:grpSpPr>
      <p:sp>
        <p:nvSpPr>
          <p:cNvPr id="2825" name="Google Shape;2825;g208ef2bf6b0_2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6" name="Google Shape;2826;g208ef2bf6b0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3018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3442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4"/>
        <p:cNvGrpSpPr/>
        <p:nvPr/>
      </p:nvGrpSpPr>
      <p:grpSpPr>
        <a:xfrm>
          <a:off x="0" y="0"/>
          <a:ext cx="0" cy="0"/>
          <a:chOff x="0" y="0"/>
          <a:chExt cx="0" cy="0"/>
        </a:xfrm>
      </p:grpSpPr>
      <p:sp>
        <p:nvSpPr>
          <p:cNvPr id="2825" name="Google Shape;2825;g208ef2bf6b0_2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6" name="Google Shape;2826;g208ef2bf6b0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72262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8118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4"/>
        <p:cNvGrpSpPr/>
        <p:nvPr/>
      </p:nvGrpSpPr>
      <p:grpSpPr>
        <a:xfrm>
          <a:off x="0" y="0"/>
          <a:ext cx="0" cy="0"/>
          <a:chOff x="0" y="0"/>
          <a:chExt cx="0" cy="0"/>
        </a:xfrm>
      </p:grpSpPr>
      <p:sp>
        <p:nvSpPr>
          <p:cNvPr id="2825" name="Google Shape;2825;g208ef2bf6b0_2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6" name="Google Shape;2826;g208ef2bf6b0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19717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1746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7"/>
        <p:cNvGrpSpPr/>
        <p:nvPr/>
      </p:nvGrpSpPr>
      <p:grpSpPr>
        <a:xfrm>
          <a:off x="0" y="0"/>
          <a:ext cx="0" cy="0"/>
          <a:chOff x="0" y="0"/>
          <a:chExt cx="0" cy="0"/>
        </a:xfrm>
      </p:grpSpPr>
      <p:sp>
        <p:nvSpPr>
          <p:cNvPr id="3908" name="Google Shape;3908;g208ef2bf6b0_2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9" name="Google Shape;3909;g208ef2bf6b0_2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4108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71346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7"/>
        <p:cNvGrpSpPr/>
        <p:nvPr/>
      </p:nvGrpSpPr>
      <p:grpSpPr>
        <a:xfrm>
          <a:off x="0" y="0"/>
          <a:ext cx="0" cy="0"/>
          <a:chOff x="0" y="0"/>
          <a:chExt cx="0" cy="0"/>
        </a:xfrm>
      </p:grpSpPr>
      <p:sp>
        <p:nvSpPr>
          <p:cNvPr id="3908" name="Google Shape;3908;g208ef2bf6b0_2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9" name="Google Shape;3909;g208ef2bf6b0_2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69621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66589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7"/>
        <p:cNvGrpSpPr/>
        <p:nvPr/>
      </p:nvGrpSpPr>
      <p:grpSpPr>
        <a:xfrm>
          <a:off x="0" y="0"/>
          <a:ext cx="0" cy="0"/>
          <a:chOff x="0" y="0"/>
          <a:chExt cx="0" cy="0"/>
        </a:xfrm>
      </p:grpSpPr>
      <p:sp>
        <p:nvSpPr>
          <p:cNvPr id="3908" name="Google Shape;3908;g208ef2bf6b0_2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9" name="Google Shape;3909;g208ef2bf6b0_2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64344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25923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9"/>
        <p:cNvGrpSpPr/>
        <p:nvPr/>
      </p:nvGrpSpPr>
      <p:grpSpPr>
        <a:xfrm>
          <a:off x="0" y="0"/>
          <a:ext cx="0" cy="0"/>
          <a:chOff x="0" y="0"/>
          <a:chExt cx="0" cy="0"/>
        </a:xfrm>
      </p:grpSpPr>
      <p:sp>
        <p:nvSpPr>
          <p:cNvPr id="2290" name="Google Shape;2290;g1485a77ac1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1" name="Google Shape;2291;g1485a77ac1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2048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9"/>
        <p:cNvGrpSpPr/>
        <p:nvPr/>
      </p:nvGrpSpPr>
      <p:grpSpPr>
        <a:xfrm>
          <a:off x="0" y="0"/>
          <a:ext cx="0" cy="0"/>
          <a:chOff x="0" y="0"/>
          <a:chExt cx="0" cy="0"/>
        </a:xfrm>
      </p:grpSpPr>
      <p:sp>
        <p:nvSpPr>
          <p:cNvPr id="2290" name="Google Shape;2290;g1485a77ac1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1" name="Google Shape;2291;g1485a77ac1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69142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g208ef2bf6b0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4" name="Google Shape;2354;g208ef2bf6b0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12329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9"/>
        <p:cNvGrpSpPr/>
        <p:nvPr/>
      </p:nvGrpSpPr>
      <p:grpSpPr>
        <a:xfrm>
          <a:off x="0" y="0"/>
          <a:ext cx="0" cy="0"/>
          <a:chOff x="0" y="0"/>
          <a:chExt cx="0" cy="0"/>
        </a:xfrm>
      </p:grpSpPr>
      <p:sp>
        <p:nvSpPr>
          <p:cNvPr id="2290" name="Google Shape;2290;g1485a77ac1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1" name="Google Shape;2291;g1485a77ac1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02774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9"/>
        <p:cNvGrpSpPr/>
        <p:nvPr/>
      </p:nvGrpSpPr>
      <p:grpSpPr>
        <a:xfrm>
          <a:off x="0" y="0"/>
          <a:ext cx="0" cy="0"/>
          <a:chOff x="0" y="0"/>
          <a:chExt cx="0" cy="0"/>
        </a:xfrm>
      </p:grpSpPr>
      <p:sp>
        <p:nvSpPr>
          <p:cNvPr id="3150" name="Google Shape;3150;g208ef2bf6b0_2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1" name="Google Shape;3151;g208ef2bf6b0_2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15600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0"/>
        <p:cNvGrpSpPr/>
        <p:nvPr/>
      </p:nvGrpSpPr>
      <p:grpSpPr>
        <a:xfrm>
          <a:off x="0" y="0"/>
          <a:ext cx="0" cy="0"/>
          <a:chOff x="0" y="0"/>
          <a:chExt cx="0" cy="0"/>
        </a:xfrm>
      </p:grpSpPr>
      <p:sp>
        <p:nvSpPr>
          <p:cNvPr id="4421" name="Google Shape;4421;g11e151b4c5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2" name="Google Shape;4422;g11e151b4c5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10696" y="-666744"/>
            <a:ext cx="9765392" cy="4356327"/>
            <a:chOff x="2034200" y="1733575"/>
            <a:chExt cx="1265275" cy="660550"/>
          </a:xfrm>
        </p:grpSpPr>
        <p:sp>
          <p:nvSpPr>
            <p:cNvPr id="10" name="Google Shape;10;p2"/>
            <p:cNvSpPr/>
            <p:nvPr/>
          </p:nvSpPr>
          <p:spPr>
            <a:xfrm>
              <a:off x="2034200" y="2005950"/>
              <a:ext cx="1265275" cy="388175"/>
            </a:xfrm>
            <a:custGeom>
              <a:avLst/>
              <a:gdLst/>
              <a:ahLst/>
              <a:cxnLst/>
              <a:rect l="l" t="t" r="r" b="b"/>
              <a:pathLst>
                <a:path w="50611" h="15527" extrusionOk="0">
                  <a:moveTo>
                    <a:pt x="37123" y="1"/>
                  </a:moveTo>
                  <a:cubicBezTo>
                    <a:pt x="36918" y="1"/>
                    <a:pt x="36716" y="14"/>
                    <a:pt x="36517" y="41"/>
                  </a:cubicBezTo>
                  <a:cubicBezTo>
                    <a:pt x="34566" y="303"/>
                    <a:pt x="33061" y="1800"/>
                    <a:pt x="31967" y="3076"/>
                  </a:cubicBezTo>
                  <a:cubicBezTo>
                    <a:pt x="31172" y="4004"/>
                    <a:pt x="30419" y="4998"/>
                    <a:pt x="29692" y="5959"/>
                  </a:cubicBezTo>
                  <a:cubicBezTo>
                    <a:pt x="28335" y="7753"/>
                    <a:pt x="26931" y="9606"/>
                    <a:pt x="25203" y="11087"/>
                  </a:cubicBezTo>
                  <a:cubicBezTo>
                    <a:pt x="21428" y="14322"/>
                    <a:pt x="16916" y="15367"/>
                    <a:pt x="12661" y="15367"/>
                  </a:cubicBezTo>
                  <a:cubicBezTo>
                    <a:pt x="7479" y="15367"/>
                    <a:pt x="2680" y="13816"/>
                    <a:pt x="60" y="12784"/>
                  </a:cubicBezTo>
                  <a:lnTo>
                    <a:pt x="0" y="12933"/>
                  </a:lnTo>
                  <a:cubicBezTo>
                    <a:pt x="2632" y="13971"/>
                    <a:pt x="7454" y="15527"/>
                    <a:pt x="12663" y="15527"/>
                  </a:cubicBezTo>
                  <a:cubicBezTo>
                    <a:pt x="16949" y="15527"/>
                    <a:pt x="21499" y="14473"/>
                    <a:pt x="25308" y="11207"/>
                  </a:cubicBezTo>
                  <a:cubicBezTo>
                    <a:pt x="27049" y="9715"/>
                    <a:pt x="28458" y="7854"/>
                    <a:pt x="29820" y="6054"/>
                  </a:cubicBezTo>
                  <a:cubicBezTo>
                    <a:pt x="30545" y="5096"/>
                    <a:pt x="31298" y="4104"/>
                    <a:pt x="32089" y="3179"/>
                  </a:cubicBezTo>
                  <a:cubicBezTo>
                    <a:pt x="33163" y="1925"/>
                    <a:pt x="34640" y="453"/>
                    <a:pt x="36538" y="200"/>
                  </a:cubicBezTo>
                  <a:cubicBezTo>
                    <a:pt x="36729" y="174"/>
                    <a:pt x="36924" y="161"/>
                    <a:pt x="37121" y="161"/>
                  </a:cubicBezTo>
                  <a:cubicBezTo>
                    <a:pt x="38365" y="161"/>
                    <a:pt x="39738" y="668"/>
                    <a:pt x="41297" y="1701"/>
                  </a:cubicBezTo>
                  <a:cubicBezTo>
                    <a:pt x="41682" y="1955"/>
                    <a:pt x="42064" y="2227"/>
                    <a:pt x="42435" y="2492"/>
                  </a:cubicBezTo>
                  <a:cubicBezTo>
                    <a:pt x="43452" y="3215"/>
                    <a:pt x="44504" y="3963"/>
                    <a:pt x="45687" y="4422"/>
                  </a:cubicBezTo>
                  <a:cubicBezTo>
                    <a:pt x="46306" y="4661"/>
                    <a:pt x="47062" y="4827"/>
                    <a:pt x="47831" y="4827"/>
                  </a:cubicBezTo>
                  <a:cubicBezTo>
                    <a:pt x="48827" y="4827"/>
                    <a:pt x="49844" y="4547"/>
                    <a:pt x="50610" y="3786"/>
                  </a:cubicBezTo>
                  <a:lnTo>
                    <a:pt x="50497" y="3672"/>
                  </a:lnTo>
                  <a:cubicBezTo>
                    <a:pt x="49765" y="4400"/>
                    <a:pt x="48790" y="4667"/>
                    <a:pt x="47832" y="4667"/>
                  </a:cubicBezTo>
                  <a:cubicBezTo>
                    <a:pt x="47085" y="4667"/>
                    <a:pt x="46348" y="4505"/>
                    <a:pt x="45745" y="4272"/>
                  </a:cubicBezTo>
                  <a:cubicBezTo>
                    <a:pt x="44581" y="3822"/>
                    <a:pt x="43538" y="3080"/>
                    <a:pt x="42529" y="2362"/>
                  </a:cubicBezTo>
                  <a:cubicBezTo>
                    <a:pt x="42157" y="2096"/>
                    <a:pt x="41773" y="1823"/>
                    <a:pt x="41387" y="1568"/>
                  </a:cubicBezTo>
                  <a:cubicBezTo>
                    <a:pt x="39801" y="517"/>
                    <a:pt x="38399" y="1"/>
                    <a:pt x="37123" y="1"/>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041675" y="1733575"/>
              <a:ext cx="1247975" cy="643350"/>
            </a:xfrm>
            <a:custGeom>
              <a:avLst/>
              <a:gdLst/>
              <a:ahLst/>
              <a:cxnLst/>
              <a:rect l="l" t="t" r="r" b="b"/>
              <a:pathLst>
                <a:path w="49919" h="25734" extrusionOk="0">
                  <a:moveTo>
                    <a:pt x="1227" y="1"/>
                  </a:moveTo>
                  <a:cubicBezTo>
                    <a:pt x="1545" y="4064"/>
                    <a:pt x="1" y="9783"/>
                    <a:pt x="798" y="13779"/>
                  </a:cubicBezTo>
                  <a:cubicBezTo>
                    <a:pt x="1759" y="18594"/>
                    <a:pt x="4973" y="23063"/>
                    <a:pt x="9528" y="24898"/>
                  </a:cubicBezTo>
                  <a:cubicBezTo>
                    <a:pt x="10920" y="25458"/>
                    <a:pt x="12428" y="25734"/>
                    <a:pt x="13935" y="25734"/>
                  </a:cubicBezTo>
                  <a:cubicBezTo>
                    <a:pt x="17357" y="25734"/>
                    <a:pt x="20774" y="24314"/>
                    <a:pt x="22828" y="21592"/>
                  </a:cubicBezTo>
                  <a:cubicBezTo>
                    <a:pt x="24731" y="19072"/>
                    <a:pt x="25344" y="15820"/>
                    <a:pt x="26808" y="13021"/>
                  </a:cubicBezTo>
                  <a:cubicBezTo>
                    <a:pt x="27941" y="10858"/>
                    <a:pt x="29629" y="8942"/>
                    <a:pt x="31791" y="7807"/>
                  </a:cubicBezTo>
                  <a:cubicBezTo>
                    <a:pt x="33079" y="7130"/>
                    <a:pt x="34542" y="6755"/>
                    <a:pt x="35992" y="6755"/>
                  </a:cubicBezTo>
                  <a:cubicBezTo>
                    <a:pt x="36977" y="6755"/>
                    <a:pt x="37956" y="6928"/>
                    <a:pt x="38871" y="7298"/>
                  </a:cubicBezTo>
                  <a:cubicBezTo>
                    <a:pt x="40805" y="8081"/>
                    <a:pt x="42312" y="9644"/>
                    <a:pt x="44144" y="10641"/>
                  </a:cubicBezTo>
                  <a:cubicBezTo>
                    <a:pt x="45049" y="11133"/>
                    <a:pt x="46138" y="11447"/>
                    <a:pt x="47171" y="11447"/>
                  </a:cubicBezTo>
                  <a:cubicBezTo>
                    <a:pt x="48228" y="11447"/>
                    <a:pt x="49226" y="11118"/>
                    <a:pt x="49908" y="10314"/>
                  </a:cubicBezTo>
                  <a:lnTo>
                    <a:pt x="49918" y="352"/>
                  </a:lnTo>
                  <a:cubicBezTo>
                    <a:pt x="49216" y="352"/>
                    <a:pt x="48514" y="1"/>
                    <a:pt x="47812" y="1"/>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12;p2"/>
          <p:cNvSpPr txBox="1">
            <a:spLocks noGrp="1"/>
          </p:cNvSpPr>
          <p:nvPr>
            <p:ph type="ctrTitle"/>
          </p:nvPr>
        </p:nvSpPr>
        <p:spPr>
          <a:xfrm>
            <a:off x="715100" y="1132825"/>
            <a:ext cx="5633700" cy="1995900"/>
          </a:xfrm>
          <a:prstGeom prst="rect">
            <a:avLst/>
          </a:prstGeom>
          <a:solidFill>
            <a:schemeClr val="dk1"/>
          </a:solidFill>
        </p:spPr>
        <p:txBody>
          <a:bodyPr spcFirstLastPara="1" wrap="square" lIns="91425" tIns="91425" rIns="91425" bIns="91425" anchor="ctr" anchorCtr="0">
            <a:noAutofit/>
          </a:bodyPr>
          <a:lstStyle>
            <a:lvl1pPr lvl="0" algn="ctr">
              <a:lnSpc>
                <a:spcPct val="90000"/>
              </a:lnSpc>
              <a:spcBef>
                <a:spcPts val="0"/>
              </a:spcBef>
              <a:spcAft>
                <a:spcPts val="0"/>
              </a:spcAft>
              <a:buClr>
                <a:schemeClr val="accent1"/>
              </a:buClr>
              <a:buSzPts val="5200"/>
              <a:buNone/>
              <a:defRPr sz="5000">
                <a:solidFill>
                  <a:schemeClr val="accent1"/>
                </a:solidFill>
              </a:defRPr>
            </a:lvl1pPr>
            <a:lvl2pPr lvl="1" algn="ctr">
              <a:spcBef>
                <a:spcPts val="0"/>
              </a:spcBef>
              <a:spcAft>
                <a:spcPts val="0"/>
              </a:spcAft>
              <a:buClr>
                <a:schemeClr val="accent1"/>
              </a:buClr>
              <a:buSzPts val="5200"/>
              <a:buNone/>
              <a:defRPr sz="5200">
                <a:solidFill>
                  <a:schemeClr val="accent1"/>
                </a:solidFill>
              </a:defRPr>
            </a:lvl2pPr>
            <a:lvl3pPr lvl="2" algn="ctr">
              <a:spcBef>
                <a:spcPts val="0"/>
              </a:spcBef>
              <a:spcAft>
                <a:spcPts val="0"/>
              </a:spcAft>
              <a:buClr>
                <a:schemeClr val="accent1"/>
              </a:buClr>
              <a:buSzPts val="5200"/>
              <a:buNone/>
              <a:defRPr sz="5200">
                <a:solidFill>
                  <a:schemeClr val="accent1"/>
                </a:solidFill>
              </a:defRPr>
            </a:lvl3pPr>
            <a:lvl4pPr lvl="3" algn="ctr">
              <a:spcBef>
                <a:spcPts val="0"/>
              </a:spcBef>
              <a:spcAft>
                <a:spcPts val="0"/>
              </a:spcAft>
              <a:buClr>
                <a:schemeClr val="accent1"/>
              </a:buClr>
              <a:buSzPts val="5200"/>
              <a:buNone/>
              <a:defRPr sz="5200">
                <a:solidFill>
                  <a:schemeClr val="accent1"/>
                </a:solidFill>
              </a:defRPr>
            </a:lvl4pPr>
            <a:lvl5pPr lvl="4" algn="ctr">
              <a:spcBef>
                <a:spcPts val="0"/>
              </a:spcBef>
              <a:spcAft>
                <a:spcPts val="0"/>
              </a:spcAft>
              <a:buClr>
                <a:schemeClr val="accent1"/>
              </a:buClr>
              <a:buSzPts val="5200"/>
              <a:buNone/>
              <a:defRPr sz="5200">
                <a:solidFill>
                  <a:schemeClr val="accent1"/>
                </a:solidFill>
              </a:defRPr>
            </a:lvl5pPr>
            <a:lvl6pPr lvl="5" algn="ctr">
              <a:spcBef>
                <a:spcPts val="0"/>
              </a:spcBef>
              <a:spcAft>
                <a:spcPts val="0"/>
              </a:spcAft>
              <a:buClr>
                <a:schemeClr val="accent1"/>
              </a:buClr>
              <a:buSzPts val="5200"/>
              <a:buNone/>
              <a:defRPr sz="5200">
                <a:solidFill>
                  <a:schemeClr val="accent1"/>
                </a:solidFill>
              </a:defRPr>
            </a:lvl6pPr>
            <a:lvl7pPr lvl="6" algn="ctr">
              <a:spcBef>
                <a:spcPts val="0"/>
              </a:spcBef>
              <a:spcAft>
                <a:spcPts val="0"/>
              </a:spcAft>
              <a:buClr>
                <a:schemeClr val="accent1"/>
              </a:buClr>
              <a:buSzPts val="5200"/>
              <a:buNone/>
              <a:defRPr sz="5200">
                <a:solidFill>
                  <a:schemeClr val="accent1"/>
                </a:solidFill>
              </a:defRPr>
            </a:lvl7pPr>
            <a:lvl8pPr lvl="7" algn="ctr">
              <a:spcBef>
                <a:spcPts val="0"/>
              </a:spcBef>
              <a:spcAft>
                <a:spcPts val="0"/>
              </a:spcAft>
              <a:buClr>
                <a:schemeClr val="accent1"/>
              </a:buClr>
              <a:buSzPts val="5200"/>
              <a:buNone/>
              <a:defRPr sz="5200">
                <a:solidFill>
                  <a:schemeClr val="accent1"/>
                </a:solidFill>
              </a:defRPr>
            </a:lvl8pPr>
            <a:lvl9pPr lvl="8" algn="ctr">
              <a:spcBef>
                <a:spcPts val="0"/>
              </a:spcBef>
              <a:spcAft>
                <a:spcPts val="0"/>
              </a:spcAft>
              <a:buClr>
                <a:schemeClr val="accent1"/>
              </a:buClr>
              <a:buSzPts val="5200"/>
              <a:buNone/>
              <a:defRPr sz="5200">
                <a:solidFill>
                  <a:schemeClr val="accent1"/>
                </a:solidFill>
              </a:defRPr>
            </a:lvl9pPr>
          </a:lstStyle>
          <a:p>
            <a:endParaRPr/>
          </a:p>
        </p:txBody>
      </p:sp>
      <p:sp>
        <p:nvSpPr>
          <p:cNvPr id="13" name="Google Shape;13;p2"/>
          <p:cNvSpPr txBox="1">
            <a:spLocks noGrp="1"/>
          </p:cNvSpPr>
          <p:nvPr>
            <p:ph type="subTitle" idx="1"/>
          </p:nvPr>
        </p:nvSpPr>
        <p:spPr>
          <a:xfrm>
            <a:off x="715100" y="3578075"/>
            <a:ext cx="5633700" cy="392700"/>
          </a:xfrm>
          <a:prstGeom prst="rect">
            <a:avLst/>
          </a:prstGeom>
          <a:noFill/>
        </p:spPr>
        <p:txBody>
          <a:bodyPr spcFirstLastPara="1" wrap="square" lIns="91425" tIns="91425" rIns="91425" bIns="91425" anchor="b" anchorCtr="0">
            <a:noAutofit/>
          </a:bodyPr>
          <a:lstStyle>
            <a:lvl1pPr lvl="0" algn="ctr">
              <a:lnSpc>
                <a:spcPct val="100000"/>
              </a:lnSpc>
              <a:spcBef>
                <a:spcPts val="0"/>
              </a:spcBef>
              <a:spcAft>
                <a:spcPts val="0"/>
              </a:spcAft>
              <a:buSzPts val="1400"/>
              <a:buNone/>
              <a:defRPr sz="1600">
                <a:solidFill>
                  <a:schemeClr val="accent5"/>
                </a:solidFill>
                <a:latin typeface="Montserrat Medium"/>
                <a:ea typeface="Montserrat Medium"/>
                <a:cs typeface="Montserrat Medium"/>
                <a:sym typeface="Montserrat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4" name="Google Shape;14;p2"/>
          <p:cNvGrpSpPr/>
          <p:nvPr/>
        </p:nvGrpSpPr>
        <p:grpSpPr>
          <a:xfrm flipH="1">
            <a:off x="7487058" y="77424"/>
            <a:ext cx="1579846" cy="1369181"/>
            <a:chOff x="3906375" y="2478675"/>
            <a:chExt cx="551950" cy="478350"/>
          </a:xfrm>
        </p:grpSpPr>
        <p:sp>
          <p:nvSpPr>
            <p:cNvPr id="15" name="Google Shape;15;p2"/>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rot="-1818689">
            <a:off x="209065" y="-227667"/>
            <a:ext cx="1579842" cy="1369177"/>
            <a:chOff x="3906375" y="2478675"/>
            <a:chExt cx="551950" cy="478350"/>
          </a:xfrm>
        </p:grpSpPr>
        <p:sp>
          <p:nvSpPr>
            <p:cNvPr id="25" name="Google Shape;25;p2"/>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p:nvPr/>
        </p:nvSpPr>
        <p:spPr>
          <a:xfrm>
            <a:off x="155900" y="4511663"/>
            <a:ext cx="392858" cy="392858"/>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545813" y="224437"/>
            <a:ext cx="498933" cy="498933"/>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2"/>
          <p:cNvGrpSpPr/>
          <p:nvPr/>
        </p:nvGrpSpPr>
        <p:grpSpPr>
          <a:xfrm>
            <a:off x="889199" y="4740263"/>
            <a:ext cx="219599" cy="219686"/>
            <a:chOff x="3331975" y="2330200"/>
            <a:chExt cx="63125" cy="63150"/>
          </a:xfrm>
        </p:grpSpPr>
        <p:sp>
          <p:nvSpPr>
            <p:cNvPr id="37" name="Google Shape;37;p2"/>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40;p2"/>
          <p:cNvGrpSpPr/>
          <p:nvPr/>
        </p:nvGrpSpPr>
        <p:grpSpPr>
          <a:xfrm>
            <a:off x="1485992" y="158513"/>
            <a:ext cx="373363" cy="314091"/>
            <a:chOff x="1876970" y="-81211"/>
            <a:chExt cx="5178410" cy="4356326"/>
          </a:xfrm>
        </p:grpSpPr>
        <p:sp>
          <p:nvSpPr>
            <p:cNvPr id="41" name="Google Shape;41;p2"/>
            <p:cNvSpPr/>
            <p:nvPr/>
          </p:nvSpPr>
          <p:spPr>
            <a:xfrm>
              <a:off x="1876970" y="-81211"/>
              <a:ext cx="4790958" cy="4199058"/>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2"/>
            <p:cNvGrpSpPr/>
            <p:nvPr/>
          </p:nvGrpSpPr>
          <p:grpSpPr>
            <a:xfrm>
              <a:off x="1876970" y="-81211"/>
              <a:ext cx="5178410" cy="4356326"/>
              <a:chOff x="4807450" y="3561550"/>
              <a:chExt cx="90550" cy="76175"/>
            </a:xfrm>
          </p:grpSpPr>
          <p:sp>
            <p:nvSpPr>
              <p:cNvPr id="43" name="Google Shape;43;p2"/>
              <p:cNvSpPr/>
              <p:nvPr/>
            </p:nvSpPr>
            <p:spPr>
              <a:xfrm>
                <a:off x="4814200" y="35643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4807450" y="35615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4826675" y="35840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6" name="Google Shape;46;p2"/>
          <p:cNvSpPr/>
          <p:nvPr/>
        </p:nvSpPr>
        <p:spPr>
          <a:xfrm>
            <a:off x="259050" y="3284220"/>
            <a:ext cx="293954" cy="293850"/>
          </a:xfrm>
          <a:custGeom>
            <a:avLst/>
            <a:gdLst/>
            <a:ahLst/>
            <a:cxnLst/>
            <a:rect l="l" t="t" r="r" b="b"/>
            <a:pathLst>
              <a:path w="3043" h="3042" extrusionOk="0">
                <a:moveTo>
                  <a:pt x="914" y="0"/>
                </a:moveTo>
                <a:lnTo>
                  <a:pt x="914" y="911"/>
                </a:lnTo>
                <a:lnTo>
                  <a:pt x="1" y="911"/>
                </a:lnTo>
                <a:lnTo>
                  <a:pt x="1" y="2129"/>
                </a:lnTo>
                <a:lnTo>
                  <a:pt x="914" y="2129"/>
                </a:lnTo>
                <a:lnTo>
                  <a:pt x="914" y="3041"/>
                </a:lnTo>
                <a:lnTo>
                  <a:pt x="2130" y="3041"/>
                </a:lnTo>
                <a:lnTo>
                  <a:pt x="2130" y="2129"/>
                </a:lnTo>
                <a:lnTo>
                  <a:pt x="3043" y="2129"/>
                </a:lnTo>
                <a:lnTo>
                  <a:pt x="3043" y="911"/>
                </a:lnTo>
                <a:lnTo>
                  <a:pt x="2130" y="911"/>
                </a:lnTo>
                <a:lnTo>
                  <a:pt x="21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 name="Google Shape;47;p2"/>
          <p:cNvGrpSpPr/>
          <p:nvPr/>
        </p:nvGrpSpPr>
        <p:grpSpPr>
          <a:xfrm>
            <a:off x="6692162" y="297817"/>
            <a:ext cx="373381" cy="318217"/>
            <a:chOff x="1832650" y="462425"/>
            <a:chExt cx="182075" cy="155175"/>
          </a:xfrm>
        </p:grpSpPr>
        <p:sp>
          <p:nvSpPr>
            <p:cNvPr id="48" name="Google Shape;48;p2"/>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 name="Google Shape;51;p2"/>
          <p:cNvGrpSpPr/>
          <p:nvPr/>
        </p:nvGrpSpPr>
        <p:grpSpPr>
          <a:xfrm>
            <a:off x="5832087" y="205726"/>
            <a:ext cx="219599" cy="219686"/>
            <a:chOff x="3331975" y="2330200"/>
            <a:chExt cx="63125" cy="63150"/>
          </a:xfrm>
        </p:grpSpPr>
        <p:sp>
          <p:nvSpPr>
            <p:cNvPr id="52" name="Google Shape;52;p2"/>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Google Shape;55;p2"/>
          <p:cNvSpPr/>
          <p:nvPr/>
        </p:nvSpPr>
        <p:spPr>
          <a:xfrm>
            <a:off x="2026413" y="429520"/>
            <a:ext cx="293954" cy="293850"/>
          </a:xfrm>
          <a:custGeom>
            <a:avLst/>
            <a:gdLst/>
            <a:ahLst/>
            <a:cxnLst/>
            <a:rect l="l" t="t" r="r" b="b"/>
            <a:pathLst>
              <a:path w="3043" h="3042" extrusionOk="0">
                <a:moveTo>
                  <a:pt x="914" y="0"/>
                </a:moveTo>
                <a:lnTo>
                  <a:pt x="914" y="911"/>
                </a:lnTo>
                <a:lnTo>
                  <a:pt x="1" y="911"/>
                </a:lnTo>
                <a:lnTo>
                  <a:pt x="1" y="2129"/>
                </a:lnTo>
                <a:lnTo>
                  <a:pt x="914" y="2129"/>
                </a:lnTo>
                <a:lnTo>
                  <a:pt x="914" y="3041"/>
                </a:lnTo>
                <a:lnTo>
                  <a:pt x="2130" y="3041"/>
                </a:lnTo>
                <a:lnTo>
                  <a:pt x="2130" y="2129"/>
                </a:lnTo>
                <a:lnTo>
                  <a:pt x="3043" y="2129"/>
                </a:lnTo>
                <a:lnTo>
                  <a:pt x="3043" y="911"/>
                </a:lnTo>
                <a:lnTo>
                  <a:pt x="2130" y="911"/>
                </a:lnTo>
                <a:lnTo>
                  <a:pt x="21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 name="Google Shape;56;p2"/>
          <p:cNvGrpSpPr/>
          <p:nvPr/>
        </p:nvGrpSpPr>
        <p:grpSpPr>
          <a:xfrm rot="5143689">
            <a:off x="8388206" y="4610940"/>
            <a:ext cx="293943" cy="478354"/>
            <a:chOff x="2082225" y="585025"/>
            <a:chExt cx="100300" cy="163225"/>
          </a:xfrm>
        </p:grpSpPr>
        <p:sp>
          <p:nvSpPr>
            <p:cNvPr id="57" name="Google Shape;57;p2"/>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6" name="Google Shape;106;p4"/>
          <p:cNvSpPr txBox="1">
            <a:spLocks noGrp="1"/>
          </p:cNvSpPr>
          <p:nvPr>
            <p:ph type="body" idx="1"/>
          </p:nvPr>
        </p:nvSpPr>
        <p:spPr>
          <a:xfrm>
            <a:off x="720000" y="1207625"/>
            <a:ext cx="7704000" cy="1675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4"/>
              </a:buClr>
              <a:buSzPts val="1400"/>
              <a:buFont typeface="Montserrat"/>
              <a:buChar char="+"/>
              <a:defRPr sz="1400">
                <a:solidFill>
                  <a:srgbClr val="000000"/>
                </a:solidFill>
              </a:defRPr>
            </a:lvl1pPr>
            <a:lvl2pPr marL="914400" lvl="1" indent="-317500" rtl="0">
              <a:lnSpc>
                <a:spcPct val="115000"/>
              </a:lnSpc>
              <a:spcBef>
                <a:spcPts val="0"/>
              </a:spcBef>
              <a:spcAft>
                <a:spcPts val="0"/>
              </a:spcAft>
              <a:buClr>
                <a:srgbClr val="000000"/>
              </a:buClr>
              <a:buSzPts val="1400"/>
              <a:buChar char="○"/>
              <a:defRPr>
                <a:solidFill>
                  <a:srgbClr val="000000"/>
                </a:solidFill>
              </a:defRPr>
            </a:lvl2pPr>
            <a:lvl3pPr marL="1371600" lvl="2" indent="-317500" rtl="0">
              <a:lnSpc>
                <a:spcPct val="115000"/>
              </a:lnSpc>
              <a:spcBef>
                <a:spcPts val="0"/>
              </a:spcBef>
              <a:spcAft>
                <a:spcPts val="0"/>
              </a:spcAft>
              <a:buClr>
                <a:srgbClr val="000000"/>
              </a:buClr>
              <a:buSzPts val="1400"/>
              <a:buChar char="■"/>
              <a:defRPr>
                <a:solidFill>
                  <a:srgbClr val="000000"/>
                </a:solidFill>
              </a:defRPr>
            </a:lvl3pPr>
            <a:lvl4pPr marL="1828800" lvl="3" indent="-317500" rtl="0">
              <a:lnSpc>
                <a:spcPct val="115000"/>
              </a:lnSpc>
              <a:spcBef>
                <a:spcPts val="0"/>
              </a:spcBef>
              <a:spcAft>
                <a:spcPts val="0"/>
              </a:spcAft>
              <a:buClr>
                <a:srgbClr val="000000"/>
              </a:buClr>
              <a:buSzPts val="1400"/>
              <a:buChar char="●"/>
              <a:defRPr>
                <a:solidFill>
                  <a:srgbClr val="000000"/>
                </a:solidFill>
              </a:defRPr>
            </a:lvl4pPr>
            <a:lvl5pPr marL="2286000" lvl="4" indent="-317500" rtl="0">
              <a:lnSpc>
                <a:spcPct val="115000"/>
              </a:lnSpc>
              <a:spcBef>
                <a:spcPts val="0"/>
              </a:spcBef>
              <a:spcAft>
                <a:spcPts val="0"/>
              </a:spcAft>
              <a:buClr>
                <a:srgbClr val="000000"/>
              </a:buClr>
              <a:buSzPts val="1400"/>
              <a:buChar char="○"/>
              <a:defRPr>
                <a:solidFill>
                  <a:srgbClr val="000000"/>
                </a:solidFill>
              </a:defRPr>
            </a:lvl5pPr>
            <a:lvl6pPr marL="2743200" lvl="5" indent="-317500" rtl="0">
              <a:lnSpc>
                <a:spcPct val="115000"/>
              </a:lnSpc>
              <a:spcBef>
                <a:spcPts val="0"/>
              </a:spcBef>
              <a:spcAft>
                <a:spcPts val="0"/>
              </a:spcAft>
              <a:buClr>
                <a:srgbClr val="000000"/>
              </a:buClr>
              <a:buSzPts val="1400"/>
              <a:buChar char="■"/>
              <a:defRPr>
                <a:solidFill>
                  <a:srgbClr val="000000"/>
                </a:solidFill>
              </a:defRPr>
            </a:lvl6pPr>
            <a:lvl7pPr marL="3200400" lvl="6" indent="-317500" rtl="0">
              <a:lnSpc>
                <a:spcPct val="115000"/>
              </a:lnSpc>
              <a:spcBef>
                <a:spcPts val="0"/>
              </a:spcBef>
              <a:spcAft>
                <a:spcPts val="0"/>
              </a:spcAft>
              <a:buClr>
                <a:srgbClr val="000000"/>
              </a:buClr>
              <a:buSzPts val="1400"/>
              <a:buChar char="●"/>
              <a:defRPr>
                <a:solidFill>
                  <a:srgbClr val="000000"/>
                </a:solidFill>
              </a:defRPr>
            </a:lvl7pPr>
            <a:lvl8pPr marL="3657600" lvl="7" indent="-317500" rtl="0">
              <a:lnSpc>
                <a:spcPct val="115000"/>
              </a:lnSpc>
              <a:spcBef>
                <a:spcPts val="0"/>
              </a:spcBef>
              <a:spcAft>
                <a:spcPts val="0"/>
              </a:spcAft>
              <a:buClr>
                <a:srgbClr val="000000"/>
              </a:buClr>
              <a:buSzPts val="1400"/>
              <a:buChar char="○"/>
              <a:defRPr>
                <a:solidFill>
                  <a:srgbClr val="000000"/>
                </a:solidFill>
              </a:defRPr>
            </a:lvl8pPr>
            <a:lvl9pPr marL="4114800" lvl="8" indent="-317500" rtl="0">
              <a:lnSpc>
                <a:spcPct val="115000"/>
              </a:lnSpc>
              <a:spcBef>
                <a:spcPts val="0"/>
              </a:spcBef>
              <a:spcAft>
                <a:spcPts val="0"/>
              </a:spcAft>
              <a:buClr>
                <a:srgbClr val="000000"/>
              </a:buClr>
              <a:buSzPts val="1400"/>
              <a:buChar char="■"/>
              <a:defRPr>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08"/>
        <p:cNvGrpSpPr/>
        <p:nvPr/>
      </p:nvGrpSpPr>
      <p:grpSpPr>
        <a:xfrm>
          <a:off x="0" y="0"/>
          <a:ext cx="0" cy="0"/>
          <a:chOff x="0" y="0"/>
          <a:chExt cx="0" cy="0"/>
        </a:xfrm>
      </p:grpSpPr>
      <p:sp>
        <p:nvSpPr>
          <p:cNvPr id="309" name="Google Shape;309;p9"/>
          <p:cNvSpPr txBox="1">
            <a:spLocks noGrp="1"/>
          </p:cNvSpPr>
          <p:nvPr>
            <p:ph type="title"/>
          </p:nvPr>
        </p:nvSpPr>
        <p:spPr>
          <a:xfrm>
            <a:off x="2241450" y="1391450"/>
            <a:ext cx="4661100" cy="189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1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10" name="Google Shape;310;p9"/>
          <p:cNvSpPr txBox="1">
            <a:spLocks noGrp="1"/>
          </p:cNvSpPr>
          <p:nvPr>
            <p:ph type="subTitle" idx="1"/>
          </p:nvPr>
        </p:nvSpPr>
        <p:spPr>
          <a:xfrm>
            <a:off x="2241450" y="3145550"/>
            <a:ext cx="4661100" cy="67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1" name="Google Shape;311;p9"/>
          <p:cNvSpPr/>
          <p:nvPr/>
        </p:nvSpPr>
        <p:spPr>
          <a:xfrm>
            <a:off x="855075" y="-37449"/>
            <a:ext cx="7433790" cy="4243240"/>
          </a:xfrm>
          <a:custGeom>
            <a:avLst/>
            <a:gdLst/>
            <a:ahLst/>
            <a:cxnLst/>
            <a:rect l="l" t="t" r="r" b="b"/>
            <a:pathLst>
              <a:path w="32135" h="18343" extrusionOk="0">
                <a:moveTo>
                  <a:pt x="25297" y="0"/>
                </a:moveTo>
                <a:cubicBezTo>
                  <a:pt x="23652" y="0"/>
                  <a:pt x="21985" y="722"/>
                  <a:pt x="20740" y="2084"/>
                </a:cubicBezTo>
                <a:cubicBezTo>
                  <a:pt x="19342" y="3612"/>
                  <a:pt x="18157" y="5776"/>
                  <a:pt x="15866" y="5978"/>
                </a:cubicBezTo>
                <a:cubicBezTo>
                  <a:pt x="15758" y="5987"/>
                  <a:pt x="15651" y="5992"/>
                  <a:pt x="15544" y="5992"/>
                </a:cubicBezTo>
                <a:cubicBezTo>
                  <a:pt x="13970" y="5992"/>
                  <a:pt x="12514" y="4996"/>
                  <a:pt x="11278" y="4120"/>
                </a:cubicBezTo>
                <a:cubicBezTo>
                  <a:pt x="10029" y="3235"/>
                  <a:pt x="8705" y="2562"/>
                  <a:pt x="7183" y="2562"/>
                </a:cubicBezTo>
                <a:cubicBezTo>
                  <a:pt x="7019" y="2562"/>
                  <a:pt x="6853" y="2570"/>
                  <a:pt x="6684" y="2586"/>
                </a:cubicBezTo>
                <a:cubicBezTo>
                  <a:pt x="4837" y="2765"/>
                  <a:pt x="3072" y="3704"/>
                  <a:pt x="1889" y="5100"/>
                </a:cubicBezTo>
                <a:cubicBezTo>
                  <a:pt x="756" y="6437"/>
                  <a:pt x="136" y="8224"/>
                  <a:pt x="63" y="10025"/>
                </a:cubicBezTo>
                <a:cubicBezTo>
                  <a:pt x="1" y="11547"/>
                  <a:pt x="329" y="13080"/>
                  <a:pt x="1072" y="14361"/>
                </a:cubicBezTo>
                <a:cubicBezTo>
                  <a:pt x="1830" y="15667"/>
                  <a:pt x="2999" y="16725"/>
                  <a:pt x="4358" y="17374"/>
                </a:cubicBezTo>
                <a:cubicBezTo>
                  <a:pt x="5879" y="18099"/>
                  <a:pt x="7641" y="18139"/>
                  <a:pt x="9300" y="18217"/>
                </a:cubicBezTo>
                <a:cubicBezTo>
                  <a:pt x="10085" y="18255"/>
                  <a:pt x="10870" y="18287"/>
                  <a:pt x="11655" y="18309"/>
                </a:cubicBezTo>
                <a:cubicBezTo>
                  <a:pt x="12409" y="18330"/>
                  <a:pt x="13164" y="18342"/>
                  <a:pt x="13920" y="18342"/>
                </a:cubicBezTo>
                <a:cubicBezTo>
                  <a:pt x="17088" y="18342"/>
                  <a:pt x="20262" y="18125"/>
                  <a:pt x="23357" y="17424"/>
                </a:cubicBezTo>
                <a:cubicBezTo>
                  <a:pt x="26401" y="16735"/>
                  <a:pt x="29281" y="15326"/>
                  <a:pt x="30683" y="12360"/>
                </a:cubicBezTo>
                <a:cubicBezTo>
                  <a:pt x="32134" y="9289"/>
                  <a:pt x="31779" y="4970"/>
                  <a:pt x="29718" y="2247"/>
                </a:cubicBezTo>
                <a:cubicBezTo>
                  <a:pt x="28563" y="722"/>
                  <a:pt x="26941" y="0"/>
                  <a:pt x="25297" y="0"/>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2" name="Google Shape;312;p9"/>
          <p:cNvGrpSpPr/>
          <p:nvPr/>
        </p:nvGrpSpPr>
        <p:grpSpPr>
          <a:xfrm>
            <a:off x="1762887" y="-139307"/>
            <a:ext cx="1204852" cy="1044238"/>
            <a:chOff x="3906375" y="2478675"/>
            <a:chExt cx="551950" cy="478350"/>
          </a:xfrm>
        </p:grpSpPr>
        <p:sp>
          <p:nvSpPr>
            <p:cNvPr id="313" name="Google Shape;313;p9"/>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9"/>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9"/>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9"/>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9"/>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9"/>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9"/>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 name="Google Shape;322;p9"/>
          <p:cNvGrpSpPr/>
          <p:nvPr/>
        </p:nvGrpSpPr>
        <p:grpSpPr>
          <a:xfrm>
            <a:off x="7361450" y="3821143"/>
            <a:ext cx="1204852" cy="1044238"/>
            <a:chOff x="3906375" y="2478675"/>
            <a:chExt cx="551950" cy="478350"/>
          </a:xfrm>
        </p:grpSpPr>
        <p:sp>
          <p:nvSpPr>
            <p:cNvPr id="323" name="Google Shape;323;p9"/>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9"/>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9"/>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9"/>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9"/>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9"/>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9"/>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9"/>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2" name="Google Shape;332;p9"/>
          <p:cNvSpPr/>
          <p:nvPr/>
        </p:nvSpPr>
        <p:spPr>
          <a:xfrm>
            <a:off x="8605776" y="1997921"/>
            <a:ext cx="386845" cy="386845"/>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9"/>
          <p:cNvSpPr/>
          <p:nvPr/>
        </p:nvSpPr>
        <p:spPr>
          <a:xfrm>
            <a:off x="1836776" y="2882771"/>
            <a:ext cx="386845" cy="386845"/>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9"/>
          <p:cNvSpPr/>
          <p:nvPr/>
        </p:nvSpPr>
        <p:spPr>
          <a:xfrm>
            <a:off x="7033625" y="2137372"/>
            <a:ext cx="327817" cy="327801"/>
          </a:xfrm>
          <a:custGeom>
            <a:avLst/>
            <a:gdLst/>
            <a:ahLst/>
            <a:cxnLst/>
            <a:rect l="l" t="t" r="r" b="b"/>
            <a:pathLst>
              <a:path w="6455" h="6455" extrusionOk="0">
                <a:moveTo>
                  <a:pt x="1937" y="0"/>
                </a:moveTo>
                <a:lnTo>
                  <a:pt x="1937" y="1936"/>
                </a:lnTo>
                <a:lnTo>
                  <a:pt x="1" y="1936"/>
                </a:lnTo>
                <a:lnTo>
                  <a:pt x="1" y="4519"/>
                </a:lnTo>
                <a:lnTo>
                  <a:pt x="1937" y="4519"/>
                </a:lnTo>
                <a:lnTo>
                  <a:pt x="1937" y="6455"/>
                </a:lnTo>
                <a:lnTo>
                  <a:pt x="4519" y="6455"/>
                </a:lnTo>
                <a:lnTo>
                  <a:pt x="4519" y="4519"/>
                </a:lnTo>
                <a:lnTo>
                  <a:pt x="6455" y="4519"/>
                </a:lnTo>
                <a:lnTo>
                  <a:pt x="6455" y="1936"/>
                </a:lnTo>
                <a:lnTo>
                  <a:pt x="4519" y="1936"/>
                </a:lnTo>
                <a:lnTo>
                  <a:pt x="45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9"/>
          <p:cNvSpPr/>
          <p:nvPr/>
        </p:nvSpPr>
        <p:spPr>
          <a:xfrm>
            <a:off x="151326" y="1684946"/>
            <a:ext cx="386845" cy="386845"/>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9"/>
          <p:cNvSpPr/>
          <p:nvPr/>
        </p:nvSpPr>
        <p:spPr>
          <a:xfrm>
            <a:off x="6515801" y="4489246"/>
            <a:ext cx="386845" cy="386845"/>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9"/>
          <p:cNvSpPr/>
          <p:nvPr/>
        </p:nvSpPr>
        <p:spPr>
          <a:xfrm>
            <a:off x="1866288" y="4355497"/>
            <a:ext cx="327817" cy="327801"/>
          </a:xfrm>
          <a:custGeom>
            <a:avLst/>
            <a:gdLst/>
            <a:ahLst/>
            <a:cxnLst/>
            <a:rect l="l" t="t" r="r" b="b"/>
            <a:pathLst>
              <a:path w="6455" h="6455" extrusionOk="0">
                <a:moveTo>
                  <a:pt x="1937" y="0"/>
                </a:moveTo>
                <a:lnTo>
                  <a:pt x="1937" y="1936"/>
                </a:lnTo>
                <a:lnTo>
                  <a:pt x="1" y="1936"/>
                </a:lnTo>
                <a:lnTo>
                  <a:pt x="1" y="4519"/>
                </a:lnTo>
                <a:lnTo>
                  <a:pt x="1937" y="4519"/>
                </a:lnTo>
                <a:lnTo>
                  <a:pt x="1937" y="6455"/>
                </a:lnTo>
                <a:lnTo>
                  <a:pt x="4519" y="6455"/>
                </a:lnTo>
                <a:lnTo>
                  <a:pt x="4519" y="4519"/>
                </a:lnTo>
                <a:lnTo>
                  <a:pt x="6455" y="4519"/>
                </a:lnTo>
                <a:lnTo>
                  <a:pt x="6455" y="1936"/>
                </a:lnTo>
                <a:lnTo>
                  <a:pt x="4519" y="1936"/>
                </a:lnTo>
                <a:lnTo>
                  <a:pt x="45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8" name="Google Shape;338;p9"/>
          <p:cNvGrpSpPr/>
          <p:nvPr/>
        </p:nvGrpSpPr>
        <p:grpSpPr>
          <a:xfrm rot="-2700087">
            <a:off x="8158238" y="3003987"/>
            <a:ext cx="1123160" cy="942764"/>
            <a:chOff x="4980800" y="405075"/>
            <a:chExt cx="402725" cy="338050"/>
          </a:xfrm>
        </p:grpSpPr>
        <p:sp>
          <p:nvSpPr>
            <p:cNvPr id="339" name="Google Shape;339;p9"/>
            <p:cNvSpPr/>
            <p:nvPr/>
          </p:nvSpPr>
          <p:spPr>
            <a:xfrm>
              <a:off x="4980800" y="405075"/>
              <a:ext cx="402675" cy="338050"/>
            </a:xfrm>
            <a:custGeom>
              <a:avLst/>
              <a:gdLst/>
              <a:ahLst/>
              <a:cxnLst/>
              <a:rect l="l" t="t" r="r" b="b"/>
              <a:pathLst>
                <a:path w="16107" h="13522" extrusionOk="0">
                  <a:moveTo>
                    <a:pt x="16107" y="0"/>
                  </a:moveTo>
                  <a:cubicBezTo>
                    <a:pt x="16106" y="1"/>
                    <a:pt x="16106" y="1"/>
                    <a:pt x="16106" y="2"/>
                  </a:cubicBezTo>
                  <a:lnTo>
                    <a:pt x="16107" y="2"/>
                  </a:lnTo>
                  <a:lnTo>
                    <a:pt x="16107" y="0"/>
                  </a:lnTo>
                  <a:close/>
                  <a:moveTo>
                    <a:pt x="16050" y="2"/>
                  </a:moveTo>
                  <a:cubicBezTo>
                    <a:pt x="14593" y="3"/>
                    <a:pt x="13150" y="181"/>
                    <a:pt x="11745" y="518"/>
                  </a:cubicBezTo>
                  <a:cubicBezTo>
                    <a:pt x="11685" y="532"/>
                    <a:pt x="11624" y="547"/>
                    <a:pt x="11564" y="562"/>
                  </a:cubicBezTo>
                  <a:cubicBezTo>
                    <a:pt x="10597" y="803"/>
                    <a:pt x="9648" y="1122"/>
                    <a:pt x="8726" y="1511"/>
                  </a:cubicBezTo>
                  <a:cubicBezTo>
                    <a:pt x="8669" y="1536"/>
                    <a:pt x="8615" y="1560"/>
                    <a:pt x="8558" y="1584"/>
                  </a:cubicBezTo>
                  <a:cubicBezTo>
                    <a:pt x="7598" y="1999"/>
                    <a:pt x="6667" y="2491"/>
                    <a:pt x="5779" y="3057"/>
                  </a:cubicBezTo>
                  <a:cubicBezTo>
                    <a:pt x="5867" y="2636"/>
                    <a:pt x="5955" y="2233"/>
                    <a:pt x="6046" y="1813"/>
                  </a:cubicBezTo>
                  <a:lnTo>
                    <a:pt x="6046" y="1813"/>
                  </a:lnTo>
                  <a:cubicBezTo>
                    <a:pt x="5611" y="2054"/>
                    <a:pt x="5205" y="2334"/>
                    <a:pt x="4830" y="2649"/>
                  </a:cubicBezTo>
                  <a:cubicBezTo>
                    <a:pt x="4773" y="2696"/>
                    <a:pt x="4717" y="2745"/>
                    <a:pt x="4662" y="2795"/>
                  </a:cubicBezTo>
                  <a:cubicBezTo>
                    <a:pt x="3828" y="3537"/>
                    <a:pt x="3168" y="4458"/>
                    <a:pt x="2723" y="5505"/>
                  </a:cubicBezTo>
                  <a:cubicBezTo>
                    <a:pt x="2745" y="5085"/>
                    <a:pt x="2756" y="4657"/>
                    <a:pt x="2779" y="4238"/>
                  </a:cubicBezTo>
                  <a:lnTo>
                    <a:pt x="2779" y="4238"/>
                  </a:lnTo>
                  <a:cubicBezTo>
                    <a:pt x="2223" y="5036"/>
                    <a:pt x="1750" y="5890"/>
                    <a:pt x="1362" y="6779"/>
                  </a:cubicBezTo>
                  <a:cubicBezTo>
                    <a:pt x="1308" y="6904"/>
                    <a:pt x="1253" y="7031"/>
                    <a:pt x="1205" y="7157"/>
                  </a:cubicBezTo>
                  <a:cubicBezTo>
                    <a:pt x="386" y="9167"/>
                    <a:pt x="0" y="11352"/>
                    <a:pt x="93" y="13521"/>
                  </a:cubicBezTo>
                  <a:cubicBezTo>
                    <a:pt x="119" y="13518"/>
                    <a:pt x="145" y="13514"/>
                    <a:pt x="171" y="13511"/>
                  </a:cubicBezTo>
                  <a:cubicBezTo>
                    <a:pt x="235" y="13503"/>
                    <a:pt x="299" y="13495"/>
                    <a:pt x="364" y="13487"/>
                  </a:cubicBezTo>
                  <a:cubicBezTo>
                    <a:pt x="3759" y="13048"/>
                    <a:pt x="7245" y="12167"/>
                    <a:pt x="10197" y="10444"/>
                  </a:cubicBezTo>
                  <a:cubicBezTo>
                    <a:pt x="10279" y="10396"/>
                    <a:pt x="10364" y="10348"/>
                    <a:pt x="10446" y="10296"/>
                  </a:cubicBezTo>
                  <a:cubicBezTo>
                    <a:pt x="10866" y="10041"/>
                    <a:pt x="11274" y="9771"/>
                    <a:pt x="11669" y="9481"/>
                  </a:cubicBezTo>
                  <a:lnTo>
                    <a:pt x="11669" y="9481"/>
                  </a:lnTo>
                  <a:cubicBezTo>
                    <a:pt x="11150" y="9553"/>
                    <a:pt x="10752" y="9610"/>
                    <a:pt x="10276" y="9612"/>
                  </a:cubicBezTo>
                  <a:cubicBezTo>
                    <a:pt x="11363" y="8880"/>
                    <a:pt x="12304" y="7935"/>
                    <a:pt x="13035" y="6850"/>
                  </a:cubicBezTo>
                  <a:cubicBezTo>
                    <a:pt x="13070" y="6799"/>
                    <a:pt x="13105" y="6748"/>
                    <a:pt x="13137" y="6697"/>
                  </a:cubicBezTo>
                  <a:cubicBezTo>
                    <a:pt x="13437" y="6232"/>
                    <a:pt x="13699" y="5745"/>
                    <a:pt x="13921" y="5239"/>
                  </a:cubicBezTo>
                  <a:lnTo>
                    <a:pt x="13921" y="5239"/>
                  </a:lnTo>
                  <a:cubicBezTo>
                    <a:pt x="13568" y="5439"/>
                    <a:pt x="13238" y="5583"/>
                    <a:pt x="12884" y="5783"/>
                  </a:cubicBezTo>
                  <a:cubicBezTo>
                    <a:pt x="13256" y="5110"/>
                    <a:pt x="13630" y="4443"/>
                    <a:pt x="14000" y="3777"/>
                  </a:cubicBezTo>
                  <a:cubicBezTo>
                    <a:pt x="14029" y="3726"/>
                    <a:pt x="14059" y="3676"/>
                    <a:pt x="14086" y="3624"/>
                  </a:cubicBezTo>
                  <a:cubicBezTo>
                    <a:pt x="14725" y="2479"/>
                    <a:pt x="15362" y="1340"/>
                    <a:pt x="16006" y="183"/>
                  </a:cubicBezTo>
                  <a:cubicBezTo>
                    <a:pt x="16039" y="124"/>
                    <a:pt x="16072" y="63"/>
                    <a:pt x="16106" y="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9"/>
            <p:cNvSpPr/>
            <p:nvPr/>
          </p:nvSpPr>
          <p:spPr>
            <a:xfrm>
              <a:off x="4985050" y="405075"/>
              <a:ext cx="398475" cy="337775"/>
            </a:xfrm>
            <a:custGeom>
              <a:avLst/>
              <a:gdLst/>
              <a:ahLst/>
              <a:cxnLst/>
              <a:rect l="l" t="t" r="r" b="b"/>
              <a:pathLst>
                <a:path w="15939" h="13511" extrusionOk="0">
                  <a:moveTo>
                    <a:pt x="15883" y="0"/>
                  </a:moveTo>
                  <a:cubicBezTo>
                    <a:pt x="15071" y="373"/>
                    <a:pt x="14271" y="775"/>
                    <a:pt x="13487" y="1206"/>
                  </a:cubicBezTo>
                  <a:cubicBezTo>
                    <a:pt x="12543" y="1723"/>
                    <a:pt x="11624" y="2285"/>
                    <a:pt x="10726" y="2878"/>
                  </a:cubicBezTo>
                  <a:cubicBezTo>
                    <a:pt x="10953" y="2072"/>
                    <a:pt x="11237" y="1283"/>
                    <a:pt x="11578" y="516"/>
                  </a:cubicBezTo>
                  <a:lnTo>
                    <a:pt x="11578" y="516"/>
                  </a:lnTo>
                  <a:cubicBezTo>
                    <a:pt x="11517" y="530"/>
                    <a:pt x="11456" y="546"/>
                    <a:pt x="11397" y="561"/>
                  </a:cubicBezTo>
                  <a:cubicBezTo>
                    <a:pt x="11061" y="1331"/>
                    <a:pt x="10780" y="2125"/>
                    <a:pt x="10557" y="2936"/>
                  </a:cubicBezTo>
                  <a:cubicBezTo>
                    <a:pt x="10552" y="2955"/>
                    <a:pt x="10555" y="2971"/>
                    <a:pt x="10561" y="2985"/>
                  </a:cubicBezTo>
                  <a:cubicBezTo>
                    <a:pt x="10242" y="3198"/>
                    <a:pt x="9927" y="3418"/>
                    <a:pt x="9614" y="3641"/>
                  </a:cubicBezTo>
                  <a:cubicBezTo>
                    <a:pt x="8992" y="4086"/>
                    <a:pt x="8384" y="4549"/>
                    <a:pt x="7786" y="5030"/>
                  </a:cubicBezTo>
                  <a:cubicBezTo>
                    <a:pt x="7998" y="3847"/>
                    <a:pt x="8256" y="2672"/>
                    <a:pt x="8559" y="1510"/>
                  </a:cubicBezTo>
                  <a:lnTo>
                    <a:pt x="8559" y="1510"/>
                  </a:lnTo>
                  <a:cubicBezTo>
                    <a:pt x="8502" y="1535"/>
                    <a:pt x="8447" y="1558"/>
                    <a:pt x="8390" y="1583"/>
                  </a:cubicBezTo>
                  <a:cubicBezTo>
                    <a:pt x="8192" y="2347"/>
                    <a:pt x="8013" y="3115"/>
                    <a:pt x="7856" y="3888"/>
                  </a:cubicBezTo>
                  <a:cubicBezTo>
                    <a:pt x="7776" y="4281"/>
                    <a:pt x="7699" y="4677"/>
                    <a:pt x="7630" y="5071"/>
                  </a:cubicBezTo>
                  <a:cubicBezTo>
                    <a:pt x="7625" y="5100"/>
                    <a:pt x="7637" y="5124"/>
                    <a:pt x="7655" y="5139"/>
                  </a:cubicBezTo>
                  <a:cubicBezTo>
                    <a:pt x="7104" y="5587"/>
                    <a:pt x="6566" y="6048"/>
                    <a:pt x="6041" y="6525"/>
                  </a:cubicBezTo>
                  <a:cubicBezTo>
                    <a:pt x="5582" y="6944"/>
                    <a:pt x="5133" y="7377"/>
                    <a:pt x="4694" y="7815"/>
                  </a:cubicBezTo>
                  <a:cubicBezTo>
                    <a:pt x="4410" y="6155"/>
                    <a:pt x="4391" y="4448"/>
                    <a:pt x="4640" y="2781"/>
                  </a:cubicBezTo>
                  <a:cubicBezTo>
                    <a:pt x="4648" y="2737"/>
                    <a:pt x="4653" y="2693"/>
                    <a:pt x="4662" y="2647"/>
                  </a:cubicBezTo>
                  <a:lnTo>
                    <a:pt x="4662" y="2647"/>
                  </a:lnTo>
                  <a:cubicBezTo>
                    <a:pt x="4606" y="2694"/>
                    <a:pt x="4548" y="2744"/>
                    <a:pt x="4493" y="2794"/>
                  </a:cubicBezTo>
                  <a:cubicBezTo>
                    <a:pt x="4313" y="4011"/>
                    <a:pt x="4273" y="5252"/>
                    <a:pt x="4376" y="6480"/>
                  </a:cubicBezTo>
                  <a:cubicBezTo>
                    <a:pt x="4418" y="6965"/>
                    <a:pt x="4482" y="7446"/>
                    <a:pt x="4566" y="7926"/>
                  </a:cubicBezTo>
                  <a:cubicBezTo>
                    <a:pt x="4566" y="7930"/>
                    <a:pt x="4569" y="7935"/>
                    <a:pt x="4570" y="7939"/>
                  </a:cubicBezTo>
                  <a:cubicBezTo>
                    <a:pt x="3977" y="8540"/>
                    <a:pt x="3399" y="9158"/>
                    <a:pt x="2844" y="9797"/>
                  </a:cubicBezTo>
                  <a:cubicBezTo>
                    <a:pt x="2400" y="10309"/>
                    <a:pt x="1971" y="10834"/>
                    <a:pt x="1556" y="11370"/>
                  </a:cubicBezTo>
                  <a:cubicBezTo>
                    <a:pt x="1247" y="9861"/>
                    <a:pt x="1125" y="8316"/>
                    <a:pt x="1192" y="6779"/>
                  </a:cubicBezTo>
                  <a:lnTo>
                    <a:pt x="1192" y="6779"/>
                  </a:lnTo>
                  <a:cubicBezTo>
                    <a:pt x="1138" y="6904"/>
                    <a:pt x="1083" y="7031"/>
                    <a:pt x="1035" y="7157"/>
                  </a:cubicBezTo>
                  <a:cubicBezTo>
                    <a:pt x="1012" y="8068"/>
                    <a:pt x="1057" y="8978"/>
                    <a:pt x="1166" y="9883"/>
                  </a:cubicBezTo>
                  <a:cubicBezTo>
                    <a:pt x="1232" y="10428"/>
                    <a:pt x="1322" y="10972"/>
                    <a:pt x="1434" y="11510"/>
                  </a:cubicBezTo>
                  <a:cubicBezTo>
                    <a:pt x="1434" y="11515"/>
                    <a:pt x="1437" y="11516"/>
                    <a:pt x="1437" y="11519"/>
                  </a:cubicBezTo>
                  <a:cubicBezTo>
                    <a:pt x="958" y="12141"/>
                    <a:pt x="496" y="12778"/>
                    <a:pt x="58" y="13428"/>
                  </a:cubicBezTo>
                  <a:lnTo>
                    <a:pt x="1" y="13511"/>
                  </a:lnTo>
                  <a:cubicBezTo>
                    <a:pt x="65" y="13503"/>
                    <a:pt x="129" y="13495"/>
                    <a:pt x="194" y="13487"/>
                  </a:cubicBezTo>
                  <a:cubicBezTo>
                    <a:pt x="938" y="12386"/>
                    <a:pt x="1740" y="11325"/>
                    <a:pt x="2596" y="10310"/>
                  </a:cubicBezTo>
                  <a:cubicBezTo>
                    <a:pt x="2658" y="10237"/>
                    <a:pt x="2722" y="10168"/>
                    <a:pt x="2784" y="10095"/>
                  </a:cubicBezTo>
                  <a:cubicBezTo>
                    <a:pt x="2790" y="10100"/>
                    <a:pt x="2799" y="10102"/>
                    <a:pt x="2808" y="10103"/>
                  </a:cubicBezTo>
                  <a:cubicBezTo>
                    <a:pt x="4195" y="10234"/>
                    <a:pt x="5586" y="10327"/>
                    <a:pt x="6977" y="10382"/>
                  </a:cubicBezTo>
                  <a:cubicBezTo>
                    <a:pt x="7993" y="10422"/>
                    <a:pt x="9010" y="10444"/>
                    <a:pt x="10027" y="10446"/>
                  </a:cubicBezTo>
                  <a:cubicBezTo>
                    <a:pt x="10109" y="10397"/>
                    <a:pt x="10194" y="10349"/>
                    <a:pt x="10275" y="10297"/>
                  </a:cubicBezTo>
                  <a:lnTo>
                    <a:pt x="10275" y="10297"/>
                  </a:lnTo>
                  <a:cubicBezTo>
                    <a:pt x="10155" y="10298"/>
                    <a:pt x="10034" y="10298"/>
                    <a:pt x="9913" y="10298"/>
                  </a:cubicBezTo>
                  <a:cubicBezTo>
                    <a:pt x="9718" y="10298"/>
                    <a:pt x="9523" y="10298"/>
                    <a:pt x="9328" y="10296"/>
                  </a:cubicBezTo>
                  <a:cubicBezTo>
                    <a:pt x="7935" y="10283"/>
                    <a:pt x="6543" y="10231"/>
                    <a:pt x="5151" y="10143"/>
                  </a:cubicBezTo>
                  <a:cubicBezTo>
                    <a:pt x="4400" y="10095"/>
                    <a:pt x="3648" y="10035"/>
                    <a:pt x="2897" y="9966"/>
                  </a:cubicBezTo>
                  <a:cubicBezTo>
                    <a:pt x="3791" y="8930"/>
                    <a:pt x="4737" y="7940"/>
                    <a:pt x="5737" y="7005"/>
                  </a:cubicBezTo>
                  <a:cubicBezTo>
                    <a:pt x="5868" y="6882"/>
                    <a:pt x="6002" y="6763"/>
                    <a:pt x="6136" y="6641"/>
                  </a:cubicBezTo>
                  <a:cubicBezTo>
                    <a:pt x="6147" y="6658"/>
                    <a:pt x="6166" y="6671"/>
                    <a:pt x="6190" y="6674"/>
                  </a:cubicBezTo>
                  <a:cubicBezTo>
                    <a:pt x="7591" y="6851"/>
                    <a:pt x="9003" y="6941"/>
                    <a:pt x="10415" y="6941"/>
                  </a:cubicBezTo>
                  <a:cubicBezTo>
                    <a:pt x="11232" y="6941"/>
                    <a:pt x="12049" y="6911"/>
                    <a:pt x="12865" y="6850"/>
                  </a:cubicBezTo>
                  <a:cubicBezTo>
                    <a:pt x="12900" y="6799"/>
                    <a:pt x="12935" y="6748"/>
                    <a:pt x="12967" y="6697"/>
                  </a:cubicBezTo>
                  <a:lnTo>
                    <a:pt x="12967" y="6697"/>
                  </a:lnTo>
                  <a:cubicBezTo>
                    <a:pt x="12115" y="6762"/>
                    <a:pt x="11261" y="6795"/>
                    <a:pt x="10407" y="6795"/>
                  </a:cubicBezTo>
                  <a:cubicBezTo>
                    <a:pt x="9642" y="6795"/>
                    <a:pt x="8876" y="6768"/>
                    <a:pt x="8112" y="6716"/>
                  </a:cubicBezTo>
                  <a:cubicBezTo>
                    <a:pt x="7491" y="6674"/>
                    <a:pt x="6872" y="6613"/>
                    <a:pt x="6253" y="6536"/>
                  </a:cubicBezTo>
                  <a:cubicBezTo>
                    <a:pt x="7208" y="5674"/>
                    <a:pt x="8202" y="4856"/>
                    <a:pt x="9237" y="4094"/>
                  </a:cubicBezTo>
                  <a:cubicBezTo>
                    <a:pt x="9367" y="3999"/>
                    <a:pt x="9498" y="3908"/>
                    <a:pt x="9628" y="3815"/>
                  </a:cubicBezTo>
                  <a:cubicBezTo>
                    <a:pt x="9639" y="3821"/>
                    <a:pt x="9649" y="3826"/>
                    <a:pt x="9663" y="3827"/>
                  </a:cubicBezTo>
                  <a:cubicBezTo>
                    <a:pt x="10225" y="3853"/>
                    <a:pt x="10786" y="3867"/>
                    <a:pt x="11347" y="3867"/>
                  </a:cubicBezTo>
                  <a:cubicBezTo>
                    <a:pt x="12175" y="3867"/>
                    <a:pt x="13002" y="3838"/>
                    <a:pt x="13830" y="3779"/>
                  </a:cubicBezTo>
                  <a:cubicBezTo>
                    <a:pt x="13859" y="3728"/>
                    <a:pt x="13889" y="3677"/>
                    <a:pt x="13916" y="3625"/>
                  </a:cubicBezTo>
                  <a:lnTo>
                    <a:pt x="13916" y="3625"/>
                  </a:lnTo>
                  <a:cubicBezTo>
                    <a:pt x="13047" y="3689"/>
                    <a:pt x="12176" y="3720"/>
                    <a:pt x="11305" y="3720"/>
                  </a:cubicBezTo>
                  <a:cubicBezTo>
                    <a:pt x="11167" y="3720"/>
                    <a:pt x="11029" y="3719"/>
                    <a:pt x="10890" y="3717"/>
                  </a:cubicBezTo>
                  <a:cubicBezTo>
                    <a:pt x="10530" y="3712"/>
                    <a:pt x="10169" y="3700"/>
                    <a:pt x="9809" y="3686"/>
                  </a:cubicBezTo>
                  <a:cubicBezTo>
                    <a:pt x="10857" y="2941"/>
                    <a:pt x="11944" y="2247"/>
                    <a:pt x="13061" y="1612"/>
                  </a:cubicBezTo>
                  <a:cubicBezTo>
                    <a:pt x="13966" y="1098"/>
                    <a:pt x="14891" y="619"/>
                    <a:pt x="15839" y="182"/>
                  </a:cubicBezTo>
                  <a:cubicBezTo>
                    <a:pt x="15872" y="123"/>
                    <a:pt x="15906" y="62"/>
                    <a:pt x="159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 name="Google Shape;341;p9"/>
          <p:cNvGrpSpPr/>
          <p:nvPr/>
        </p:nvGrpSpPr>
        <p:grpSpPr>
          <a:xfrm rot="2161014">
            <a:off x="3083301" y="442121"/>
            <a:ext cx="373517" cy="318330"/>
            <a:chOff x="1832650" y="462425"/>
            <a:chExt cx="182075" cy="155175"/>
          </a:xfrm>
        </p:grpSpPr>
        <p:sp>
          <p:nvSpPr>
            <p:cNvPr id="342" name="Google Shape;342;p9"/>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9"/>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9"/>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 name="Google Shape;345;p9"/>
          <p:cNvGrpSpPr/>
          <p:nvPr/>
        </p:nvGrpSpPr>
        <p:grpSpPr>
          <a:xfrm>
            <a:off x="6056988" y="378384"/>
            <a:ext cx="372328" cy="313220"/>
            <a:chOff x="1876970" y="-81211"/>
            <a:chExt cx="5178410" cy="4356326"/>
          </a:xfrm>
        </p:grpSpPr>
        <p:sp>
          <p:nvSpPr>
            <p:cNvPr id="346" name="Google Shape;346;p9"/>
            <p:cNvSpPr/>
            <p:nvPr/>
          </p:nvSpPr>
          <p:spPr>
            <a:xfrm>
              <a:off x="1876970" y="-81211"/>
              <a:ext cx="4790958" cy="4199058"/>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7" name="Google Shape;347;p9"/>
            <p:cNvGrpSpPr/>
            <p:nvPr/>
          </p:nvGrpSpPr>
          <p:grpSpPr>
            <a:xfrm>
              <a:off x="1876970" y="-81211"/>
              <a:ext cx="5178410" cy="4356326"/>
              <a:chOff x="4807450" y="3561550"/>
              <a:chExt cx="90550" cy="76175"/>
            </a:xfrm>
          </p:grpSpPr>
          <p:sp>
            <p:nvSpPr>
              <p:cNvPr id="348" name="Google Shape;348;p9"/>
              <p:cNvSpPr/>
              <p:nvPr/>
            </p:nvSpPr>
            <p:spPr>
              <a:xfrm>
                <a:off x="4814200" y="35643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9"/>
              <p:cNvSpPr/>
              <p:nvPr/>
            </p:nvSpPr>
            <p:spPr>
              <a:xfrm>
                <a:off x="4807450" y="35615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9"/>
              <p:cNvSpPr/>
              <p:nvPr/>
            </p:nvSpPr>
            <p:spPr>
              <a:xfrm>
                <a:off x="4826675" y="35840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1" name="Google Shape;351;p9"/>
          <p:cNvGrpSpPr/>
          <p:nvPr/>
        </p:nvGrpSpPr>
        <p:grpSpPr>
          <a:xfrm>
            <a:off x="315810" y="2374682"/>
            <a:ext cx="219681" cy="219775"/>
            <a:chOff x="3331975" y="2330200"/>
            <a:chExt cx="63125" cy="63150"/>
          </a:xfrm>
        </p:grpSpPr>
        <p:sp>
          <p:nvSpPr>
            <p:cNvPr id="352" name="Google Shape;352;p9"/>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9"/>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9"/>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90"/>
        <p:cNvGrpSpPr/>
        <p:nvPr/>
      </p:nvGrpSpPr>
      <p:grpSpPr>
        <a:xfrm>
          <a:off x="0" y="0"/>
          <a:ext cx="0" cy="0"/>
          <a:chOff x="0" y="0"/>
          <a:chExt cx="0" cy="0"/>
        </a:xfrm>
      </p:grpSpPr>
      <p:sp>
        <p:nvSpPr>
          <p:cNvPr id="391" name="Google Shape;391;p11"/>
          <p:cNvSpPr txBox="1">
            <a:spLocks noGrp="1"/>
          </p:cNvSpPr>
          <p:nvPr>
            <p:ph type="title" hasCustomPrompt="1"/>
          </p:nvPr>
        </p:nvSpPr>
        <p:spPr>
          <a:xfrm>
            <a:off x="1754700" y="1897563"/>
            <a:ext cx="5634600" cy="1511100"/>
          </a:xfrm>
          <a:prstGeom prst="rect">
            <a:avLst/>
          </a:prstGeom>
          <a:solidFill>
            <a:schemeClr val="dk1"/>
          </a:solidFill>
        </p:spPr>
        <p:txBody>
          <a:bodyPr spcFirstLastPara="1" wrap="square" lIns="91425" tIns="91425" rIns="91425" bIns="91425" anchor="ctr" anchorCtr="0">
            <a:noAutofit/>
          </a:bodyPr>
          <a:lstStyle>
            <a:lvl1pPr lvl="0" algn="ctr">
              <a:spcBef>
                <a:spcPts val="0"/>
              </a:spcBef>
              <a:spcAft>
                <a:spcPts val="0"/>
              </a:spcAft>
              <a:buSzPts val="9600"/>
              <a:buNone/>
              <a:defRPr sz="9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92" name="Google Shape;392;p11"/>
          <p:cNvSpPr txBox="1">
            <a:spLocks noGrp="1"/>
          </p:cNvSpPr>
          <p:nvPr>
            <p:ph type="subTitle" idx="1"/>
          </p:nvPr>
        </p:nvSpPr>
        <p:spPr>
          <a:xfrm>
            <a:off x="1754700" y="3637313"/>
            <a:ext cx="5634600" cy="46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393" name="Google Shape;393;p11"/>
          <p:cNvGrpSpPr/>
          <p:nvPr/>
        </p:nvGrpSpPr>
        <p:grpSpPr>
          <a:xfrm rot="10800000" flipH="1">
            <a:off x="-228701" y="211410"/>
            <a:ext cx="9601407" cy="4970185"/>
            <a:chOff x="2416925" y="2574200"/>
            <a:chExt cx="1327775" cy="687325"/>
          </a:xfrm>
        </p:grpSpPr>
        <p:sp>
          <p:nvSpPr>
            <p:cNvPr id="394" name="Google Shape;394;p11"/>
            <p:cNvSpPr/>
            <p:nvPr/>
          </p:nvSpPr>
          <p:spPr>
            <a:xfrm>
              <a:off x="2416925" y="2907225"/>
              <a:ext cx="1327775" cy="354300"/>
            </a:xfrm>
            <a:custGeom>
              <a:avLst/>
              <a:gdLst/>
              <a:ahLst/>
              <a:cxnLst/>
              <a:rect l="l" t="t" r="r" b="b"/>
              <a:pathLst>
                <a:path w="53111" h="14172" extrusionOk="0">
                  <a:moveTo>
                    <a:pt x="52961" y="0"/>
                  </a:moveTo>
                  <a:cubicBezTo>
                    <a:pt x="51797" y="3157"/>
                    <a:pt x="49266" y="5854"/>
                    <a:pt x="46190" y="7214"/>
                  </a:cubicBezTo>
                  <a:cubicBezTo>
                    <a:pt x="44590" y="7921"/>
                    <a:pt x="42823" y="8277"/>
                    <a:pt x="41057" y="8277"/>
                  </a:cubicBezTo>
                  <a:cubicBezTo>
                    <a:pt x="39425" y="8277"/>
                    <a:pt x="37795" y="7974"/>
                    <a:pt x="36298" y="7366"/>
                  </a:cubicBezTo>
                  <a:cubicBezTo>
                    <a:pt x="35077" y="6870"/>
                    <a:pt x="33925" y="6178"/>
                    <a:pt x="32808" y="5507"/>
                  </a:cubicBezTo>
                  <a:cubicBezTo>
                    <a:pt x="31722" y="4854"/>
                    <a:pt x="30599" y="4178"/>
                    <a:pt x="29410" y="3682"/>
                  </a:cubicBezTo>
                  <a:cubicBezTo>
                    <a:pt x="28362" y="3246"/>
                    <a:pt x="27141" y="2950"/>
                    <a:pt x="25932" y="2950"/>
                  </a:cubicBezTo>
                  <a:cubicBezTo>
                    <a:pt x="24437" y="2950"/>
                    <a:pt x="22961" y="3402"/>
                    <a:pt x="21857" y="4599"/>
                  </a:cubicBezTo>
                  <a:cubicBezTo>
                    <a:pt x="21066" y="5456"/>
                    <a:pt x="20665" y="6575"/>
                    <a:pt x="20277" y="7656"/>
                  </a:cubicBezTo>
                  <a:cubicBezTo>
                    <a:pt x="20047" y="8293"/>
                    <a:pt x="19810" y="8954"/>
                    <a:pt x="19497" y="9543"/>
                  </a:cubicBezTo>
                  <a:cubicBezTo>
                    <a:pt x="18040" y="12284"/>
                    <a:pt x="14772" y="14010"/>
                    <a:pt x="11255" y="14010"/>
                  </a:cubicBezTo>
                  <a:cubicBezTo>
                    <a:pt x="10801" y="14010"/>
                    <a:pt x="10344" y="13982"/>
                    <a:pt x="9885" y="13923"/>
                  </a:cubicBezTo>
                  <a:cubicBezTo>
                    <a:pt x="6618" y="13504"/>
                    <a:pt x="3329" y="11739"/>
                    <a:pt x="111" y="8675"/>
                  </a:cubicBezTo>
                  <a:lnTo>
                    <a:pt x="1" y="8791"/>
                  </a:lnTo>
                  <a:cubicBezTo>
                    <a:pt x="3246" y="11879"/>
                    <a:pt x="6564" y="13659"/>
                    <a:pt x="9866" y="14083"/>
                  </a:cubicBezTo>
                  <a:cubicBezTo>
                    <a:pt x="10330" y="14144"/>
                    <a:pt x="10794" y="14172"/>
                    <a:pt x="11253" y="14172"/>
                  </a:cubicBezTo>
                  <a:cubicBezTo>
                    <a:pt x="14829" y="14172"/>
                    <a:pt x="18154" y="12412"/>
                    <a:pt x="19637" y="9618"/>
                  </a:cubicBezTo>
                  <a:cubicBezTo>
                    <a:pt x="19955" y="9019"/>
                    <a:pt x="20195" y="8352"/>
                    <a:pt x="20426" y="7709"/>
                  </a:cubicBezTo>
                  <a:cubicBezTo>
                    <a:pt x="20809" y="6643"/>
                    <a:pt x="21205" y="5540"/>
                    <a:pt x="21974" y="4707"/>
                  </a:cubicBezTo>
                  <a:cubicBezTo>
                    <a:pt x="23043" y="3548"/>
                    <a:pt x="24476" y="3110"/>
                    <a:pt x="25931" y="3110"/>
                  </a:cubicBezTo>
                  <a:cubicBezTo>
                    <a:pt x="27117" y="3110"/>
                    <a:pt x="28318" y="3401"/>
                    <a:pt x="29348" y="3830"/>
                  </a:cubicBezTo>
                  <a:cubicBezTo>
                    <a:pt x="30526" y="4321"/>
                    <a:pt x="31645" y="4992"/>
                    <a:pt x="32726" y="5642"/>
                  </a:cubicBezTo>
                  <a:cubicBezTo>
                    <a:pt x="33845" y="6316"/>
                    <a:pt x="35005" y="7013"/>
                    <a:pt x="36237" y="7513"/>
                  </a:cubicBezTo>
                  <a:cubicBezTo>
                    <a:pt x="37753" y="8128"/>
                    <a:pt x="39405" y="8435"/>
                    <a:pt x="41057" y="8435"/>
                  </a:cubicBezTo>
                  <a:cubicBezTo>
                    <a:pt x="42845" y="8435"/>
                    <a:pt x="44634" y="8075"/>
                    <a:pt x="46254" y="7359"/>
                  </a:cubicBezTo>
                  <a:cubicBezTo>
                    <a:pt x="49371" y="5983"/>
                    <a:pt x="51933" y="3252"/>
                    <a:pt x="53111" y="55"/>
                  </a:cubicBezTo>
                  <a:lnTo>
                    <a:pt x="52961" y="0"/>
                  </a:ln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1"/>
            <p:cNvSpPr/>
            <p:nvPr/>
          </p:nvSpPr>
          <p:spPr>
            <a:xfrm>
              <a:off x="2444650" y="2574200"/>
              <a:ext cx="1258700" cy="593100"/>
            </a:xfrm>
            <a:custGeom>
              <a:avLst/>
              <a:gdLst/>
              <a:ahLst/>
              <a:cxnLst/>
              <a:rect l="l" t="t" r="r" b="b"/>
              <a:pathLst>
                <a:path w="50348" h="23724" extrusionOk="0">
                  <a:moveTo>
                    <a:pt x="202" y="0"/>
                  </a:moveTo>
                  <a:lnTo>
                    <a:pt x="0" y="16860"/>
                  </a:lnTo>
                  <a:cubicBezTo>
                    <a:pt x="1699" y="19734"/>
                    <a:pt x="4256" y="22213"/>
                    <a:pt x="7430" y="23246"/>
                  </a:cubicBezTo>
                  <a:cubicBezTo>
                    <a:pt x="8404" y="23563"/>
                    <a:pt x="9438" y="23724"/>
                    <a:pt x="10470" y="23724"/>
                  </a:cubicBezTo>
                  <a:cubicBezTo>
                    <a:pt x="12798" y="23724"/>
                    <a:pt x="15113" y="22905"/>
                    <a:pt x="16702" y="21223"/>
                  </a:cubicBezTo>
                  <a:cubicBezTo>
                    <a:pt x="17953" y="19899"/>
                    <a:pt x="18710" y="18138"/>
                    <a:pt x="20098" y="16958"/>
                  </a:cubicBezTo>
                  <a:cubicBezTo>
                    <a:pt x="21451" y="15808"/>
                    <a:pt x="23249" y="15357"/>
                    <a:pt x="25043" y="15357"/>
                  </a:cubicBezTo>
                  <a:cubicBezTo>
                    <a:pt x="25515" y="15357"/>
                    <a:pt x="25986" y="15388"/>
                    <a:pt x="26449" y="15446"/>
                  </a:cubicBezTo>
                  <a:cubicBezTo>
                    <a:pt x="28672" y="15725"/>
                    <a:pt x="30784" y="16546"/>
                    <a:pt x="32931" y="17182"/>
                  </a:cubicBezTo>
                  <a:cubicBezTo>
                    <a:pt x="34455" y="17633"/>
                    <a:pt x="36048" y="17993"/>
                    <a:pt x="37627" y="17993"/>
                  </a:cubicBezTo>
                  <a:cubicBezTo>
                    <a:pt x="38272" y="17993"/>
                    <a:pt x="38915" y="17933"/>
                    <a:pt x="39551" y="17794"/>
                  </a:cubicBezTo>
                  <a:cubicBezTo>
                    <a:pt x="42568" y="17134"/>
                    <a:pt x="44985" y="14756"/>
                    <a:pt x="46424" y="12022"/>
                  </a:cubicBezTo>
                  <a:cubicBezTo>
                    <a:pt x="47862" y="9287"/>
                    <a:pt x="48461" y="6201"/>
                    <a:pt x="49000" y="3160"/>
                  </a:cubicBezTo>
                  <a:cubicBezTo>
                    <a:pt x="49202" y="2026"/>
                    <a:pt x="49411" y="798"/>
                    <a:pt x="50347" y="129"/>
                  </a:cubicBezTo>
                  <a:lnTo>
                    <a:pt x="2507" y="129"/>
                  </a:lnTo>
                  <a:cubicBezTo>
                    <a:pt x="1776" y="92"/>
                    <a:pt x="933" y="0"/>
                    <a:pt x="202" y="0"/>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6" name="Google Shape;396;p11"/>
          <p:cNvSpPr/>
          <p:nvPr/>
        </p:nvSpPr>
        <p:spPr>
          <a:xfrm>
            <a:off x="3570150" y="208259"/>
            <a:ext cx="373293" cy="373260"/>
          </a:xfrm>
          <a:custGeom>
            <a:avLst/>
            <a:gdLst/>
            <a:ahLst/>
            <a:cxnLst/>
            <a:rect l="l" t="t" r="r" b="b"/>
            <a:pathLst>
              <a:path w="6455" h="6455" extrusionOk="0">
                <a:moveTo>
                  <a:pt x="1937" y="0"/>
                </a:moveTo>
                <a:lnTo>
                  <a:pt x="1937" y="1936"/>
                </a:lnTo>
                <a:lnTo>
                  <a:pt x="1" y="1936"/>
                </a:lnTo>
                <a:lnTo>
                  <a:pt x="1" y="4519"/>
                </a:lnTo>
                <a:lnTo>
                  <a:pt x="1937" y="4519"/>
                </a:lnTo>
                <a:lnTo>
                  <a:pt x="1937" y="6455"/>
                </a:lnTo>
                <a:lnTo>
                  <a:pt x="4519" y="6455"/>
                </a:lnTo>
                <a:lnTo>
                  <a:pt x="4519" y="4519"/>
                </a:lnTo>
                <a:lnTo>
                  <a:pt x="6455" y="4519"/>
                </a:lnTo>
                <a:lnTo>
                  <a:pt x="6455" y="1936"/>
                </a:lnTo>
                <a:lnTo>
                  <a:pt x="4519" y="1936"/>
                </a:lnTo>
                <a:lnTo>
                  <a:pt x="45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 name="Google Shape;397;p11"/>
          <p:cNvGrpSpPr/>
          <p:nvPr/>
        </p:nvGrpSpPr>
        <p:grpSpPr>
          <a:xfrm>
            <a:off x="8548513" y="1483987"/>
            <a:ext cx="1123881" cy="974064"/>
            <a:chOff x="3906375" y="2478675"/>
            <a:chExt cx="551950" cy="478350"/>
          </a:xfrm>
        </p:grpSpPr>
        <p:sp>
          <p:nvSpPr>
            <p:cNvPr id="398" name="Google Shape;398;p11"/>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1"/>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1"/>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1"/>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1"/>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1"/>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1"/>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1"/>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1"/>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11"/>
          <p:cNvGrpSpPr/>
          <p:nvPr/>
        </p:nvGrpSpPr>
        <p:grpSpPr>
          <a:xfrm rot="2161383">
            <a:off x="770084" y="4655578"/>
            <a:ext cx="354794" cy="302392"/>
            <a:chOff x="1832650" y="462425"/>
            <a:chExt cx="182075" cy="155175"/>
          </a:xfrm>
        </p:grpSpPr>
        <p:sp>
          <p:nvSpPr>
            <p:cNvPr id="408" name="Google Shape;408;p11"/>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1"/>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1"/>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11"/>
          <p:cNvGrpSpPr/>
          <p:nvPr/>
        </p:nvGrpSpPr>
        <p:grpSpPr>
          <a:xfrm>
            <a:off x="3885149" y="4504110"/>
            <a:ext cx="208679" cy="208780"/>
            <a:chOff x="3331975" y="2330200"/>
            <a:chExt cx="63125" cy="63150"/>
          </a:xfrm>
        </p:grpSpPr>
        <p:sp>
          <p:nvSpPr>
            <p:cNvPr id="412" name="Google Shape;412;p11"/>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1"/>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1"/>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11"/>
          <p:cNvGrpSpPr/>
          <p:nvPr/>
        </p:nvGrpSpPr>
        <p:grpSpPr>
          <a:xfrm rot="5143642">
            <a:off x="6683084" y="4536094"/>
            <a:ext cx="279350" cy="454556"/>
            <a:chOff x="2082225" y="585025"/>
            <a:chExt cx="100300" cy="163225"/>
          </a:xfrm>
        </p:grpSpPr>
        <p:sp>
          <p:nvSpPr>
            <p:cNvPr id="416" name="Google Shape;416;p11"/>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1"/>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1"/>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1"/>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11"/>
          <p:cNvGrpSpPr/>
          <p:nvPr/>
        </p:nvGrpSpPr>
        <p:grpSpPr>
          <a:xfrm>
            <a:off x="1525888" y="4452287"/>
            <a:ext cx="1123881" cy="974064"/>
            <a:chOff x="3906375" y="2478675"/>
            <a:chExt cx="551950" cy="478350"/>
          </a:xfrm>
        </p:grpSpPr>
        <p:sp>
          <p:nvSpPr>
            <p:cNvPr id="421" name="Google Shape;421;p11"/>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1"/>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1"/>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1"/>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1"/>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1"/>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1"/>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1"/>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1"/>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0" name="Google Shape;430;p11"/>
          <p:cNvSpPr/>
          <p:nvPr/>
        </p:nvSpPr>
        <p:spPr>
          <a:xfrm>
            <a:off x="8055600" y="4235246"/>
            <a:ext cx="373293" cy="373260"/>
          </a:xfrm>
          <a:custGeom>
            <a:avLst/>
            <a:gdLst/>
            <a:ahLst/>
            <a:cxnLst/>
            <a:rect l="l" t="t" r="r" b="b"/>
            <a:pathLst>
              <a:path w="6455" h="6455" extrusionOk="0">
                <a:moveTo>
                  <a:pt x="1937" y="0"/>
                </a:moveTo>
                <a:lnTo>
                  <a:pt x="1937" y="1936"/>
                </a:lnTo>
                <a:lnTo>
                  <a:pt x="1" y="1936"/>
                </a:lnTo>
                <a:lnTo>
                  <a:pt x="1" y="4519"/>
                </a:lnTo>
                <a:lnTo>
                  <a:pt x="1937" y="4519"/>
                </a:lnTo>
                <a:lnTo>
                  <a:pt x="1937" y="6455"/>
                </a:lnTo>
                <a:lnTo>
                  <a:pt x="4519" y="6455"/>
                </a:lnTo>
                <a:lnTo>
                  <a:pt x="4519" y="4519"/>
                </a:lnTo>
                <a:lnTo>
                  <a:pt x="6455" y="4519"/>
                </a:lnTo>
                <a:lnTo>
                  <a:pt x="6455" y="1936"/>
                </a:lnTo>
                <a:lnTo>
                  <a:pt x="4519" y="1936"/>
                </a:lnTo>
                <a:lnTo>
                  <a:pt x="45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1"/>
          <p:cNvSpPr/>
          <p:nvPr/>
        </p:nvSpPr>
        <p:spPr>
          <a:xfrm>
            <a:off x="224431" y="207938"/>
            <a:ext cx="373929" cy="373896"/>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3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433"/>
        <p:cNvGrpSpPr/>
        <p:nvPr/>
      </p:nvGrpSpPr>
      <p:grpSpPr>
        <a:xfrm>
          <a:off x="0" y="0"/>
          <a:ext cx="0" cy="0"/>
          <a:chOff x="0" y="0"/>
          <a:chExt cx="0" cy="0"/>
        </a:xfrm>
      </p:grpSpPr>
      <p:grpSp>
        <p:nvGrpSpPr>
          <p:cNvPr id="434" name="Google Shape;434;p13"/>
          <p:cNvGrpSpPr/>
          <p:nvPr/>
        </p:nvGrpSpPr>
        <p:grpSpPr>
          <a:xfrm>
            <a:off x="-790432" y="97"/>
            <a:ext cx="5605980" cy="5410273"/>
            <a:chOff x="1260125" y="2475375"/>
            <a:chExt cx="999925" cy="965000"/>
          </a:xfrm>
        </p:grpSpPr>
        <p:sp>
          <p:nvSpPr>
            <p:cNvPr id="435" name="Google Shape;435;p13"/>
            <p:cNvSpPr/>
            <p:nvPr/>
          </p:nvSpPr>
          <p:spPr>
            <a:xfrm>
              <a:off x="1307675" y="2475375"/>
              <a:ext cx="952375" cy="965000"/>
            </a:xfrm>
            <a:custGeom>
              <a:avLst/>
              <a:gdLst/>
              <a:ahLst/>
              <a:cxnLst/>
              <a:rect l="l" t="t" r="r" b="b"/>
              <a:pathLst>
                <a:path w="38095" h="38600" extrusionOk="0">
                  <a:moveTo>
                    <a:pt x="827" y="1"/>
                  </a:moveTo>
                  <a:cubicBezTo>
                    <a:pt x="551" y="1"/>
                    <a:pt x="275" y="14"/>
                    <a:pt x="0" y="40"/>
                  </a:cubicBezTo>
                  <a:lnTo>
                    <a:pt x="14" y="179"/>
                  </a:lnTo>
                  <a:cubicBezTo>
                    <a:pt x="284" y="154"/>
                    <a:pt x="555" y="141"/>
                    <a:pt x="826" y="141"/>
                  </a:cubicBezTo>
                  <a:cubicBezTo>
                    <a:pt x="2740" y="141"/>
                    <a:pt x="4654" y="772"/>
                    <a:pt x="6182" y="1925"/>
                  </a:cubicBezTo>
                  <a:cubicBezTo>
                    <a:pt x="7926" y="3244"/>
                    <a:pt x="9153" y="5232"/>
                    <a:pt x="9549" y="7382"/>
                  </a:cubicBezTo>
                  <a:cubicBezTo>
                    <a:pt x="9863" y="9080"/>
                    <a:pt x="9669" y="10840"/>
                    <a:pt x="9482" y="12539"/>
                  </a:cubicBezTo>
                  <a:cubicBezTo>
                    <a:pt x="9394" y="13353"/>
                    <a:pt x="9301" y="14195"/>
                    <a:pt x="9265" y="15021"/>
                  </a:cubicBezTo>
                  <a:cubicBezTo>
                    <a:pt x="9197" y="16535"/>
                    <a:pt x="9323" y="20237"/>
                    <a:pt x="11949" y="21919"/>
                  </a:cubicBezTo>
                  <a:cubicBezTo>
                    <a:pt x="12797" y="22463"/>
                    <a:pt x="13857" y="22741"/>
                    <a:pt x="15031" y="22741"/>
                  </a:cubicBezTo>
                  <a:cubicBezTo>
                    <a:pt x="15603" y="22741"/>
                    <a:pt x="16202" y="22675"/>
                    <a:pt x="16817" y="22543"/>
                  </a:cubicBezTo>
                  <a:cubicBezTo>
                    <a:pt x="18086" y="22268"/>
                    <a:pt x="19303" y="21755"/>
                    <a:pt x="20480" y="21260"/>
                  </a:cubicBezTo>
                  <a:cubicBezTo>
                    <a:pt x="20821" y="21116"/>
                    <a:pt x="21161" y="20974"/>
                    <a:pt x="21504" y="20836"/>
                  </a:cubicBezTo>
                  <a:cubicBezTo>
                    <a:pt x="24151" y="19769"/>
                    <a:pt x="26360" y="19265"/>
                    <a:pt x="28422" y="19265"/>
                  </a:cubicBezTo>
                  <a:cubicBezTo>
                    <a:pt x="28539" y="19265"/>
                    <a:pt x="28655" y="19267"/>
                    <a:pt x="28770" y="19270"/>
                  </a:cubicBezTo>
                  <a:cubicBezTo>
                    <a:pt x="31479" y="19343"/>
                    <a:pt x="33912" y="20376"/>
                    <a:pt x="35442" y="22106"/>
                  </a:cubicBezTo>
                  <a:cubicBezTo>
                    <a:pt x="37397" y="24313"/>
                    <a:pt x="37944" y="27821"/>
                    <a:pt x="36836" y="31042"/>
                  </a:cubicBezTo>
                  <a:cubicBezTo>
                    <a:pt x="35933" y="33670"/>
                    <a:pt x="34012" y="36175"/>
                    <a:pt x="31123" y="38489"/>
                  </a:cubicBezTo>
                  <a:lnTo>
                    <a:pt x="31211" y="38599"/>
                  </a:lnTo>
                  <a:cubicBezTo>
                    <a:pt x="34120" y="36268"/>
                    <a:pt x="36057" y="33741"/>
                    <a:pt x="36972" y="31087"/>
                  </a:cubicBezTo>
                  <a:cubicBezTo>
                    <a:pt x="38094" y="27820"/>
                    <a:pt x="37537" y="24258"/>
                    <a:pt x="35550" y="22013"/>
                  </a:cubicBezTo>
                  <a:cubicBezTo>
                    <a:pt x="33993" y="20256"/>
                    <a:pt x="31525" y="19204"/>
                    <a:pt x="28776" y="19129"/>
                  </a:cubicBezTo>
                  <a:cubicBezTo>
                    <a:pt x="28664" y="19126"/>
                    <a:pt x="28551" y="19124"/>
                    <a:pt x="28437" y="19124"/>
                  </a:cubicBezTo>
                  <a:cubicBezTo>
                    <a:pt x="26355" y="19124"/>
                    <a:pt x="24124" y="19629"/>
                    <a:pt x="21454" y="20706"/>
                  </a:cubicBezTo>
                  <a:cubicBezTo>
                    <a:pt x="21112" y="20844"/>
                    <a:pt x="20771" y="20988"/>
                    <a:pt x="20429" y="21131"/>
                  </a:cubicBezTo>
                  <a:cubicBezTo>
                    <a:pt x="19257" y="21624"/>
                    <a:pt x="18047" y="22134"/>
                    <a:pt x="16790" y="22405"/>
                  </a:cubicBezTo>
                  <a:cubicBezTo>
                    <a:pt x="16185" y="22536"/>
                    <a:pt x="15596" y="22601"/>
                    <a:pt x="15035" y="22601"/>
                  </a:cubicBezTo>
                  <a:cubicBezTo>
                    <a:pt x="13887" y="22601"/>
                    <a:pt x="12852" y="22330"/>
                    <a:pt x="12026" y="21801"/>
                  </a:cubicBezTo>
                  <a:cubicBezTo>
                    <a:pt x="9462" y="20158"/>
                    <a:pt x="9339" y="16516"/>
                    <a:pt x="9405" y="15026"/>
                  </a:cubicBezTo>
                  <a:cubicBezTo>
                    <a:pt x="9442" y="14205"/>
                    <a:pt x="9534" y="13365"/>
                    <a:pt x="9623" y="12554"/>
                  </a:cubicBezTo>
                  <a:cubicBezTo>
                    <a:pt x="9809" y="10844"/>
                    <a:pt x="10004" y="9074"/>
                    <a:pt x="9689" y="7357"/>
                  </a:cubicBezTo>
                  <a:cubicBezTo>
                    <a:pt x="9286" y="5173"/>
                    <a:pt x="8040" y="3152"/>
                    <a:pt x="6268" y="1815"/>
                  </a:cubicBezTo>
                  <a:cubicBezTo>
                    <a:pt x="4715" y="642"/>
                    <a:pt x="2771" y="1"/>
                    <a:pt x="827" y="1"/>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3"/>
            <p:cNvSpPr/>
            <p:nvPr/>
          </p:nvSpPr>
          <p:spPr>
            <a:xfrm>
              <a:off x="1260125" y="2545375"/>
              <a:ext cx="890325" cy="858550"/>
            </a:xfrm>
            <a:custGeom>
              <a:avLst/>
              <a:gdLst/>
              <a:ahLst/>
              <a:cxnLst/>
              <a:rect l="l" t="t" r="r" b="b"/>
              <a:pathLst>
                <a:path w="35613" h="34342" extrusionOk="0">
                  <a:moveTo>
                    <a:pt x="3845" y="1"/>
                  </a:moveTo>
                  <a:cubicBezTo>
                    <a:pt x="2702" y="1"/>
                    <a:pt x="1551" y="244"/>
                    <a:pt x="498" y="690"/>
                  </a:cubicBezTo>
                  <a:cubicBezTo>
                    <a:pt x="1099" y="11704"/>
                    <a:pt x="868" y="23320"/>
                    <a:pt x="0" y="34316"/>
                  </a:cubicBezTo>
                  <a:lnTo>
                    <a:pt x="32990" y="34341"/>
                  </a:lnTo>
                  <a:cubicBezTo>
                    <a:pt x="35169" y="31690"/>
                    <a:pt x="35612" y="27736"/>
                    <a:pt x="34075" y="24669"/>
                  </a:cubicBezTo>
                  <a:cubicBezTo>
                    <a:pt x="32596" y="21714"/>
                    <a:pt x="29355" y="19738"/>
                    <a:pt x="26055" y="19738"/>
                  </a:cubicBezTo>
                  <a:cubicBezTo>
                    <a:pt x="25929" y="19738"/>
                    <a:pt x="25803" y="19741"/>
                    <a:pt x="25677" y="19747"/>
                  </a:cubicBezTo>
                  <a:cubicBezTo>
                    <a:pt x="23762" y="19833"/>
                    <a:pt x="21928" y="20534"/>
                    <a:pt x="20029" y="20810"/>
                  </a:cubicBezTo>
                  <a:cubicBezTo>
                    <a:pt x="19466" y="20891"/>
                    <a:pt x="18894" y="20933"/>
                    <a:pt x="18322" y="20933"/>
                  </a:cubicBezTo>
                  <a:cubicBezTo>
                    <a:pt x="16345" y="20933"/>
                    <a:pt x="14369" y="20433"/>
                    <a:pt x="12727" y="19343"/>
                  </a:cubicBezTo>
                  <a:cubicBezTo>
                    <a:pt x="10611" y="17942"/>
                    <a:pt x="9136" y="15503"/>
                    <a:pt x="9173" y="12964"/>
                  </a:cubicBezTo>
                  <a:cubicBezTo>
                    <a:pt x="9212" y="10358"/>
                    <a:pt x="10760" y="7876"/>
                    <a:pt x="10432" y="5289"/>
                  </a:cubicBezTo>
                  <a:cubicBezTo>
                    <a:pt x="10168" y="3192"/>
                    <a:pt x="8617" y="1366"/>
                    <a:pt x="6668" y="549"/>
                  </a:cubicBezTo>
                  <a:cubicBezTo>
                    <a:pt x="5774" y="175"/>
                    <a:pt x="4812" y="1"/>
                    <a:pt x="3845" y="1"/>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7" name="Google Shape;437;p13"/>
          <p:cNvSpPr txBox="1">
            <a:spLocks noGrp="1"/>
          </p:cNvSpPr>
          <p:nvPr>
            <p:ph type="title" hasCustomPrompt="1"/>
          </p:nvPr>
        </p:nvSpPr>
        <p:spPr>
          <a:xfrm>
            <a:off x="715100" y="1874885"/>
            <a:ext cx="642600" cy="5934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2400"/>
              <a:buNone/>
              <a:defRPr sz="3000">
                <a:solidFill>
                  <a:schemeClr val="accen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438" name="Google Shape;438;p13"/>
          <p:cNvSpPr txBox="1">
            <a:spLocks noGrp="1"/>
          </p:cNvSpPr>
          <p:nvPr>
            <p:ph type="subTitle" idx="1"/>
          </p:nvPr>
        </p:nvSpPr>
        <p:spPr>
          <a:xfrm>
            <a:off x="1510100" y="2050205"/>
            <a:ext cx="25374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solidFill>
                  <a:schemeClr val="accent5"/>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39" name="Google Shape;439;p13"/>
          <p:cNvSpPr txBox="1">
            <a:spLocks noGrp="1"/>
          </p:cNvSpPr>
          <p:nvPr>
            <p:ph type="title" idx="2" hasCustomPrompt="1"/>
          </p:nvPr>
        </p:nvSpPr>
        <p:spPr>
          <a:xfrm>
            <a:off x="715100" y="3367635"/>
            <a:ext cx="642600" cy="5934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2400"/>
              <a:buNone/>
              <a:defRPr sz="3000">
                <a:solidFill>
                  <a:schemeClr val="accen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440" name="Google Shape;440;p13"/>
          <p:cNvSpPr txBox="1">
            <a:spLocks noGrp="1"/>
          </p:cNvSpPr>
          <p:nvPr>
            <p:ph type="subTitle" idx="3"/>
          </p:nvPr>
        </p:nvSpPr>
        <p:spPr>
          <a:xfrm>
            <a:off x="1510100" y="3542949"/>
            <a:ext cx="2537400" cy="575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solidFill>
                  <a:schemeClr val="accent5"/>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41" name="Google Shape;441;p13"/>
          <p:cNvSpPr txBox="1">
            <a:spLocks noGrp="1"/>
          </p:cNvSpPr>
          <p:nvPr>
            <p:ph type="title" idx="4" hasCustomPrompt="1"/>
          </p:nvPr>
        </p:nvSpPr>
        <p:spPr>
          <a:xfrm>
            <a:off x="4572051" y="1874885"/>
            <a:ext cx="642600" cy="5934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2400"/>
              <a:buNone/>
              <a:defRPr sz="3000">
                <a:solidFill>
                  <a:schemeClr val="accen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442" name="Google Shape;442;p13"/>
          <p:cNvSpPr txBox="1">
            <a:spLocks noGrp="1"/>
          </p:cNvSpPr>
          <p:nvPr>
            <p:ph type="subTitle" idx="5"/>
          </p:nvPr>
        </p:nvSpPr>
        <p:spPr>
          <a:xfrm>
            <a:off x="5367050" y="2050199"/>
            <a:ext cx="25374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solidFill>
                  <a:schemeClr val="accent5"/>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43" name="Google Shape;443;p13"/>
          <p:cNvSpPr txBox="1">
            <a:spLocks noGrp="1"/>
          </p:cNvSpPr>
          <p:nvPr>
            <p:ph type="title" idx="6" hasCustomPrompt="1"/>
          </p:nvPr>
        </p:nvSpPr>
        <p:spPr>
          <a:xfrm>
            <a:off x="4572051" y="3367635"/>
            <a:ext cx="642600" cy="5934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2400"/>
              <a:buNone/>
              <a:defRPr sz="3000">
                <a:solidFill>
                  <a:schemeClr val="accen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444" name="Google Shape;444;p13"/>
          <p:cNvSpPr txBox="1">
            <a:spLocks noGrp="1"/>
          </p:cNvSpPr>
          <p:nvPr>
            <p:ph type="subTitle" idx="7"/>
          </p:nvPr>
        </p:nvSpPr>
        <p:spPr>
          <a:xfrm>
            <a:off x="5367050" y="3542949"/>
            <a:ext cx="2537400" cy="575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solidFill>
                  <a:schemeClr val="accent5"/>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45" name="Google Shape;445;p13"/>
          <p:cNvSpPr txBox="1">
            <a:spLocks noGrp="1"/>
          </p:cNvSpPr>
          <p:nvPr>
            <p:ph type="title" idx="8"/>
          </p:nvPr>
        </p:nvSpPr>
        <p:spPr>
          <a:xfrm>
            <a:off x="720000" y="530904"/>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46" name="Google Shape;446;p13"/>
          <p:cNvSpPr txBox="1">
            <a:spLocks noGrp="1"/>
          </p:cNvSpPr>
          <p:nvPr>
            <p:ph type="subTitle" idx="9"/>
          </p:nvPr>
        </p:nvSpPr>
        <p:spPr>
          <a:xfrm>
            <a:off x="1510100" y="1720250"/>
            <a:ext cx="2537400" cy="48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Bebas Neue"/>
              <a:buNone/>
              <a:defRPr sz="2500">
                <a:solidFill>
                  <a:schemeClr val="dk1"/>
                </a:solidFill>
                <a:latin typeface="Passion One"/>
                <a:ea typeface="Passion One"/>
                <a:cs typeface="Passion One"/>
                <a:sym typeface="Passion One"/>
              </a:defRPr>
            </a:lvl1pPr>
            <a:lvl2pPr lvl="1"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9pPr>
          </a:lstStyle>
          <a:p>
            <a:endParaRPr/>
          </a:p>
        </p:txBody>
      </p:sp>
      <p:sp>
        <p:nvSpPr>
          <p:cNvPr id="447" name="Google Shape;447;p13"/>
          <p:cNvSpPr txBox="1">
            <a:spLocks noGrp="1"/>
          </p:cNvSpPr>
          <p:nvPr>
            <p:ph type="subTitle" idx="13"/>
          </p:nvPr>
        </p:nvSpPr>
        <p:spPr>
          <a:xfrm>
            <a:off x="1510100" y="3213000"/>
            <a:ext cx="2537400" cy="4845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Bebas Neue"/>
              <a:buNone/>
              <a:defRPr sz="2500">
                <a:solidFill>
                  <a:schemeClr val="dk1"/>
                </a:solidFill>
                <a:latin typeface="Passion One"/>
                <a:ea typeface="Passion One"/>
                <a:cs typeface="Passion One"/>
                <a:sym typeface="Passion One"/>
              </a:defRPr>
            </a:lvl1pPr>
            <a:lvl2pPr lvl="1"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9pPr>
          </a:lstStyle>
          <a:p>
            <a:endParaRPr/>
          </a:p>
        </p:txBody>
      </p:sp>
      <p:sp>
        <p:nvSpPr>
          <p:cNvPr id="448" name="Google Shape;448;p13"/>
          <p:cNvSpPr txBox="1">
            <a:spLocks noGrp="1"/>
          </p:cNvSpPr>
          <p:nvPr>
            <p:ph type="subTitle" idx="14"/>
          </p:nvPr>
        </p:nvSpPr>
        <p:spPr>
          <a:xfrm>
            <a:off x="5367050" y="1720250"/>
            <a:ext cx="2537400" cy="48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Bebas Neue"/>
              <a:buNone/>
              <a:defRPr sz="2500">
                <a:solidFill>
                  <a:schemeClr val="dk1"/>
                </a:solidFill>
                <a:latin typeface="Passion One"/>
                <a:ea typeface="Passion One"/>
                <a:cs typeface="Passion One"/>
                <a:sym typeface="Passion One"/>
              </a:defRPr>
            </a:lvl1pPr>
            <a:lvl2pPr lvl="1"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9pPr>
          </a:lstStyle>
          <a:p>
            <a:endParaRPr/>
          </a:p>
        </p:txBody>
      </p:sp>
      <p:sp>
        <p:nvSpPr>
          <p:cNvPr id="449" name="Google Shape;449;p13"/>
          <p:cNvSpPr txBox="1">
            <a:spLocks noGrp="1"/>
          </p:cNvSpPr>
          <p:nvPr>
            <p:ph type="subTitle" idx="15"/>
          </p:nvPr>
        </p:nvSpPr>
        <p:spPr>
          <a:xfrm>
            <a:off x="5367050" y="3213000"/>
            <a:ext cx="2537400" cy="4845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Bebas Neue"/>
              <a:buNone/>
              <a:defRPr sz="2500">
                <a:solidFill>
                  <a:schemeClr val="dk1"/>
                </a:solidFill>
                <a:latin typeface="Passion One"/>
                <a:ea typeface="Passion One"/>
                <a:cs typeface="Passion One"/>
                <a:sym typeface="Passion One"/>
              </a:defRPr>
            </a:lvl1pPr>
            <a:lvl2pPr lvl="1"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9pPr>
          </a:lstStyle>
          <a:p>
            <a:endParaRPr/>
          </a:p>
        </p:txBody>
      </p:sp>
      <p:sp>
        <p:nvSpPr>
          <p:cNvPr id="450" name="Google Shape;450;p13"/>
          <p:cNvSpPr/>
          <p:nvPr/>
        </p:nvSpPr>
        <p:spPr>
          <a:xfrm>
            <a:off x="1063750" y="206235"/>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1" name="Google Shape;451;p13"/>
          <p:cNvGrpSpPr/>
          <p:nvPr/>
        </p:nvGrpSpPr>
        <p:grpSpPr>
          <a:xfrm rot="5143689">
            <a:off x="220681" y="1042302"/>
            <a:ext cx="293943" cy="478354"/>
            <a:chOff x="2082225" y="585025"/>
            <a:chExt cx="100300" cy="163225"/>
          </a:xfrm>
        </p:grpSpPr>
        <p:sp>
          <p:nvSpPr>
            <p:cNvPr id="452" name="Google Shape;452;p13"/>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3"/>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3"/>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3"/>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13"/>
          <p:cNvSpPr/>
          <p:nvPr/>
        </p:nvSpPr>
        <p:spPr>
          <a:xfrm>
            <a:off x="2799350" y="4751495"/>
            <a:ext cx="293954" cy="293850"/>
          </a:xfrm>
          <a:custGeom>
            <a:avLst/>
            <a:gdLst/>
            <a:ahLst/>
            <a:cxnLst/>
            <a:rect l="l" t="t" r="r" b="b"/>
            <a:pathLst>
              <a:path w="3043" h="3042" extrusionOk="0">
                <a:moveTo>
                  <a:pt x="914" y="0"/>
                </a:moveTo>
                <a:lnTo>
                  <a:pt x="914" y="911"/>
                </a:lnTo>
                <a:lnTo>
                  <a:pt x="1" y="911"/>
                </a:lnTo>
                <a:lnTo>
                  <a:pt x="1" y="2129"/>
                </a:lnTo>
                <a:lnTo>
                  <a:pt x="914" y="2129"/>
                </a:lnTo>
                <a:lnTo>
                  <a:pt x="914" y="3041"/>
                </a:lnTo>
                <a:lnTo>
                  <a:pt x="2130" y="3041"/>
                </a:lnTo>
                <a:lnTo>
                  <a:pt x="2130" y="2129"/>
                </a:lnTo>
                <a:lnTo>
                  <a:pt x="3043" y="2129"/>
                </a:lnTo>
                <a:lnTo>
                  <a:pt x="3043" y="911"/>
                </a:lnTo>
                <a:lnTo>
                  <a:pt x="2130" y="911"/>
                </a:lnTo>
                <a:lnTo>
                  <a:pt x="21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7" name="Google Shape;457;p13"/>
          <p:cNvGrpSpPr/>
          <p:nvPr/>
        </p:nvGrpSpPr>
        <p:grpSpPr>
          <a:xfrm>
            <a:off x="7049562" y="230422"/>
            <a:ext cx="203477" cy="203545"/>
            <a:chOff x="3331975" y="2330200"/>
            <a:chExt cx="63125" cy="63150"/>
          </a:xfrm>
        </p:grpSpPr>
        <p:sp>
          <p:nvSpPr>
            <p:cNvPr id="458" name="Google Shape;458;p13"/>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3"/>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3"/>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1" name="Google Shape;461;p13"/>
          <p:cNvGrpSpPr/>
          <p:nvPr/>
        </p:nvGrpSpPr>
        <p:grpSpPr>
          <a:xfrm rot="8100000">
            <a:off x="8035085" y="72811"/>
            <a:ext cx="1159935" cy="1005263"/>
            <a:chOff x="3906375" y="2478675"/>
            <a:chExt cx="551950" cy="478350"/>
          </a:xfrm>
        </p:grpSpPr>
        <p:sp>
          <p:nvSpPr>
            <p:cNvPr id="462" name="Google Shape;462;p13"/>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3"/>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3"/>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3"/>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3"/>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3"/>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3"/>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3"/>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3"/>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3"/>
          <p:cNvGrpSpPr/>
          <p:nvPr/>
        </p:nvGrpSpPr>
        <p:grpSpPr>
          <a:xfrm>
            <a:off x="4231749" y="215495"/>
            <a:ext cx="390970" cy="328903"/>
            <a:chOff x="1876970" y="-81211"/>
            <a:chExt cx="5178410" cy="4356326"/>
          </a:xfrm>
        </p:grpSpPr>
        <p:sp>
          <p:nvSpPr>
            <p:cNvPr id="472" name="Google Shape;472;p13"/>
            <p:cNvSpPr/>
            <p:nvPr/>
          </p:nvSpPr>
          <p:spPr>
            <a:xfrm>
              <a:off x="1876970" y="-81211"/>
              <a:ext cx="4790958" cy="4199058"/>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3" name="Google Shape;473;p13"/>
            <p:cNvGrpSpPr/>
            <p:nvPr/>
          </p:nvGrpSpPr>
          <p:grpSpPr>
            <a:xfrm>
              <a:off x="1876970" y="-81211"/>
              <a:ext cx="5178410" cy="4356326"/>
              <a:chOff x="4807450" y="3561550"/>
              <a:chExt cx="90550" cy="76175"/>
            </a:xfrm>
          </p:grpSpPr>
          <p:sp>
            <p:nvSpPr>
              <p:cNvPr id="474" name="Google Shape;474;p13"/>
              <p:cNvSpPr/>
              <p:nvPr/>
            </p:nvSpPr>
            <p:spPr>
              <a:xfrm>
                <a:off x="4814200" y="35643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3"/>
              <p:cNvSpPr/>
              <p:nvPr/>
            </p:nvSpPr>
            <p:spPr>
              <a:xfrm>
                <a:off x="4807450" y="35615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3"/>
              <p:cNvSpPr/>
              <p:nvPr/>
            </p:nvSpPr>
            <p:spPr>
              <a:xfrm>
                <a:off x="4826675" y="35840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77" name="Google Shape;477;p13"/>
          <p:cNvGrpSpPr/>
          <p:nvPr/>
        </p:nvGrpSpPr>
        <p:grpSpPr>
          <a:xfrm rot="3599962">
            <a:off x="8428367" y="2412635"/>
            <a:ext cx="373392" cy="318227"/>
            <a:chOff x="1832650" y="462425"/>
            <a:chExt cx="182075" cy="155175"/>
          </a:xfrm>
        </p:grpSpPr>
        <p:sp>
          <p:nvSpPr>
            <p:cNvPr id="478" name="Google Shape;478;p13"/>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3"/>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3"/>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 name="Google Shape;481;p13"/>
          <p:cNvGrpSpPr/>
          <p:nvPr/>
        </p:nvGrpSpPr>
        <p:grpSpPr>
          <a:xfrm rot="7969910">
            <a:off x="7381400" y="4422740"/>
            <a:ext cx="293944" cy="478356"/>
            <a:chOff x="2082225" y="585025"/>
            <a:chExt cx="100300" cy="163225"/>
          </a:xfrm>
        </p:grpSpPr>
        <p:sp>
          <p:nvSpPr>
            <p:cNvPr id="482" name="Google Shape;482;p13"/>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3"/>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3"/>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3"/>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6" name="Google Shape;486;p13"/>
          <p:cNvSpPr/>
          <p:nvPr/>
        </p:nvSpPr>
        <p:spPr>
          <a:xfrm>
            <a:off x="6742625" y="4680510"/>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7" name="Google Shape;487;p13"/>
          <p:cNvGrpSpPr/>
          <p:nvPr/>
        </p:nvGrpSpPr>
        <p:grpSpPr>
          <a:xfrm rot="-7073870">
            <a:off x="-145377" y="4240485"/>
            <a:ext cx="1159941" cy="1005268"/>
            <a:chOff x="3906375" y="2478675"/>
            <a:chExt cx="551950" cy="478350"/>
          </a:xfrm>
        </p:grpSpPr>
        <p:sp>
          <p:nvSpPr>
            <p:cNvPr id="488" name="Google Shape;488;p13"/>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3"/>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3"/>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3"/>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3"/>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3"/>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3"/>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3"/>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3"/>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828"/>
        <p:cNvGrpSpPr/>
        <p:nvPr/>
      </p:nvGrpSpPr>
      <p:grpSpPr>
        <a:xfrm>
          <a:off x="0" y="0"/>
          <a:ext cx="0" cy="0"/>
          <a:chOff x="0" y="0"/>
          <a:chExt cx="0" cy="0"/>
        </a:xfrm>
      </p:grpSpPr>
      <p:grpSp>
        <p:nvGrpSpPr>
          <p:cNvPr id="829" name="Google Shape;829;p20"/>
          <p:cNvGrpSpPr/>
          <p:nvPr/>
        </p:nvGrpSpPr>
        <p:grpSpPr>
          <a:xfrm flipH="1">
            <a:off x="-18768" y="-127884"/>
            <a:ext cx="9391485" cy="4861656"/>
            <a:chOff x="2416925" y="2574200"/>
            <a:chExt cx="1327775" cy="687325"/>
          </a:xfrm>
        </p:grpSpPr>
        <p:sp>
          <p:nvSpPr>
            <p:cNvPr id="830" name="Google Shape;830;p20"/>
            <p:cNvSpPr/>
            <p:nvPr/>
          </p:nvSpPr>
          <p:spPr>
            <a:xfrm>
              <a:off x="2416925" y="2907225"/>
              <a:ext cx="1327775" cy="354300"/>
            </a:xfrm>
            <a:custGeom>
              <a:avLst/>
              <a:gdLst/>
              <a:ahLst/>
              <a:cxnLst/>
              <a:rect l="l" t="t" r="r" b="b"/>
              <a:pathLst>
                <a:path w="53111" h="14172" extrusionOk="0">
                  <a:moveTo>
                    <a:pt x="52961" y="0"/>
                  </a:moveTo>
                  <a:cubicBezTo>
                    <a:pt x="51797" y="3157"/>
                    <a:pt x="49266" y="5854"/>
                    <a:pt x="46190" y="7214"/>
                  </a:cubicBezTo>
                  <a:cubicBezTo>
                    <a:pt x="44590" y="7921"/>
                    <a:pt x="42823" y="8277"/>
                    <a:pt x="41057" y="8277"/>
                  </a:cubicBezTo>
                  <a:cubicBezTo>
                    <a:pt x="39425" y="8277"/>
                    <a:pt x="37795" y="7974"/>
                    <a:pt x="36298" y="7366"/>
                  </a:cubicBezTo>
                  <a:cubicBezTo>
                    <a:pt x="35077" y="6870"/>
                    <a:pt x="33925" y="6178"/>
                    <a:pt x="32808" y="5507"/>
                  </a:cubicBezTo>
                  <a:cubicBezTo>
                    <a:pt x="31722" y="4854"/>
                    <a:pt x="30599" y="4178"/>
                    <a:pt x="29410" y="3682"/>
                  </a:cubicBezTo>
                  <a:cubicBezTo>
                    <a:pt x="28362" y="3246"/>
                    <a:pt x="27141" y="2950"/>
                    <a:pt x="25932" y="2950"/>
                  </a:cubicBezTo>
                  <a:cubicBezTo>
                    <a:pt x="24437" y="2950"/>
                    <a:pt x="22961" y="3402"/>
                    <a:pt x="21857" y="4599"/>
                  </a:cubicBezTo>
                  <a:cubicBezTo>
                    <a:pt x="21066" y="5456"/>
                    <a:pt x="20665" y="6575"/>
                    <a:pt x="20277" y="7656"/>
                  </a:cubicBezTo>
                  <a:cubicBezTo>
                    <a:pt x="20047" y="8293"/>
                    <a:pt x="19810" y="8954"/>
                    <a:pt x="19497" y="9543"/>
                  </a:cubicBezTo>
                  <a:cubicBezTo>
                    <a:pt x="18040" y="12284"/>
                    <a:pt x="14772" y="14010"/>
                    <a:pt x="11255" y="14010"/>
                  </a:cubicBezTo>
                  <a:cubicBezTo>
                    <a:pt x="10801" y="14010"/>
                    <a:pt x="10344" y="13982"/>
                    <a:pt x="9885" y="13923"/>
                  </a:cubicBezTo>
                  <a:cubicBezTo>
                    <a:pt x="6618" y="13504"/>
                    <a:pt x="3329" y="11739"/>
                    <a:pt x="111" y="8675"/>
                  </a:cubicBezTo>
                  <a:lnTo>
                    <a:pt x="1" y="8791"/>
                  </a:lnTo>
                  <a:cubicBezTo>
                    <a:pt x="3246" y="11879"/>
                    <a:pt x="6564" y="13659"/>
                    <a:pt x="9866" y="14083"/>
                  </a:cubicBezTo>
                  <a:cubicBezTo>
                    <a:pt x="10330" y="14144"/>
                    <a:pt x="10794" y="14172"/>
                    <a:pt x="11253" y="14172"/>
                  </a:cubicBezTo>
                  <a:cubicBezTo>
                    <a:pt x="14829" y="14172"/>
                    <a:pt x="18154" y="12412"/>
                    <a:pt x="19637" y="9618"/>
                  </a:cubicBezTo>
                  <a:cubicBezTo>
                    <a:pt x="19955" y="9019"/>
                    <a:pt x="20195" y="8352"/>
                    <a:pt x="20426" y="7709"/>
                  </a:cubicBezTo>
                  <a:cubicBezTo>
                    <a:pt x="20809" y="6643"/>
                    <a:pt x="21205" y="5540"/>
                    <a:pt x="21974" y="4707"/>
                  </a:cubicBezTo>
                  <a:cubicBezTo>
                    <a:pt x="23043" y="3548"/>
                    <a:pt x="24476" y="3110"/>
                    <a:pt x="25931" y="3110"/>
                  </a:cubicBezTo>
                  <a:cubicBezTo>
                    <a:pt x="27117" y="3110"/>
                    <a:pt x="28318" y="3401"/>
                    <a:pt x="29348" y="3830"/>
                  </a:cubicBezTo>
                  <a:cubicBezTo>
                    <a:pt x="30526" y="4321"/>
                    <a:pt x="31645" y="4992"/>
                    <a:pt x="32726" y="5642"/>
                  </a:cubicBezTo>
                  <a:cubicBezTo>
                    <a:pt x="33845" y="6316"/>
                    <a:pt x="35005" y="7013"/>
                    <a:pt x="36237" y="7513"/>
                  </a:cubicBezTo>
                  <a:cubicBezTo>
                    <a:pt x="37753" y="8128"/>
                    <a:pt x="39405" y="8435"/>
                    <a:pt x="41057" y="8435"/>
                  </a:cubicBezTo>
                  <a:cubicBezTo>
                    <a:pt x="42845" y="8435"/>
                    <a:pt x="44634" y="8075"/>
                    <a:pt x="46254" y="7359"/>
                  </a:cubicBezTo>
                  <a:cubicBezTo>
                    <a:pt x="49371" y="5983"/>
                    <a:pt x="51933" y="3252"/>
                    <a:pt x="53111" y="55"/>
                  </a:cubicBezTo>
                  <a:lnTo>
                    <a:pt x="52961" y="0"/>
                  </a:ln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0"/>
            <p:cNvSpPr/>
            <p:nvPr/>
          </p:nvSpPr>
          <p:spPr>
            <a:xfrm>
              <a:off x="2444650" y="2574200"/>
              <a:ext cx="1258700" cy="593100"/>
            </a:xfrm>
            <a:custGeom>
              <a:avLst/>
              <a:gdLst/>
              <a:ahLst/>
              <a:cxnLst/>
              <a:rect l="l" t="t" r="r" b="b"/>
              <a:pathLst>
                <a:path w="50348" h="23724" extrusionOk="0">
                  <a:moveTo>
                    <a:pt x="202" y="0"/>
                  </a:moveTo>
                  <a:lnTo>
                    <a:pt x="0" y="16860"/>
                  </a:lnTo>
                  <a:cubicBezTo>
                    <a:pt x="1699" y="19734"/>
                    <a:pt x="4256" y="22213"/>
                    <a:pt x="7430" y="23246"/>
                  </a:cubicBezTo>
                  <a:cubicBezTo>
                    <a:pt x="8404" y="23563"/>
                    <a:pt x="9438" y="23724"/>
                    <a:pt x="10470" y="23724"/>
                  </a:cubicBezTo>
                  <a:cubicBezTo>
                    <a:pt x="12798" y="23724"/>
                    <a:pt x="15113" y="22905"/>
                    <a:pt x="16702" y="21223"/>
                  </a:cubicBezTo>
                  <a:cubicBezTo>
                    <a:pt x="17953" y="19899"/>
                    <a:pt x="18710" y="18138"/>
                    <a:pt x="20098" y="16958"/>
                  </a:cubicBezTo>
                  <a:cubicBezTo>
                    <a:pt x="21451" y="15808"/>
                    <a:pt x="23249" y="15357"/>
                    <a:pt x="25043" y="15357"/>
                  </a:cubicBezTo>
                  <a:cubicBezTo>
                    <a:pt x="25515" y="15357"/>
                    <a:pt x="25986" y="15388"/>
                    <a:pt x="26449" y="15446"/>
                  </a:cubicBezTo>
                  <a:cubicBezTo>
                    <a:pt x="28672" y="15725"/>
                    <a:pt x="30784" y="16546"/>
                    <a:pt x="32931" y="17182"/>
                  </a:cubicBezTo>
                  <a:cubicBezTo>
                    <a:pt x="34455" y="17633"/>
                    <a:pt x="36048" y="17993"/>
                    <a:pt x="37627" y="17993"/>
                  </a:cubicBezTo>
                  <a:cubicBezTo>
                    <a:pt x="38272" y="17993"/>
                    <a:pt x="38915" y="17933"/>
                    <a:pt x="39551" y="17794"/>
                  </a:cubicBezTo>
                  <a:cubicBezTo>
                    <a:pt x="42568" y="17134"/>
                    <a:pt x="44985" y="14756"/>
                    <a:pt x="46424" y="12022"/>
                  </a:cubicBezTo>
                  <a:cubicBezTo>
                    <a:pt x="47862" y="9287"/>
                    <a:pt x="48461" y="6201"/>
                    <a:pt x="49000" y="3160"/>
                  </a:cubicBezTo>
                  <a:cubicBezTo>
                    <a:pt x="49202" y="2026"/>
                    <a:pt x="49411" y="798"/>
                    <a:pt x="50347" y="129"/>
                  </a:cubicBezTo>
                  <a:lnTo>
                    <a:pt x="2507" y="129"/>
                  </a:lnTo>
                  <a:cubicBezTo>
                    <a:pt x="1776" y="92"/>
                    <a:pt x="933" y="0"/>
                    <a:pt x="202" y="0"/>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2" name="Google Shape;832;p20"/>
          <p:cNvSpPr txBox="1">
            <a:spLocks noGrp="1"/>
          </p:cNvSpPr>
          <p:nvPr>
            <p:ph type="subTitle" idx="1"/>
          </p:nvPr>
        </p:nvSpPr>
        <p:spPr>
          <a:xfrm>
            <a:off x="715100" y="1826300"/>
            <a:ext cx="3761100" cy="1978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3" name="Google Shape;833;p20"/>
          <p:cNvSpPr txBox="1">
            <a:spLocks noGrp="1"/>
          </p:cNvSpPr>
          <p:nvPr>
            <p:ph type="subTitle" idx="2"/>
          </p:nvPr>
        </p:nvSpPr>
        <p:spPr>
          <a:xfrm>
            <a:off x="4657952" y="1826300"/>
            <a:ext cx="3761100" cy="1978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4" name="Google Shape;834;p20"/>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835" name="Google Shape;835;p20"/>
          <p:cNvGrpSpPr/>
          <p:nvPr/>
        </p:nvGrpSpPr>
        <p:grpSpPr>
          <a:xfrm>
            <a:off x="1450041" y="4762408"/>
            <a:ext cx="169326" cy="169400"/>
            <a:chOff x="3331975" y="2330200"/>
            <a:chExt cx="63125" cy="63150"/>
          </a:xfrm>
        </p:grpSpPr>
        <p:sp>
          <p:nvSpPr>
            <p:cNvPr id="836" name="Google Shape;836;p20"/>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0"/>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0"/>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9" name="Google Shape;839;p20"/>
          <p:cNvGrpSpPr/>
          <p:nvPr/>
        </p:nvGrpSpPr>
        <p:grpSpPr>
          <a:xfrm rot="2540086">
            <a:off x="14875" y="4105864"/>
            <a:ext cx="1159941" cy="1005268"/>
            <a:chOff x="3906375" y="2478675"/>
            <a:chExt cx="551950" cy="478350"/>
          </a:xfrm>
        </p:grpSpPr>
        <p:sp>
          <p:nvSpPr>
            <p:cNvPr id="840" name="Google Shape;840;p20"/>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0"/>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0"/>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0"/>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0"/>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0"/>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0"/>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0"/>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0"/>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9" name="Google Shape;849;p20"/>
          <p:cNvGrpSpPr/>
          <p:nvPr/>
        </p:nvGrpSpPr>
        <p:grpSpPr>
          <a:xfrm rot="3599962">
            <a:off x="408154" y="1410660"/>
            <a:ext cx="373392" cy="318227"/>
            <a:chOff x="1832650" y="462425"/>
            <a:chExt cx="182075" cy="155175"/>
          </a:xfrm>
        </p:grpSpPr>
        <p:sp>
          <p:nvSpPr>
            <p:cNvPr id="850" name="Google Shape;850;p20"/>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0"/>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0"/>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3" name="Google Shape;853;p20"/>
          <p:cNvSpPr/>
          <p:nvPr/>
        </p:nvSpPr>
        <p:spPr>
          <a:xfrm>
            <a:off x="8077263" y="2670060"/>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4" name="Google Shape;854;p20"/>
          <p:cNvGrpSpPr/>
          <p:nvPr/>
        </p:nvGrpSpPr>
        <p:grpSpPr>
          <a:xfrm>
            <a:off x="8428898" y="3948449"/>
            <a:ext cx="390970" cy="328903"/>
            <a:chOff x="1876970" y="-81211"/>
            <a:chExt cx="5178410" cy="4356326"/>
          </a:xfrm>
        </p:grpSpPr>
        <p:sp>
          <p:nvSpPr>
            <p:cNvPr id="855" name="Google Shape;855;p20"/>
            <p:cNvSpPr/>
            <p:nvPr/>
          </p:nvSpPr>
          <p:spPr>
            <a:xfrm>
              <a:off x="1876970" y="-81211"/>
              <a:ext cx="4790958" cy="4199058"/>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6" name="Google Shape;856;p20"/>
            <p:cNvGrpSpPr/>
            <p:nvPr/>
          </p:nvGrpSpPr>
          <p:grpSpPr>
            <a:xfrm>
              <a:off x="1876970" y="-81211"/>
              <a:ext cx="5178410" cy="4356326"/>
              <a:chOff x="4807450" y="3561550"/>
              <a:chExt cx="90550" cy="76175"/>
            </a:xfrm>
          </p:grpSpPr>
          <p:sp>
            <p:nvSpPr>
              <p:cNvPr id="857" name="Google Shape;857;p20"/>
              <p:cNvSpPr/>
              <p:nvPr/>
            </p:nvSpPr>
            <p:spPr>
              <a:xfrm>
                <a:off x="4814200" y="35643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0"/>
              <p:cNvSpPr/>
              <p:nvPr/>
            </p:nvSpPr>
            <p:spPr>
              <a:xfrm>
                <a:off x="4807450" y="35615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0"/>
              <p:cNvSpPr/>
              <p:nvPr/>
            </p:nvSpPr>
            <p:spPr>
              <a:xfrm>
                <a:off x="4826675" y="35840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60" name="Google Shape;860;p20"/>
          <p:cNvSpPr/>
          <p:nvPr/>
        </p:nvSpPr>
        <p:spPr>
          <a:xfrm>
            <a:off x="5947013" y="4717622"/>
            <a:ext cx="327817" cy="327801"/>
          </a:xfrm>
          <a:custGeom>
            <a:avLst/>
            <a:gdLst/>
            <a:ahLst/>
            <a:cxnLst/>
            <a:rect l="l" t="t" r="r" b="b"/>
            <a:pathLst>
              <a:path w="6455" h="6455" extrusionOk="0">
                <a:moveTo>
                  <a:pt x="1937" y="0"/>
                </a:moveTo>
                <a:lnTo>
                  <a:pt x="1937" y="1936"/>
                </a:lnTo>
                <a:lnTo>
                  <a:pt x="1" y="1936"/>
                </a:lnTo>
                <a:lnTo>
                  <a:pt x="1" y="4519"/>
                </a:lnTo>
                <a:lnTo>
                  <a:pt x="1937" y="4519"/>
                </a:lnTo>
                <a:lnTo>
                  <a:pt x="1937" y="6455"/>
                </a:lnTo>
                <a:lnTo>
                  <a:pt x="4519" y="6455"/>
                </a:lnTo>
                <a:lnTo>
                  <a:pt x="4519" y="4519"/>
                </a:lnTo>
                <a:lnTo>
                  <a:pt x="6455" y="4519"/>
                </a:lnTo>
                <a:lnTo>
                  <a:pt x="6455" y="1936"/>
                </a:lnTo>
                <a:lnTo>
                  <a:pt x="4519" y="1936"/>
                </a:lnTo>
                <a:lnTo>
                  <a:pt x="45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1" name="Google Shape;861;p20"/>
          <p:cNvGrpSpPr/>
          <p:nvPr/>
        </p:nvGrpSpPr>
        <p:grpSpPr>
          <a:xfrm rot="-2540086" flipH="1">
            <a:off x="6299275" y="-112311"/>
            <a:ext cx="1159941" cy="1005268"/>
            <a:chOff x="3906375" y="2478675"/>
            <a:chExt cx="551950" cy="478350"/>
          </a:xfrm>
        </p:grpSpPr>
        <p:sp>
          <p:nvSpPr>
            <p:cNvPr id="862" name="Google Shape;862;p20"/>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0"/>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0"/>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0"/>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0"/>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0"/>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0"/>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0"/>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0"/>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1" name="Google Shape;871;p20"/>
          <p:cNvSpPr/>
          <p:nvPr/>
        </p:nvSpPr>
        <p:spPr>
          <a:xfrm>
            <a:off x="4396600" y="390372"/>
            <a:ext cx="327817" cy="327801"/>
          </a:xfrm>
          <a:custGeom>
            <a:avLst/>
            <a:gdLst/>
            <a:ahLst/>
            <a:cxnLst/>
            <a:rect l="l" t="t" r="r" b="b"/>
            <a:pathLst>
              <a:path w="6455" h="6455" extrusionOk="0">
                <a:moveTo>
                  <a:pt x="1937" y="0"/>
                </a:moveTo>
                <a:lnTo>
                  <a:pt x="1937" y="1936"/>
                </a:lnTo>
                <a:lnTo>
                  <a:pt x="1" y="1936"/>
                </a:lnTo>
                <a:lnTo>
                  <a:pt x="1" y="4519"/>
                </a:lnTo>
                <a:lnTo>
                  <a:pt x="1937" y="4519"/>
                </a:lnTo>
                <a:lnTo>
                  <a:pt x="1937" y="6455"/>
                </a:lnTo>
                <a:lnTo>
                  <a:pt x="4519" y="6455"/>
                </a:lnTo>
                <a:lnTo>
                  <a:pt x="4519" y="4519"/>
                </a:lnTo>
                <a:lnTo>
                  <a:pt x="6455" y="4519"/>
                </a:lnTo>
                <a:lnTo>
                  <a:pt x="6455" y="1936"/>
                </a:lnTo>
                <a:lnTo>
                  <a:pt x="4519" y="1936"/>
                </a:lnTo>
                <a:lnTo>
                  <a:pt x="45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2" name="Google Shape;872;p20"/>
          <p:cNvGrpSpPr/>
          <p:nvPr/>
        </p:nvGrpSpPr>
        <p:grpSpPr>
          <a:xfrm rot="-3332721">
            <a:off x="848492" y="17334"/>
            <a:ext cx="293940" cy="478348"/>
            <a:chOff x="2082225" y="585025"/>
            <a:chExt cx="100300" cy="163225"/>
          </a:xfrm>
        </p:grpSpPr>
        <p:sp>
          <p:nvSpPr>
            <p:cNvPr id="873" name="Google Shape;873;p20"/>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0"/>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0"/>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0"/>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1126"/>
        <p:cNvGrpSpPr/>
        <p:nvPr/>
      </p:nvGrpSpPr>
      <p:grpSpPr>
        <a:xfrm>
          <a:off x="0" y="0"/>
          <a:ext cx="0" cy="0"/>
          <a:chOff x="0" y="0"/>
          <a:chExt cx="0" cy="0"/>
        </a:xfrm>
      </p:grpSpPr>
      <p:grpSp>
        <p:nvGrpSpPr>
          <p:cNvPr id="1127" name="Google Shape;1127;p24"/>
          <p:cNvGrpSpPr/>
          <p:nvPr/>
        </p:nvGrpSpPr>
        <p:grpSpPr>
          <a:xfrm rot="10800000">
            <a:off x="-76109" y="674792"/>
            <a:ext cx="9524990" cy="4972620"/>
            <a:chOff x="2034200" y="1733575"/>
            <a:chExt cx="1265275" cy="660550"/>
          </a:xfrm>
        </p:grpSpPr>
        <p:sp>
          <p:nvSpPr>
            <p:cNvPr id="1128" name="Google Shape;1128;p24"/>
            <p:cNvSpPr/>
            <p:nvPr/>
          </p:nvSpPr>
          <p:spPr>
            <a:xfrm>
              <a:off x="2034200" y="2005950"/>
              <a:ext cx="1265275" cy="388175"/>
            </a:xfrm>
            <a:custGeom>
              <a:avLst/>
              <a:gdLst/>
              <a:ahLst/>
              <a:cxnLst/>
              <a:rect l="l" t="t" r="r" b="b"/>
              <a:pathLst>
                <a:path w="50611" h="15527" extrusionOk="0">
                  <a:moveTo>
                    <a:pt x="37123" y="1"/>
                  </a:moveTo>
                  <a:cubicBezTo>
                    <a:pt x="36918" y="1"/>
                    <a:pt x="36716" y="14"/>
                    <a:pt x="36517" y="41"/>
                  </a:cubicBezTo>
                  <a:cubicBezTo>
                    <a:pt x="34566" y="303"/>
                    <a:pt x="33061" y="1800"/>
                    <a:pt x="31967" y="3076"/>
                  </a:cubicBezTo>
                  <a:cubicBezTo>
                    <a:pt x="31172" y="4004"/>
                    <a:pt x="30419" y="4998"/>
                    <a:pt x="29692" y="5959"/>
                  </a:cubicBezTo>
                  <a:cubicBezTo>
                    <a:pt x="28335" y="7753"/>
                    <a:pt x="26931" y="9606"/>
                    <a:pt x="25203" y="11087"/>
                  </a:cubicBezTo>
                  <a:cubicBezTo>
                    <a:pt x="21428" y="14322"/>
                    <a:pt x="16916" y="15367"/>
                    <a:pt x="12661" y="15367"/>
                  </a:cubicBezTo>
                  <a:cubicBezTo>
                    <a:pt x="7479" y="15367"/>
                    <a:pt x="2680" y="13816"/>
                    <a:pt x="60" y="12784"/>
                  </a:cubicBezTo>
                  <a:lnTo>
                    <a:pt x="0" y="12933"/>
                  </a:lnTo>
                  <a:cubicBezTo>
                    <a:pt x="2632" y="13971"/>
                    <a:pt x="7454" y="15527"/>
                    <a:pt x="12663" y="15527"/>
                  </a:cubicBezTo>
                  <a:cubicBezTo>
                    <a:pt x="16949" y="15527"/>
                    <a:pt x="21499" y="14473"/>
                    <a:pt x="25308" y="11207"/>
                  </a:cubicBezTo>
                  <a:cubicBezTo>
                    <a:pt x="27049" y="9715"/>
                    <a:pt x="28458" y="7854"/>
                    <a:pt x="29820" y="6054"/>
                  </a:cubicBezTo>
                  <a:cubicBezTo>
                    <a:pt x="30545" y="5096"/>
                    <a:pt x="31298" y="4104"/>
                    <a:pt x="32089" y="3179"/>
                  </a:cubicBezTo>
                  <a:cubicBezTo>
                    <a:pt x="33163" y="1925"/>
                    <a:pt x="34640" y="453"/>
                    <a:pt x="36538" y="200"/>
                  </a:cubicBezTo>
                  <a:cubicBezTo>
                    <a:pt x="36729" y="174"/>
                    <a:pt x="36924" y="161"/>
                    <a:pt x="37121" y="161"/>
                  </a:cubicBezTo>
                  <a:cubicBezTo>
                    <a:pt x="38365" y="161"/>
                    <a:pt x="39738" y="668"/>
                    <a:pt x="41297" y="1701"/>
                  </a:cubicBezTo>
                  <a:cubicBezTo>
                    <a:pt x="41682" y="1955"/>
                    <a:pt x="42064" y="2227"/>
                    <a:pt x="42435" y="2492"/>
                  </a:cubicBezTo>
                  <a:cubicBezTo>
                    <a:pt x="43452" y="3215"/>
                    <a:pt x="44504" y="3963"/>
                    <a:pt x="45687" y="4422"/>
                  </a:cubicBezTo>
                  <a:cubicBezTo>
                    <a:pt x="46306" y="4661"/>
                    <a:pt x="47062" y="4827"/>
                    <a:pt x="47831" y="4827"/>
                  </a:cubicBezTo>
                  <a:cubicBezTo>
                    <a:pt x="48827" y="4827"/>
                    <a:pt x="49844" y="4547"/>
                    <a:pt x="50610" y="3786"/>
                  </a:cubicBezTo>
                  <a:lnTo>
                    <a:pt x="50497" y="3672"/>
                  </a:lnTo>
                  <a:cubicBezTo>
                    <a:pt x="49765" y="4400"/>
                    <a:pt x="48790" y="4667"/>
                    <a:pt x="47832" y="4667"/>
                  </a:cubicBezTo>
                  <a:cubicBezTo>
                    <a:pt x="47085" y="4667"/>
                    <a:pt x="46348" y="4505"/>
                    <a:pt x="45745" y="4272"/>
                  </a:cubicBezTo>
                  <a:cubicBezTo>
                    <a:pt x="44581" y="3822"/>
                    <a:pt x="43538" y="3080"/>
                    <a:pt x="42529" y="2362"/>
                  </a:cubicBezTo>
                  <a:cubicBezTo>
                    <a:pt x="42157" y="2096"/>
                    <a:pt x="41773" y="1823"/>
                    <a:pt x="41387" y="1568"/>
                  </a:cubicBezTo>
                  <a:cubicBezTo>
                    <a:pt x="39801" y="517"/>
                    <a:pt x="38399" y="1"/>
                    <a:pt x="37123" y="1"/>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4"/>
            <p:cNvSpPr/>
            <p:nvPr/>
          </p:nvSpPr>
          <p:spPr>
            <a:xfrm>
              <a:off x="2041675" y="1733575"/>
              <a:ext cx="1247975" cy="643350"/>
            </a:xfrm>
            <a:custGeom>
              <a:avLst/>
              <a:gdLst/>
              <a:ahLst/>
              <a:cxnLst/>
              <a:rect l="l" t="t" r="r" b="b"/>
              <a:pathLst>
                <a:path w="49919" h="25734" extrusionOk="0">
                  <a:moveTo>
                    <a:pt x="1227" y="1"/>
                  </a:moveTo>
                  <a:cubicBezTo>
                    <a:pt x="1545" y="4064"/>
                    <a:pt x="1" y="9783"/>
                    <a:pt x="798" y="13779"/>
                  </a:cubicBezTo>
                  <a:cubicBezTo>
                    <a:pt x="1759" y="18594"/>
                    <a:pt x="4973" y="23063"/>
                    <a:pt x="9528" y="24898"/>
                  </a:cubicBezTo>
                  <a:cubicBezTo>
                    <a:pt x="10920" y="25458"/>
                    <a:pt x="12428" y="25734"/>
                    <a:pt x="13935" y="25734"/>
                  </a:cubicBezTo>
                  <a:cubicBezTo>
                    <a:pt x="17357" y="25734"/>
                    <a:pt x="20774" y="24314"/>
                    <a:pt x="22828" y="21592"/>
                  </a:cubicBezTo>
                  <a:cubicBezTo>
                    <a:pt x="24731" y="19072"/>
                    <a:pt x="25344" y="15820"/>
                    <a:pt x="26808" y="13021"/>
                  </a:cubicBezTo>
                  <a:cubicBezTo>
                    <a:pt x="27941" y="10858"/>
                    <a:pt x="29629" y="8942"/>
                    <a:pt x="31791" y="7807"/>
                  </a:cubicBezTo>
                  <a:cubicBezTo>
                    <a:pt x="33079" y="7130"/>
                    <a:pt x="34542" y="6755"/>
                    <a:pt x="35992" y="6755"/>
                  </a:cubicBezTo>
                  <a:cubicBezTo>
                    <a:pt x="36977" y="6755"/>
                    <a:pt x="37956" y="6928"/>
                    <a:pt x="38871" y="7298"/>
                  </a:cubicBezTo>
                  <a:cubicBezTo>
                    <a:pt x="40805" y="8081"/>
                    <a:pt x="42312" y="9644"/>
                    <a:pt x="44144" y="10641"/>
                  </a:cubicBezTo>
                  <a:cubicBezTo>
                    <a:pt x="45049" y="11133"/>
                    <a:pt x="46138" y="11447"/>
                    <a:pt x="47171" y="11447"/>
                  </a:cubicBezTo>
                  <a:cubicBezTo>
                    <a:pt x="48228" y="11447"/>
                    <a:pt x="49226" y="11118"/>
                    <a:pt x="49908" y="10314"/>
                  </a:cubicBezTo>
                  <a:lnTo>
                    <a:pt x="49918" y="352"/>
                  </a:lnTo>
                  <a:cubicBezTo>
                    <a:pt x="49216" y="352"/>
                    <a:pt x="48514" y="1"/>
                    <a:pt x="47812" y="1"/>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0" name="Google Shape;1130;p24"/>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31" name="Google Shape;1131;p24"/>
          <p:cNvSpPr txBox="1">
            <a:spLocks noGrp="1"/>
          </p:cNvSpPr>
          <p:nvPr>
            <p:ph type="subTitle" idx="1"/>
          </p:nvPr>
        </p:nvSpPr>
        <p:spPr>
          <a:xfrm>
            <a:off x="1353381" y="1857298"/>
            <a:ext cx="23364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2" name="Google Shape;1132;p24"/>
          <p:cNvSpPr txBox="1">
            <a:spLocks noGrp="1"/>
          </p:cNvSpPr>
          <p:nvPr>
            <p:ph type="subTitle" idx="2"/>
          </p:nvPr>
        </p:nvSpPr>
        <p:spPr>
          <a:xfrm>
            <a:off x="1353381" y="2941786"/>
            <a:ext cx="23364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3" name="Google Shape;1133;p24"/>
          <p:cNvSpPr txBox="1">
            <a:spLocks noGrp="1"/>
          </p:cNvSpPr>
          <p:nvPr>
            <p:ph type="subTitle" idx="3"/>
          </p:nvPr>
        </p:nvSpPr>
        <p:spPr>
          <a:xfrm>
            <a:off x="5219608" y="1857298"/>
            <a:ext cx="23364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4" name="Google Shape;1134;p24"/>
          <p:cNvSpPr txBox="1">
            <a:spLocks noGrp="1"/>
          </p:cNvSpPr>
          <p:nvPr>
            <p:ph type="subTitle" idx="4"/>
          </p:nvPr>
        </p:nvSpPr>
        <p:spPr>
          <a:xfrm>
            <a:off x="1353381" y="4035799"/>
            <a:ext cx="23364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5" name="Google Shape;1135;p24"/>
          <p:cNvSpPr txBox="1">
            <a:spLocks noGrp="1"/>
          </p:cNvSpPr>
          <p:nvPr>
            <p:ph type="subTitle" idx="5"/>
          </p:nvPr>
        </p:nvSpPr>
        <p:spPr>
          <a:xfrm>
            <a:off x="5219608" y="4035799"/>
            <a:ext cx="23364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6" name="Google Shape;1136;p24"/>
          <p:cNvSpPr txBox="1">
            <a:spLocks noGrp="1"/>
          </p:cNvSpPr>
          <p:nvPr>
            <p:ph type="subTitle" idx="6"/>
          </p:nvPr>
        </p:nvSpPr>
        <p:spPr>
          <a:xfrm>
            <a:off x="5219608" y="2941786"/>
            <a:ext cx="23364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7" name="Google Shape;1137;p24"/>
          <p:cNvSpPr txBox="1">
            <a:spLocks noGrp="1"/>
          </p:cNvSpPr>
          <p:nvPr>
            <p:ph type="subTitle" idx="7"/>
          </p:nvPr>
        </p:nvSpPr>
        <p:spPr>
          <a:xfrm>
            <a:off x="1353381" y="1557125"/>
            <a:ext cx="2336400" cy="4455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Bebas Neue"/>
              <a:buNone/>
              <a:defRPr sz="25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9pPr>
          </a:lstStyle>
          <a:p>
            <a:endParaRPr/>
          </a:p>
        </p:txBody>
      </p:sp>
      <p:sp>
        <p:nvSpPr>
          <p:cNvPr id="1138" name="Google Shape;1138;p24"/>
          <p:cNvSpPr txBox="1">
            <a:spLocks noGrp="1"/>
          </p:cNvSpPr>
          <p:nvPr>
            <p:ph type="subTitle" idx="8"/>
          </p:nvPr>
        </p:nvSpPr>
        <p:spPr>
          <a:xfrm>
            <a:off x="1353381" y="2648863"/>
            <a:ext cx="2336400" cy="4455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Bebas Neue"/>
              <a:buNone/>
              <a:defRPr sz="25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9pPr>
          </a:lstStyle>
          <a:p>
            <a:endParaRPr/>
          </a:p>
        </p:txBody>
      </p:sp>
      <p:sp>
        <p:nvSpPr>
          <p:cNvPr id="1139" name="Google Shape;1139;p24"/>
          <p:cNvSpPr txBox="1">
            <a:spLocks noGrp="1"/>
          </p:cNvSpPr>
          <p:nvPr>
            <p:ph type="subTitle" idx="9"/>
          </p:nvPr>
        </p:nvSpPr>
        <p:spPr>
          <a:xfrm>
            <a:off x="5219608" y="1557125"/>
            <a:ext cx="2336400" cy="4455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Bebas Neue"/>
              <a:buNone/>
              <a:defRPr sz="25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9pPr>
          </a:lstStyle>
          <a:p>
            <a:endParaRPr/>
          </a:p>
        </p:txBody>
      </p:sp>
      <p:sp>
        <p:nvSpPr>
          <p:cNvPr id="1140" name="Google Shape;1140;p24"/>
          <p:cNvSpPr txBox="1">
            <a:spLocks noGrp="1"/>
          </p:cNvSpPr>
          <p:nvPr>
            <p:ph type="subTitle" idx="13"/>
          </p:nvPr>
        </p:nvSpPr>
        <p:spPr>
          <a:xfrm>
            <a:off x="1353381" y="3740600"/>
            <a:ext cx="2336400" cy="4455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Bebas Neue"/>
              <a:buNone/>
              <a:defRPr sz="25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9pPr>
          </a:lstStyle>
          <a:p>
            <a:endParaRPr/>
          </a:p>
        </p:txBody>
      </p:sp>
      <p:sp>
        <p:nvSpPr>
          <p:cNvPr id="1141" name="Google Shape;1141;p24"/>
          <p:cNvSpPr txBox="1">
            <a:spLocks noGrp="1"/>
          </p:cNvSpPr>
          <p:nvPr>
            <p:ph type="subTitle" idx="14"/>
          </p:nvPr>
        </p:nvSpPr>
        <p:spPr>
          <a:xfrm>
            <a:off x="5219608" y="3740600"/>
            <a:ext cx="2336400" cy="4455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Bebas Neue"/>
              <a:buNone/>
              <a:defRPr sz="25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9pPr>
          </a:lstStyle>
          <a:p>
            <a:endParaRPr/>
          </a:p>
        </p:txBody>
      </p:sp>
      <p:sp>
        <p:nvSpPr>
          <p:cNvPr id="1142" name="Google Shape;1142;p24"/>
          <p:cNvSpPr txBox="1">
            <a:spLocks noGrp="1"/>
          </p:cNvSpPr>
          <p:nvPr>
            <p:ph type="subTitle" idx="15"/>
          </p:nvPr>
        </p:nvSpPr>
        <p:spPr>
          <a:xfrm>
            <a:off x="5219608" y="2648863"/>
            <a:ext cx="2336400" cy="4455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Bebas Neue"/>
              <a:buNone/>
              <a:defRPr sz="25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9pPr>
          </a:lstStyle>
          <a:p>
            <a:endParaRPr/>
          </a:p>
        </p:txBody>
      </p:sp>
      <p:grpSp>
        <p:nvGrpSpPr>
          <p:cNvPr id="1143" name="Google Shape;1143;p24"/>
          <p:cNvGrpSpPr/>
          <p:nvPr/>
        </p:nvGrpSpPr>
        <p:grpSpPr>
          <a:xfrm rot="-5175210" flipH="1">
            <a:off x="471758" y="-779517"/>
            <a:ext cx="1275999" cy="1835278"/>
            <a:chOff x="2979850" y="946850"/>
            <a:chExt cx="475350" cy="683675"/>
          </a:xfrm>
        </p:grpSpPr>
        <p:sp>
          <p:nvSpPr>
            <p:cNvPr id="1144" name="Google Shape;1144;p24"/>
            <p:cNvSpPr/>
            <p:nvPr/>
          </p:nvSpPr>
          <p:spPr>
            <a:xfrm>
              <a:off x="2979850" y="946850"/>
              <a:ext cx="475350" cy="683675"/>
            </a:xfrm>
            <a:custGeom>
              <a:avLst/>
              <a:gdLst/>
              <a:ahLst/>
              <a:cxnLst/>
              <a:rect l="l" t="t" r="r" b="b"/>
              <a:pathLst>
                <a:path w="19014" h="27347" extrusionOk="0">
                  <a:moveTo>
                    <a:pt x="18070" y="0"/>
                  </a:moveTo>
                  <a:cubicBezTo>
                    <a:pt x="17745" y="0"/>
                    <a:pt x="17411" y="184"/>
                    <a:pt x="17210" y="507"/>
                  </a:cubicBezTo>
                  <a:lnTo>
                    <a:pt x="12142" y="6994"/>
                  </a:lnTo>
                  <a:cubicBezTo>
                    <a:pt x="12116" y="7023"/>
                    <a:pt x="12090" y="7054"/>
                    <a:pt x="12070" y="7086"/>
                  </a:cubicBezTo>
                  <a:cubicBezTo>
                    <a:pt x="12032" y="7148"/>
                    <a:pt x="12006" y="7215"/>
                    <a:pt x="11993" y="7287"/>
                  </a:cubicBezTo>
                  <a:cubicBezTo>
                    <a:pt x="11957" y="7460"/>
                    <a:pt x="11988" y="7654"/>
                    <a:pt x="12074" y="7853"/>
                  </a:cubicBezTo>
                  <a:cubicBezTo>
                    <a:pt x="12115" y="7947"/>
                    <a:pt x="12166" y="8039"/>
                    <a:pt x="12228" y="8131"/>
                  </a:cubicBezTo>
                  <a:lnTo>
                    <a:pt x="11901" y="8654"/>
                  </a:lnTo>
                  <a:lnTo>
                    <a:pt x="10926" y="8048"/>
                  </a:lnTo>
                  <a:cubicBezTo>
                    <a:pt x="10797" y="7969"/>
                    <a:pt x="10654" y="7931"/>
                    <a:pt x="10507" y="7931"/>
                  </a:cubicBezTo>
                  <a:cubicBezTo>
                    <a:pt x="10180" y="7931"/>
                    <a:pt x="9840" y="8120"/>
                    <a:pt x="9634" y="8452"/>
                  </a:cubicBezTo>
                  <a:lnTo>
                    <a:pt x="245" y="23539"/>
                  </a:lnTo>
                  <a:cubicBezTo>
                    <a:pt x="0" y="23932"/>
                    <a:pt x="7" y="24419"/>
                    <a:pt x="272" y="24723"/>
                  </a:cubicBezTo>
                  <a:cubicBezTo>
                    <a:pt x="342" y="24806"/>
                    <a:pt x="415" y="24883"/>
                    <a:pt x="490" y="24964"/>
                  </a:cubicBezTo>
                  <a:cubicBezTo>
                    <a:pt x="675" y="25161"/>
                    <a:pt x="871" y="25348"/>
                    <a:pt x="1075" y="25523"/>
                  </a:cubicBezTo>
                  <a:cubicBezTo>
                    <a:pt x="1813" y="26163"/>
                    <a:pt x="2656" y="26658"/>
                    <a:pt x="3597" y="27022"/>
                  </a:cubicBezTo>
                  <a:cubicBezTo>
                    <a:pt x="3876" y="27133"/>
                    <a:pt x="4165" y="27231"/>
                    <a:pt x="4463" y="27316"/>
                  </a:cubicBezTo>
                  <a:cubicBezTo>
                    <a:pt x="4535" y="27336"/>
                    <a:pt x="4609" y="27346"/>
                    <a:pt x="4684" y="27346"/>
                  </a:cubicBezTo>
                  <a:cubicBezTo>
                    <a:pt x="5016" y="27346"/>
                    <a:pt x="5355" y="27150"/>
                    <a:pt x="5558" y="26823"/>
                  </a:cubicBezTo>
                  <a:lnTo>
                    <a:pt x="14935" y="11753"/>
                  </a:lnTo>
                  <a:cubicBezTo>
                    <a:pt x="15234" y="11272"/>
                    <a:pt x="15141" y="10674"/>
                    <a:pt x="14729" y="10412"/>
                  </a:cubicBezTo>
                  <a:lnTo>
                    <a:pt x="13753" y="9805"/>
                  </a:lnTo>
                  <a:lnTo>
                    <a:pt x="14081" y="9282"/>
                  </a:lnTo>
                  <a:cubicBezTo>
                    <a:pt x="14166" y="9294"/>
                    <a:pt x="14248" y="9299"/>
                    <a:pt x="14327" y="9299"/>
                  </a:cubicBezTo>
                  <a:cubicBezTo>
                    <a:pt x="14669" y="9299"/>
                    <a:pt x="14946" y="9188"/>
                    <a:pt x="15087" y="8962"/>
                  </a:cubicBezTo>
                  <a:cubicBezTo>
                    <a:pt x="15107" y="8931"/>
                    <a:pt x="15125" y="8895"/>
                    <a:pt x="15139" y="8859"/>
                  </a:cubicBezTo>
                  <a:lnTo>
                    <a:pt x="18720" y="1446"/>
                  </a:lnTo>
                  <a:cubicBezTo>
                    <a:pt x="19014" y="974"/>
                    <a:pt x="18913" y="381"/>
                    <a:pt x="18498" y="121"/>
                  </a:cubicBezTo>
                  <a:cubicBezTo>
                    <a:pt x="18366" y="39"/>
                    <a:pt x="18219" y="0"/>
                    <a:pt x="18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4"/>
            <p:cNvSpPr/>
            <p:nvPr/>
          </p:nvSpPr>
          <p:spPr>
            <a:xfrm>
              <a:off x="3047425" y="1230950"/>
              <a:ext cx="278875" cy="364375"/>
            </a:xfrm>
            <a:custGeom>
              <a:avLst/>
              <a:gdLst/>
              <a:ahLst/>
              <a:cxnLst/>
              <a:rect l="l" t="t" r="r" b="b"/>
              <a:pathLst>
                <a:path w="11155" h="14575" extrusionOk="0">
                  <a:moveTo>
                    <a:pt x="7752" y="0"/>
                  </a:moveTo>
                  <a:lnTo>
                    <a:pt x="1" y="12456"/>
                  </a:lnTo>
                  <a:lnTo>
                    <a:pt x="3403" y="14574"/>
                  </a:lnTo>
                  <a:lnTo>
                    <a:pt x="11155" y="2117"/>
                  </a:lnTo>
                  <a:lnTo>
                    <a:pt x="775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4"/>
            <p:cNvSpPr/>
            <p:nvPr/>
          </p:nvSpPr>
          <p:spPr>
            <a:xfrm>
              <a:off x="3105900" y="1286900"/>
              <a:ext cx="200650" cy="277025"/>
            </a:xfrm>
            <a:custGeom>
              <a:avLst/>
              <a:gdLst/>
              <a:ahLst/>
              <a:cxnLst/>
              <a:rect l="l" t="t" r="r" b="b"/>
              <a:pathLst>
                <a:path w="8026" h="11081" extrusionOk="0">
                  <a:moveTo>
                    <a:pt x="6182" y="1"/>
                  </a:moveTo>
                  <a:lnTo>
                    <a:pt x="0" y="9934"/>
                  </a:lnTo>
                  <a:lnTo>
                    <a:pt x="1843" y="11080"/>
                  </a:lnTo>
                  <a:lnTo>
                    <a:pt x="8025" y="1148"/>
                  </a:lnTo>
                  <a:lnTo>
                    <a:pt x="6182"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4"/>
            <p:cNvSpPr/>
            <p:nvPr/>
          </p:nvSpPr>
          <p:spPr>
            <a:xfrm>
              <a:off x="3069750" y="1198275"/>
              <a:ext cx="290975" cy="432250"/>
            </a:xfrm>
            <a:custGeom>
              <a:avLst/>
              <a:gdLst/>
              <a:ahLst/>
              <a:cxnLst/>
              <a:rect l="l" t="t" r="r" b="b"/>
              <a:pathLst>
                <a:path w="11639" h="17290" extrusionOk="0">
                  <a:moveTo>
                    <a:pt x="10557" y="1"/>
                  </a:moveTo>
                  <a:lnTo>
                    <a:pt x="1" y="16965"/>
                  </a:lnTo>
                  <a:cubicBezTo>
                    <a:pt x="280" y="17076"/>
                    <a:pt x="569" y="17174"/>
                    <a:pt x="867" y="17259"/>
                  </a:cubicBezTo>
                  <a:cubicBezTo>
                    <a:pt x="939" y="17279"/>
                    <a:pt x="1013" y="17289"/>
                    <a:pt x="1088" y="17289"/>
                  </a:cubicBezTo>
                  <a:cubicBezTo>
                    <a:pt x="1420" y="17289"/>
                    <a:pt x="1759" y="17093"/>
                    <a:pt x="1962" y="16766"/>
                  </a:cubicBezTo>
                  <a:lnTo>
                    <a:pt x="11339" y="1696"/>
                  </a:lnTo>
                  <a:cubicBezTo>
                    <a:pt x="11638" y="1215"/>
                    <a:pt x="11545" y="617"/>
                    <a:pt x="11130" y="357"/>
                  </a:cubicBezTo>
                  <a:lnTo>
                    <a:pt x="10557"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4"/>
            <p:cNvSpPr/>
            <p:nvPr/>
          </p:nvSpPr>
          <p:spPr>
            <a:xfrm>
              <a:off x="2992075" y="1149075"/>
              <a:ext cx="279350" cy="435900"/>
            </a:xfrm>
            <a:custGeom>
              <a:avLst/>
              <a:gdLst/>
              <a:ahLst/>
              <a:cxnLst/>
              <a:rect l="l" t="t" r="r" b="b"/>
              <a:pathLst>
                <a:path w="11174" h="17436" extrusionOk="0">
                  <a:moveTo>
                    <a:pt x="10501" y="1"/>
                  </a:moveTo>
                  <a:lnTo>
                    <a:pt x="0" y="16875"/>
                  </a:lnTo>
                  <a:cubicBezTo>
                    <a:pt x="184" y="17072"/>
                    <a:pt x="380" y="17259"/>
                    <a:pt x="585" y="17435"/>
                  </a:cubicBezTo>
                  <a:lnTo>
                    <a:pt x="11174" y="420"/>
                  </a:lnTo>
                  <a:lnTo>
                    <a:pt x="10501"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4"/>
          <p:cNvGrpSpPr/>
          <p:nvPr/>
        </p:nvGrpSpPr>
        <p:grpSpPr>
          <a:xfrm rot="3599962">
            <a:off x="8242204" y="2129560"/>
            <a:ext cx="373392" cy="318227"/>
            <a:chOff x="1832650" y="462425"/>
            <a:chExt cx="182075" cy="155175"/>
          </a:xfrm>
        </p:grpSpPr>
        <p:sp>
          <p:nvSpPr>
            <p:cNvPr id="1150" name="Google Shape;1150;p24"/>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4"/>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4"/>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3" name="Google Shape;1153;p24"/>
          <p:cNvGrpSpPr/>
          <p:nvPr/>
        </p:nvGrpSpPr>
        <p:grpSpPr>
          <a:xfrm>
            <a:off x="-140239" y="2407299"/>
            <a:ext cx="390970" cy="328903"/>
            <a:chOff x="1876970" y="-81211"/>
            <a:chExt cx="5178410" cy="4356326"/>
          </a:xfrm>
        </p:grpSpPr>
        <p:sp>
          <p:nvSpPr>
            <p:cNvPr id="1154" name="Google Shape;1154;p24"/>
            <p:cNvSpPr/>
            <p:nvPr/>
          </p:nvSpPr>
          <p:spPr>
            <a:xfrm>
              <a:off x="1876970" y="-81211"/>
              <a:ext cx="4790958" cy="4199058"/>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24"/>
            <p:cNvGrpSpPr/>
            <p:nvPr/>
          </p:nvGrpSpPr>
          <p:grpSpPr>
            <a:xfrm>
              <a:off x="1876970" y="-81211"/>
              <a:ext cx="5178410" cy="4356326"/>
              <a:chOff x="4807450" y="3561550"/>
              <a:chExt cx="90550" cy="76175"/>
            </a:xfrm>
          </p:grpSpPr>
          <p:sp>
            <p:nvSpPr>
              <p:cNvPr id="1156" name="Google Shape;1156;p24"/>
              <p:cNvSpPr/>
              <p:nvPr/>
            </p:nvSpPr>
            <p:spPr>
              <a:xfrm>
                <a:off x="4814200" y="35643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4"/>
              <p:cNvSpPr/>
              <p:nvPr/>
            </p:nvSpPr>
            <p:spPr>
              <a:xfrm>
                <a:off x="4807450" y="35615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4"/>
              <p:cNvSpPr/>
              <p:nvPr/>
            </p:nvSpPr>
            <p:spPr>
              <a:xfrm>
                <a:off x="4826675" y="35840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59" name="Google Shape;1159;p24"/>
          <p:cNvGrpSpPr/>
          <p:nvPr/>
        </p:nvGrpSpPr>
        <p:grpSpPr>
          <a:xfrm rot="-8259914">
            <a:off x="8286938" y="32364"/>
            <a:ext cx="1159941" cy="1005268"/>
            <a:chOff x="3906375" y="2478675"/>
            <a:chExt cx="551950" cy="478350"/>
          </a:xfrm>
        </p:grpSpPr>
        <p:sp>
          <p:nvSpPr>
            <p:cNvPr id="1160" name="Google Shape;1160;p24"/>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4"/>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4"/>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4"/>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4"/>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4"/>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4"/>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4"/>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4"/>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9" name="Google Shape;1169;p24"/>
          <p:cNvSpPr/>
          <p:nvPr/>
        </p:nvSpPr>
        <p:spPr>
          <a:xfrm>
            <a:off x="250713" y="4444597"/>
            <a:ext cx="327817" cy="327801"/>
          </a:xfrm>
          <a:custGeom>
            <a:avLst/>
            <a:gdLst/>
            <a:ahLst/>
            <a:cxnLst/>
            <a:rect l="l" t="t" r="r" b="b"/>
            <a:pathLst>
              <a:path w="6455" h="6455" extrusionOk="0">
                <a:moveTo>
                  <a:pt x="1937" y="0"/>
                </a:moveTo>
                <a:lnTo>
                  <a:pt x="1937" y="1936"/>
                </a:lnTo>
                <a:lnTo>
                  <a:pt x="1" y="1936"/>
                </a:lnTo>
                <a:lnTo>
                  <a:pt x="1" y="4519"/>
                </a:lnTo>
                <a:lnTo>
                  <a:pt x="1937" y="4519"/>
                </a:lnTo>
                <a:lnTo>
                  <a:pt x="1937" y="6455"/>
                </a:lnTo>
                <a:lnTo>
                  <a:pt x="4519" y="6455"/>
                </a:lnTo>
                <a:lnTo>
                  <a:pt x="4519" y="4519"/>
                </a:lnTo>
                <a:lnTo>
                  <a:pt x="6455" y="4519"/>
                </a:lnTo>
                <a:lnTo>
                  <a:pt x="6455" y="1936"/>
                </a:lnTo>
                <a:lnTo>
                  <a:pt x="4519" y="1936"/>
                </a:lnTo>
                <a:lnTo>
                  <a:pt x="45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0" name="Google Shape;1170;p24"/>
          <p:cNvGrpSpPr/>
          <p:nvPr/>
        </p:nvGrpSpPr>
        <p:grpSpPr>
          <a:xfrm>
            <a:off x="8387129" y="910883"/>
            <a:ext cx="169326" cy="169400"/>
            <a:chOff x="3331975" y="2330200"/>
            <a:chExt cx="63125" cy="63150"/>
          </a:xfrm>
        </p:grpSpPr>
        <p:sp>
          <p:nvSpPr>
            <p:cNvPr id="1171" name="Google Shape;1171;p24"/>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4"/>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4"/>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4" name="Google Shape;1174;p24"/>
          <p:cNvGrpSpPr/>
          <p:nvPr/>
        </p:nvGrpSpPr>
        <p:grpSpPr>
          <a:xfrm rot="4811549" flipH="1">
            <a:off x="3574922" y="98792"/>
            <a:ext cx="293942" cy="478352"/>
            <a:chOff x="2082225" y="585025"/>
            <a:chExt cx="100300" cy="163225"/>
          </a:xfrm>
        </p:grpSpPr>
        <p:sp>
          <p:nvSpPr>
            <p:cNvPr id="1175" name="Google Shape;1175;p24"/>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24"/>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4"/>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4"/>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9" name="Google Shape;1179;p24"/>
          <p:cNvGrpSpPr/>
          <p:nvPr/>
        </p:nvGrpSpPr>
        <p:grpSpPr>
          <a:xfrm rot="-2540086" flipH="1">
            <a:off x="3419838" y="4445614"/>
            <a:ext cx="1159941" cy="1005268"/>
            <a:chOff x="3906375" y="2478675"/>
            <a:chExt cx="551950" cy="478350"/>
          </a:xfrm>
        </p:grpSpPr>
        <p:sp>
          <p:nvSpPr>
            <p:cNvPr id="1180" name="Google Shape;1180;p24"/>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4"/>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4"/>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4"/>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4"/>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4"/>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4"/>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4"/>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4"/>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9" name="Google Shape;1189;p24"/>
          <p:cNvSpPr/>
          <p:nvPr/>
        </p:nvSpPr>
        <p:spPr>
          <a:xfrm>
            <a:off x="5817963" y="76697"/>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4"/>
          <p:cNvSpPr/>
          <p:nvPr/>
        </p:nvSpPr>
        <p:spPr>
          <a:xfrm>
            <a:off x="8539525" y="2882785"/>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343"/>
        <p:cNvGrpSpPr/>
        <p:nvPr/>
      </p:nvGrpSpPr>
      <p:grpSpPr>
        <a:xfrm>
          <a:off x="0" y="0"/>
          <a:ext cx="0" cy="0"/>
          <a:chOff x="0" y="0"/>
          <a:chExt cx="0" cy="0"/>
        </a:xfrm>
      </p:grpSpPr>
      <p:grpSp>
        <p:nvGrpSpPr>
          <p:cNvPr id="1344" name="Google Shape;1344;p27"/>
          <p:cNvGrpSpPr/>
          <p:nvPr/>
        </p:nvGrpSpPr>
        <p:grpSpPr>
          <a:xfrm>
            <a:off x="867440" y="536211"/>
            <a:ext cx="8504524" cy="5329937"/>
            <a:chOff x="3342725" y="1015800"/>
            <a:chExt cx="1452300" cy="1071775"/>
          </a:xfrm>
        </p:grpSpPr>
        <p:sp>
          <p:nvSpPr>
            <p:cNvPr id="1345" name="Google Shape;1345;p27"/>
            <p:cNvSpPr/>
            <p:nvPr/>
          </p:nvSpPr>
          <p:spPr>
            <a:xfrm>
              <a:off x="3342725" y="1015800"/>
              <a:ext cx="1452300" cy="1027400"/>
            </a:xfrm>
            <a:custGeom>
              <a:avLst/>
              <a:gdLst/>
              <a:ahLst/>
              <a:cxnLst/>
              <a:rect l="l" t="t" r="r" b="b"/>
              <a:pathLst>
                <a:path w="58092" h="41096" extrusionOk="0">
                  <a:moveTo>
                    <a:pt x="49551" y="1"/>
                  </a:moveTo>
                  <a:cubicBezTo>
                    <a:pt x="48499" y="1"/>
                    <a:pt x="47446" y="116"/>
                    <a:pt x="46417" y="352"/>
                  </a:cubicBezTo>
                  <a:cubicBezTo>
                    <a:pt x="42415" y="1272"/>
                    <a:pt x="38883" y="3990"/>
                    <a:pt x="36969" y="7625"/>
                  </a:cubicBezTo>
                  <a:cubicBezTo>
                    <a:pt x="35968" y="9529"/>
                    <a:pt x="35409" y="11644"/>
                    <a:pt x="34868" y="13691"/>
                  </a:cubicBezTo>
                  <a:cubicBezTo>
                    <a:pt x="34625" y="14614"/>
                    <a:pt x="34372" y="15568"/>
                    <a:pt x="34083" y="16489"/>
                  </a:cubicBezTo>
                  <a:cubicBezTo>
                    <a:pt x="32927" y="20169"/>
                    <a:pt x="31189" y="22652"/>
                    <a:pt x="28919" y="23868"/>
                  </a:cubicBezTo>
                  <a:cubicBezTo>
                    <a:pt x="27633" y="24558"/>
                    <a:pt x="26233" y="24828"/>
                    <a:pt x="24786" y="24828"/>
                  </a:cubicBezTo>
                  <a:cubicBezTo>
                    <a:pt x="22237" y="24828"/>
                    <a:pt x="19543" y="23989"/>
                    <a:pt x="17075" y="23122"/>
                  </a:cubicBezTo>
                  <a:cubicBezTo>
                    <a:pt x="14467" y="22205"/>
                    <a:pt x="11775" y="21367"/>
                    <a:pt x="9230" y="21367"/>
                  </a:cubicBezTo>
                  <a:cubicBezTo>
                    <a:pt x="7779" y="21367"/>
                    <a:pt x="6376" y="21640"/>
                    <a:pt x="5063" y="22326"/>
                  </a:cubicBezTo>
                  <a:cubicBezTo>
                    <a:pt x="1700" y="24084"/>
                    <a:pt x="332" y="27953"/>
                    <a:pt x="174" y="30988"/>
                  </a:cubicBezTo>
                  <a:cubicBezTo>
                    <a:pt x="0" y="34316"/>
                    <a:pt x="925" y="37535"/>
                    <a:pt x="2059" y="41096"/>
                  </a:cubicBezTo>
                  <a:lnTo>
                    <a:pt x="2253" y="41032"/>
                  </a:lnTo>
                  <a:cubicBezTo>
                    <a:pt x="1125" y="37491"/>
                    <a:pt x="206" y="34291"/>
                    <a:pt x="378" y="30998"/>
                  </a:cubicBezTo>
                  <a:cubicBezTo>
                    <a:pt x="534" y="28020"/>
                    <a:pt x="1871" y="24225"/>
                    <a:pt x="5157" y="22506"/>
                  </a:cubicBezTo>
                  <a:cubicBezTo>
                    <a:pt x="6436" y="21838"/>
                    <a:pt x="7807" y="21572"/>
                    <a:pt x="9229" y="21572"/>
                  </a:cubicBezTo>
                  <a:cubicBezTo>
                    <a:pt x="11744" y="21572"/>
                    <a:pt x="14416" y="22404"/>
                    <a:pt x="17005" y="23314"/>
                  </a:cubicBezTo>
                  <a:cubicBezTo>
                    <a:pt x="19492" y="24188"/>
                    <a:pt x="22206" y="25032"/>
                    <a:pt x="24785" y="25032"/>
                  </a:cubicBezTo>
                  <a:cubicBezTo>
                    <a:pt x="26262" y="25032"/>
                    <a:pt x="27694" y="24755"/>
                    <a:pt x="29015" y="24048"/>
                  </a:cubicBezTo>
                  <a:cubicBezTo>
                    <a:pt x="31333" y="22805"/>
                    <a:pt x="33104" y="20281"/>
                    <a:pt x="34278" y="16549"/>
                  </a:cubicBezTo>
                  <a:cubicBezTo>
                    <a:pt x="34568" y="15623"/>
                    <a:pt x="34821" y="14666"/>
                    <a:pt x="35065" y="13742"/>
                  </a:cubicBezTo>
                  <a:cubicBezTo>
                    <a:pt x="35604" y="11706"/>
                    <a:pt x="36159" y="9603"/>
                    <a:pt x="37150" y="7720"/>
                  </a:cubicBezTo>
                  <a:cubicBezTo>
                    <a:pt x="39035" y="4137"/>
                    <a:pt x="42516" y="1458"/>
                    <a:pt x="46463" y="552"/>
                  </a:cubicBezTo>
                  <a:cubicBezTo>
                    <a:pt x="47476" y="319"/>
                    <a:pt x="48513" y="205"/>
                    <a:pt x="49550" y="205"/>
                  </a:cubicBezTo>
                  <a:cubicBezTo>
                    <a:pt x="52549" y="205"/>
                    <a:pt x="55546" y="1158"/>
                    <a:pt x="57968" y="2944"/>
                  </a:cubicBezTo>
                  <a:lnTo>
                    <a:pt x="58091" y="2779"/>
                  </a:lnTo>
                  <a:cubicBezTo>
                    <a:pt x="55635" y="967"/>
                    <a:pt x="52594" y="1"/>
                    <a:pt x="49551" y="1"/>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3427500" y="1071475"/>
              <a:ext cx="1363050" cy="1016100"/>
            </a:xfrm>
            <a:custGeom>
              <a:avLst/>
              <a:gdLst/>
              <a:ahLst/>
              <a:cxnLst/>
              <a:rect l="l" t="t" r="r" b="b"/>
              <a:pathLst>
                <a:path w="54522" h="40644" extrusionOk="0">
                  <a:moveTo>
                    <a:pt x="46272" y="1"/>
                  </a:moveTo>
                  <a:cubicBezTo>
                    <a:pt x="41154" y="1"/>
                    <a:pt x="38461" y="3965"/>
                    <a:pt x="36970" y="8543"/>
                  </a:cubicBezTo>
                  <a:cubicBezTo>
                    <a:pt x="34590" y="15856"/>
                    <a:pt x="31601" y="23969"/>
                    <a:pt x="22715" y="24818"/>
                  </a:cubicBezTo>
                  <a:cubicBezTo>
                    <a:pt x="22433" y="24845"/>
                    <a:pt x="22156" y="24858"/>
                    <a:pt x="21883" y="24858"/>
                  </a:cubicBezTo>
                  <a:cubicBezTo>
                    <a:pt x="17651" y="24858"/>
                    <a:pt x="14513" y="21786"/>
                    <a:pt x="10409" y="21223"/>
                  </a:cubicBezTo>
                  <a:cubicBezTo>
                    <a:pt x="9998" y="21166"/>
                    <a:pt x="9590" y="21139"/>
                    <a:pt x="9188" y="21139"/>
                  </a:cubicBezTo>
                  <a:cubicBezTo>
                    <a:pt x="4754" y="21139"/>
                    <a:pt x="947" y="24469"/>
                    <a:pt x="284" y="28946"/>
                  </a:cubicBezTo>
                  <a:cubicBezTo>
                    <a:pt x="0" y="30859"/>
                    <a:pt x="227" y="32800"/>
                    <a:pt x="698" y="34664"/>
                  </a:cubicBezTo>
                  <a:cubicBezTo>
                    <a:pt x="834" y="35202"/>
                    <a:pt x="1935" y="39727"/>
                    <a:pt x="2368" y="39741"/>
                  </a:cubicBezTo>
                  <a:cubicBezTo>
                    <a:pt x="19709" y="40250"/>
                    <a:pt x="37117" y="40134"/>
                    <a:pt x="54460" y="40644"/>
                  </a:cubicBezTo>
                  <a:lnTo>
                    <a:pt x="54522" y="4991"/>
                  </a:lnTo>
                  <a:cubicBezTo>
                    <a:pt x="53034" y="2124"/>
                    <a:pt x="49949" y="154"/>
                    <a:pt x="46722" y="11"/>
                  </a:cubicBezTo>
                  <a:cubicBezTo>
                    <a:pt x="46570" y="4"/>
                    <a:pt x="46420" y="1"/>
                    <a:pt x="46272" y="1"/>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7" name="Google Shape;1347;p27"/>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348" name="Google Shape;1348;p27"/>
          <p:cNvGrpSpPr/>
          <p:nvPr/>
        </p:nvGrpSpPr>
        <p:grpSpPr>
          <a:xfrm rot="-1818689">
            <a:off x="7990940" y="3358558"/>
            <a:ext cx="1579842" cy="1369177"/>
            <a:chOff x="3906375" y="2478675"/>
            <a:chExt cx="551950" cy="478350"/>
          </a:xfrm>
        </p:grpSpPr>
        <p:sp>
          <p:nvSpPr>
            <p:cNvPr id="1349" name="Google Shape;1349;p27"/>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7"/>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7"/>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8" name="Google Shape;1358;p27"/>
          <p:cNvSpPr/>
          <p:nvPr/>
        </p:nvSpPr>
        <p:spPr>
          <a:xfrm>
            <a:off x="8423988" y="2735845"/>
            <a:ext cx="293954" cy="293850"/>
          </a:xfrm>
          <a:custGeom>
            <a:avLst/>
            <a:gdLst/>
            <a:ahLst/>
            <a:cxnLst/>
            <a:rect l="l" t="t" r="r" b="b"/>
            <a:pathLst>
              <a:path w="3043" h="3042" extrusionOk="0">
                <a:moveTo>
                  <a:pt x="914" y="0"/>
                </a:moveTo>
                <a:lnTo>
                  <a:pt x="914" y="911"/>
                </a:lnTo>
                <a:lnTo>
                  <a:pt x="1" y="911"/>
                </a:lnTo>
                <a:lnTo>
                  <a:pt x="1" y="2129"/>
                </a:lnTo>
                <a:lnTo>
                  <a:pt x="914" y="2129"/>
                </a:lnTo>
                <a:lnTo>
                  <a:pt x="914" y="3041"/>
                </a:lnTo>
                <a:lnTo>
                  <a:pt x="2130" y="3041"/>
                </a:lnTo>
                <a:lnTo>
                  <a:pt x="2130" y="2129"/>
                </a:lnTo>
                <a:lnTo>
                  <a:pt x="3043" y="2129"/>
                </a:lnTo>
                <a:lnTo>
                  <a:pt x="3043" y="911"/>
                </a:lnTo>
                <a:lnTo>
                  <a:pt x="2130" y="911"/>
                </a:lnTo>
                <a:lnTo>
                  <a:pt x="21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9" name="Google Shape;1359;p27"/>
          <p:cNvGrpSpPr/>
          <p:nvPr/>
        </p:nvGrpSpPr>
        <p:grpSpPr>
          <a:xfrm rot="5143689">
            <a:off x="5928256" y="131427"/>
            <a:ext cx="293943" cy="478354"/>
            <a:chOff x="2082225" y="585025"/>
            <a:chExt cx="100300" cy="163225"/>
          </a:xfrm>
        </p:grpSpPr>
        <p:sp>
          <p:nvSpPr>
            <p:cNvPr id="1360" name="Google Shape;1360;p27"/>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7"/>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7"/>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7"/>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4" name="Google Shape;1364;p27"/>
          <p:cNvSpPr/>
          <p:nvPr/>
        </p:nvSpPr>
        <p:spPr>
          <a:xfrm>
            <a:off x="433750" y="4461570"/>
            <a:ext cx="293954" cy="293850"/>
          </a:xfrm>
          <a:custGeom>
            <a:avLst/>
            <a:gdLst/>
            <a:ahLst/>
            <a:cxnLst/>
            <a:rect l="l" t="t" r="r" b="b"/>
            <a:pathLst>
              <a:path w="3043" h="3042" extrusionOk="0">
                <a:moveTo>
                  <a:pt x="914" y="0"/>
                </a:moveTo>
                <a:lnTo>
                  <a:pt x="914" y="911"/>
                </a:lnTo>
                <a:lnTo>
                  <a:pt x="1" y="911"/>
                </a:lnTo>
                <a:lnTo>
                  <a:pt x="1" y="2129"/>
                </a:lnTo>
                <a:lnTo>
                  <a:pt x="914" y="2129"/>
                </a:lnTo>
                <a:lnTo>
                  <a:pt x="914" y="3041"/>
                </a:lnTo>
                <a:lnTo>
                  <a:pt x="2130" y="3041"/>
                </a:lnTo>
                <a:lnTo>
                  <a:pt x="2130" y="2129"/>
                </a:lnTo>
                <a:lnTo>
                  <a:pt x="3043" y="2129"/>
                </a:lnTo>
                <a:lnTo>
                  <a:pt x="3043" y="911"/>
                </a:lnTo>
                <a:lnTo>
                  <a:pt x="2130" y="911"/>
                </a:lnTo>
                <a:lnTo>
                  <a:pt x="21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5" name="Google Shape;1365;p27"/>
          <p:cNvGrpSpPr/>
          <p:nvPr/>
        </p:nvGrpSpPr>
        <p:grpSpPr>
          <a:xfrm>
            <a:off x="715099" y="260763"/>
            <a:ext cx="219599" cy="219686"/>
            <a:chOff x="3331975" y="2330200"/>
            <a:chExt cx="63125" cy="63150"/>
          </a:xfrm>
        </p:grpSpPr>
        <p:sp>
          <p:nvSpPr>
            <p:cNvPr id="1366" name="Google Shape;1366;p27"/>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8100000">
            <a:off x="-301990" y="840086"/>
            <a:ext cx="1159935" cy="1005263"/>
            <a:chOff x="3906375" y="2478675"/>
            <a:chExt cx="551950" cy="478350"/>
          </a:xfrm>
        </p:grpSpPr>
        <p:sp>
          <p:nvSpPr>
            <p:cNvPr id="1370" name="Google Shape;1370;p27"/>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7"/>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7"/>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a:off x="7753425" y="-32315"/>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0" name="Google Shape;1380;p27"/>
          <p:cNvGrpSpPr/>
          <p:nvPr/>
        </p:nvGrpSpPr>
        <p:grpSpPr>
          <a:xfrm rot="8100000">
            <a:off x="4518439" y="4642384"/>
            <a:ext cx="293947" cy="478359"/>
            <a:chOff x="2082225" y="585025"/>
            <a:chExt cx="100300" cy="163225"/>
          </a:xfrm>
        </p:grpSpPr>
        <p:sp>
          <p:nvSpPr>
            <p:cNvPr id="1381" name="Google Shape;1381;p27"/>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5" name="Google Shape;1385;p27"/>
          <p:cNvGrpSpPr/>
          <p:nvPr/>
        </p:nvGrpSpPr>
        <p:grpSpPr>
          <a:xfrm>
            <a:off x="82499" y="3559770"/>
            <a:ext cx="390970" cy="328903"/>
            <a:chOff x="1876970" y="-81211"/>
            <a:chExt cx="5178410" cy="4356326"/>
          </a:xfrm>
        </p:grpSpPr>
        <p:sp>
          <p:nvSpPr>
            <p:cNvPr id="1386" name="Google Shape;1386;p27"/>
            <p:cNvSpPr/>
            <p:nvPr/>
          </p:nvSpPr>
          <p:spPr>
            <a:xfrm>
              <a:off x="1876970" y="-81211"/>
              <a:ext cx="4790958" cy="4199058"/>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7" name="Google Shape;1387;p27"/>
            <p:cNvGrpSpPr/>
            <p:nvPr/>
          </p:nvGrpSpPr>
          <p:grpSpPr>
            <a:xfrm>
              <a:off x="1876970" y="-81211"/>
              <a:ext cx="5178410" cy="4356326"/>
              <a:chOff x="4807450" y="3561550"/>
              <a:chExt cx="90550" cy="76175"/>
            </a:xfrm>
          </p:grpSpPr>
          <p:sp>
            <p:nvSpPr>
              <p:cNvPr id="1388" name="Google Shape;1388;p27"/>
              <p:cNvSpPr/>
              <p:nvPr/>
            </p:nvSpPr>
            <p:spPr>
              <a:xfrm>
                <a:off x="4814200" y="35643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7"/>
              <p:cNvSpPr/>
              <p:nvPr/>
            </p:nvSpPr>
            <p:spPr>
              <a:xfrm>
                <a:off x="4807450" y="35615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7"/>
              <p:cNvSpPr/>
              <p:nvPr/>
            </p:nvSpPr>
            <p:spPr>
              <a:xfrm>
                <a:off x="4826675" y="35840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91" name="Google Shape;1391;p27"/>
          <p:cNvGrpSpPr/>
          <p:nvPr/>
        </p:nvGrpSpPr>
        <p:grpSpPr>
          <a:xfrm rot="3599962">
            <a:off x="1812467" y="211498"/>
            <a:ext cx="373392" cy="318227"/>
            <a:chOff x="1832650" y="462425"/>
            <a:chExt cx="182075" cy="155175"/>
          </a:xfrm>
        </p:grpSpPr>
        <p:sp>
          <p:nvSpPr>
            <p:cNvPr id="1392" name="Google Shape;1392;p27"/>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7"/>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7"/>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5" name="Google Shape;1395;p27"/>
          <p:cNvGrpSpPr/>
          <p:nvPr/>
        </p:nvGrpSpPr>
        <p:grpSpPr>
          <a:xfrm rot="2161297">
            <a:off x="8594178" y="559813"/>
            <a:ext cx="373382" cy="318218"/>
            <a:chOff x="1832650" y="462425"/>
            <a:chExt cx="182075" cy="155175"/>
          </a:xfrm>
        </p:grpSpPr>
        <p:sp>
          <p:nvSpPr>
            <p:cNvPr id="1396" name="Google Shape;1396;p27"/>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7"/>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7"/>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5">
  <p:cSld name="TITLE_ONLY_5">
    <p:spTree>
      <p:nvGrpSpPr>
        <p:cNvPr id="1" name="Shape 1604"/>
        <p:cNvGrpSpPr/>
        <p:nvPr/>
      </p:nvGrpSpPr>
      <p:grpSpPr>
        <a:xfrm>
          <a:off x="0" y="0"/>
          <a:ext cx="0" cy="0"/>
          <a:chOff x="0" y="0"/>
          <a:chExt cx="0" cy="0"/>
        </a:xfrm>
      </p:grpSpPr>
      <p:grpSp>
        <p:nvGrpSpPr>
          <p:cNvPr id="1605" name="Google Shape;1605;p31"/>
          <p:cNvGrpSpPr/>
          <p:nvPr/>
        </p:nvGrpSpPr>
        <p:grpSpPr>
          <a:xfrm>
            <a:off x="-318619" y="-286479"/>
            <a:ext cx="9717056" cy="5030051"/>
            <a:chOff x="2416925" y="2574200"/>
            <a:chExt cx="1327775" cy="687325"/>
          </a:xfrm>
        </p:grpSpPr>
        <p:sp>
          <p:nvSpPr>
            <p:cNvPr id="1606" name="Google Shape;1606;p31"/>
            <p:cNvSpPr/>
            <p:nvPr/>
          </p:nvSpPr>
          <p:spPr>
            <a:xfrm>
              <a:off x="2416925" y="2907225"/>
              <a:ext cx="1327775" cy="354300"/>
            </a:xfrm>
            <a:custGeom>
              <a:avLst/>
              <a:gdLst/>
              <a:ahLst/>
              <a:cxnLst/>
              <a:rect l="l" t="t" r="r" b="b"/>
              <a:pathLst>
                <a:path w="53111" h="14172" extrusionOk="0">
                  <a:moveTo>
                    <a:pt x="52961" y="0"/>
                  </a:moveTo>
                  <a:cubicBezTo>
                    <a:pt x="51797" y="3157"/>
                    <a:pt x="49266" y="5854"/>
                    <a:pt x="46190" y="7214"/>
                  </a:cubicBezTo>
                  <a:cubicBezTo>
                    <a:pt x="44590" y="7921"/>
                    <a:pt x="42823" y="8277"/>
                    <a:pt x="41057" y="8277"/>
                  </a:cubicBezTo>
                  <a:cubicBezTo>
                    <a:pt x="39425" y="8277"/>
                    <a:pt x="37795" y="7974"/>
                    <a:pt x="36298" y="7366"/>
                  </a:cubicBezTo>
                  <a:cubicBezTo>
                    <a:pt x="35077" y="6870"/>
                    <a:pt x="33925" y="6178"/>
                    <a:pt x="32808" y="5507"/>
                  </a:cubicBezTo>
                  <a:cubicBezTo>
                    <a:pt x="31722" y="4854"/>
                    <a:pt x="30599" y="4178"/>
                    <a:pt x="29410" y="3682"/>
                  </a:cubicBezTo>
                  <a:cubicBezTo>
                    <a:pt x="28362" y="3246"/>
                    <a:pt x="27141" y="2950"/>
                    <a:pt x="25932" y="2950"/>
                  </a:cubicBezTo>
                  <a:cubicBezTo>
                    <a:pt x="24437" y="2950"/>
                    <a:pt x="22961" y="3402"/>
                    <a:pt x="21857" y="4599"/>
                  </a:cubicBezTo>
                  <a:cubicBezTo>
                    <a:pt x="21066" y="5456"/>
                    <a:pt x="20665" y="6575"/>
                    <a:pt x="20277" y="7656"/>
                  </a:cubicBezTo>
                  <a:cubicBezTo>
                    <a:pt x="20047" y="8293"/>
                    <a:pt x="19810" y="8954"/>
                    <a:pt x="19497" y="9543"/>
                  </a:cubicBezTo>
                  <a:cubicBezTo>
                    <a:pt x="18040" y="12284"/>
                    <a:pt x="14772" y="14010"/>
                    <a:pt x="11255" y="14010"/>
                  </a:cubicBezTo>
                  <a:cubicBezTo>
                    <a:pt x="10801" y="14010"/>
                    <a:pt x="10344" y="13982"/>
                    <a:pt x="9885" y="13923"/>
                  </a:cubicBezTo>
                  <a:cubicBezTo>
                    <a:pt x="6618" y="13504"/>
                    <a:pt x="3329" y="11739"/>
                    <a:pt x="111" y="8675"/>
                  </a:cubicBezTo>
                  <a:lnTo>
                    <a:pt x="1" y="8791"/>
                  </a:lnTo>
                  <a:cubicBezTo>
                    <a:pt x="3246" y="11879"/>
                    <a:pt x="6564" y="13659"/>
                    <a:pt x="9866" y="14083"/>
                  </a:cubicBezTo>
                  <a:cubicBezTo>
                    <a:pt x="10330" y="14144"/>
                    <a:pt x="10794" y="14172"/>
                    <a:pt x="11253" y="14172"/>
                  </a:cubicBezTo>
                  <a:cubicBezTo>
                    <a:pt x="14829" y="14172"/>
                    <a:pt x="18154" y="12412"/>
                    <a:pt x="19637" y="9618"/>
                  </a:cubicBezTo>
                  <a:cubicBezTo>
                    <a:pt x="19955" y="9019"/>
                    <a:pt x="20195" y="8352"/>
                    <a:pt x="20426" y="7709"/>
                  </a:cubicBezTo>
                  <a:cubicBezTo>
                    <a:pt x="20809" y="6643"/>
                    <a:pt x="21205" y="5540"/>
                    <a:pt x="21974" y="4707"/>
                  </a:cubicBezTo>
                  <a:cubicBezTo>
                    <a:pt x="23043" y="3548"/>
                    <a:pt x="24476" y="3110"/>
                    <a:pt x="25931" y="3110"/>
                  </a:cubicBezTo>
                  <a:cubicBezTo>
                    <a:pt x="27117" y="3110"/>
                    <a:pt x="28318" y="3401"/>
                    <a:pt x="29348" y="3830"/>
                  </a:cubicBezTo>
                  <a:cubicBezTo>
                    <a:pt x="30526" y="4321"/>
                    <a:pt x="31645" y="4992"/>
                    <a:pt x="32726" y="5642"/>
                  </a:cubicBezTo>
                  <a:cubicBezTo>
                    <a:pt x="33845" y="6316"/>
                    <a:pt x="35005" y="7013"/>
                    <a:pt x="36237" y="7513"/>
                  </a:cubicBezTo>
                  <a:cubicBezTo>
                    <a:pt x="37753" y="8128"/>
                    <a:pt x="39405" y="8435"/>
                    <a:pt x="41057" y="8435"/>
                  </a:cubicBezTo>
                  <a:cubicBezTo>
                    <a:pt x="42845" y="8435"/>
                    <a:pt x="44634" y="8075"/>
                    <a:pt x="46254" y="7359"/>
                  </a:cubicBezTo>
                  <a:cubicBezTo>
                    <a:pt x="49371" y="5983"/>
                    <a:pt x="51933" y="3252"/>
                    <a:pt x="53111" y="55"/>
                  </a:cubicBezTo>
                  <a:lnTo>
                    <a:pt x="52961" y="0"/>
                  </a:ln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1"/>
            <p:cNvSpPr/>
            <p:nvPr/>
          </p:nvSpPr>
          <p:spPr>
            <a:xfrm>
              <a:off x="2444650" y="2574200"/>
              <a:ext cx="1258700" cy="593100"/>
            </a:xfrm>
            <a:custGeom>
              <a:avLst/>
              <a:gdLst/>
              <a:ahLst/>
              <a:cxnLst/>
              <a:rect l="l" t="t" r="r" b="b"/>
              <a:pathLst>
                <a:path w="50348" h="23724" extrusionOk="0">
                  <a:moveTo>
                    <a:pt x="202" y="0"/>
                  </a:moveTo>
                  <a:lnTo>
                    <a:pt x="0" y="16860"/>
                  </a:lnTo>
                  <a:cubicBezTo>
                    <a:pt x="1699" y="19734"/>
                    <a:pt x="4256" y="22213"/>
                    <a:pt x="7430" y="23246"/>
                  </a:cubicBezTo>
                  <a:cubicBezTo>
                    <a:pt x="8404" y="23563"/>
                    <a:pt x="9438" y="23724"/>
                    <a:pt x="10470" y="23724"/>
                  </a:cubicBezTo>
                  <a:cubicBezTo>
                    <a:pt x="12798" y="23724"/>
                    <a:pt x="15113" y="22905"/>
                    <a:pt x="16702" y="21223"/>
                  </a:cubicBezTo>
                  <a:cubicBezTo>
                    <a:pt x="17953" y="19899"/>
                    <a:pt x="18710" y="18138"/>
                    <a:pt x="20098" y="16958"/>
                  </a:cubicBezTo>
                  <a:cubicBezTo>
                    <a:pt x="21451" y="15808"/>
                    <a:pt x="23249" y="15357"/>
                    <a:pt x="25043" y="15357"/>
                  </a:cubicBezTo>
                  <a:cubicBezTo>
                    <a:pt x="25515" y="15357"/>
                    <a:pt x="25986" y="15388"/>
                    <a:pt x="26449" y="15446"/>
                  </a:cubicBezTo>
                  <a:cubicBezTo>
                    <a:pt x="28672" y="15725"/>
                    <a:pt x="30784" y="16546"/>
                    <a:pt x="32931" y="17182"/>
                  </a:cubicBezTo>
                  <a:cubicBezTo>
                    <a:pt x="34455" y="17633"/>
                    <a:pt x="36048" y="17993"/>
                    <a:pt x="37627" y="17993"/>
                  </a:cubicBezTo>
                  <a:cubicBezTo>
                    <a:pt x="38272" y="17993"/>
                    <a:pt x="38915" y="17933"/>
                    <a:pt x="39551" y="17794"/>
                  </a:cubicBezTo>
                  <a:cubicBezTo>
                    <a:pt x="42568" y="17134"/>
                    <a:pt x="44985" y="14756"/>
                    <a:pt x="46424" y="12022"/>
                  </a:cubicBezTo>
                  <a:cubicBezTo>
                    <a:pt x="47862" y="9287"/>
                    <a:pt x="48461" y="6201"/>
                    <a:pt x="49000" y="3160"/>
                  </a:cubicBezTo>
                  <a:cubicBezTo>
                    <a:pt x="49202" y="2026"/>
                    <a:pt x="49411" y="798"/>
                    <a:pt x="50347" y="129"/>
                  </a:cubicBezTo>
                  <a:lnTo>
                    <a:pt x="2507" y="129"/>
                  </a:lnTo>
                  <a:cubicBezTo>
                    <a:pt x="1776" y="92"/>
                    <a:pt x="933" y="0"/>
                    <a:pt x="202" y="0"/>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8" name="Google Shape;1608;p31"/>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09" name="Google Shape;1609;p31"/>
          <p:cNvSpPr/>
          <p:nvPr/>
        </p:nvSpPr>
        <p:spPr>
          <a:xfrm>
            <a:off x="577938" y="201980"/>
            <a:ext cx="274321" cy="274321"/>
          </a:xfrm>
          <a:custGeom>
            <a:avLst/>
            <a:gdLst/>
            <a:ahLst/>
            <a:cxnLst/>
            <a:rect l="l" t="t" r="r" b="b"/>
            <a:pathLst>
              <a:path w="6455" h="6455" extrusionOk="0">
                <a:moveTo>
                  <a:pt x="1937" y="0"/>
                </a:moveTo>
                <a:lnTo>
                  <a:pt x="1937" y="1936"/>
                </a:lnTo>
                <a:lnTo>
                  <a:pt x="1" y="1936"/>
                </a:lnTo>
                <a:lnTo>
                  <a:pt x="1" y="4519"/>
                </a:lnTo>
                <a:lnTo>
                  <a:pt x="1937" y="4519"/>
                </a:lnTo>
                <a:lnTo>
                  <a:pt x="1937" y="6455"/>
                </a:lnTo>
                <a:lnTo>
                  <a:pt x="4519" y="6455"/>
                </a:lnTo>
                <a:lnTo>
                  <a:pt x="4519" y="4519"/>
                </a:lnTo>
                <a:lnTo>
                  <a:pt x="6455" y="4519"/>
                </a:lnTo>
                <a:lnTo>
                  <a:pt x="6455" y="1936"/>
                </a:lnTo>
                <a:lnTo>
                  <a:pt x="4519" y="1936"/>
                </a:lnTo>
                <a:lnTo>
                  <a:pt x="45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0" name="Google Shape;1610;p31"/>
          <p:cNvGrpSpPr/>
          <p:nvPr/>
        </p:nvGrpSpPr>
        <p:grpSpPr>
          <a:xfrm rot="-936220">
            <a:off x="8480270" y="2602520"/>
            <a:ext cx="975957" cy="1546896"/>
            <a:chOff x="5889025" y="1986900"/>
            <a:chExt cx="456150" cy="723000"/>
          </a:xfrm>
        </p:grpSpPr>
        <p:sp>
          <p:nvSpPr>
            <p:cNvPr id="1611" name="Google Shape;1611;p31"/>
            <p:cNvSpPr/>
            <p:nvPr/>
          </p:nvSpPr>
          <p:spPr>
            <a:xfrm>
              <a:off x="5968575" y="2084475"/>
              <a:ext cx="252375" cy="31925"/>
            </a:xfrm>
            <a:custGeom>
              <a:avLst/>
              <a:gdLst/>
              <a:ahLst/>
              <a:cxnLst/>
              <a:rect l="l" t="t" r="r" b="b"/>
              <a:pathLst>
                <a:path w="10095" h="1277" extrusionOk="0">
                  <a:moveTo>
                    <a:pt x="10054" y="1"/>
                  </a:moveTo>
                  <a:lnTo>
                    <a:pt x="0" y="663"/>
                  </a:lnTo>
                  <a:lnTo>
                    <a:pt x="41" y="1276"/>
                  </a:lnTo>
                  <a:lnTo>
                    <a:pt x="10094" y="613"/>
                  </a:lnTo>
                  <a:lnTo>
                    <a:pt x="100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1"/>
            <p:cNvSpPr/>
            <p:nvPr/>
          </p:nvSpPr>
          <p:spPr>
            <a:xfrm>
              <a:off x="5895050" y="1986900"/>
              <a:ext cx="392525" cy="122075"/>
            </a:xfrm>
            <a:custGeom>
              <a:avLst/>
              <a:gdLst/>
              <a:ahLst/>
              <a:cxnLst/>
              <a:rect l="l" t="t" r="r" b="b"/>
              <a:pathLst>
                <a:path w="15701" h="4883" extrusionOk="0">
                  <a:moveTo>
                    <a:pt x="15445" y="1"/>
                  </a:moveTo>
                  <a:lnTo>
                    <a:pt x="0" y="1020"/>
                  </a:lnTo>
                  <a:lnTo>
                    <a:pt x="255" y="4882"/>
                  </a:lnTo>
                  <a:lnTo>
                    <a:pt x="15700" y="3863"/>
                  </a:lnTo>
                  <a:lnTo>
                    <a:pt x="15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1"/>
            <p:cNvSpPr/>
            <p:nvPr/>
          </p:nvSpPr>
          <p:spPr>
            <a:xfrm>
              <a:off x="6085450" y="2003725"/>
              <a:ext cx="11700" cy="88400"/>
            </a:xfrm>
            <a:custGeom>
              <a:avLst/>
              <a:gdLst/>
              <a:ahLst/>
              <a:cxnLst/>
              <a:rect l="l" t="t" r="r" b="b"/>
              <a:pathLst>
                <a:path w="468" h="3536" extrusionOk="0">
                  <a:moveTo>
                    <a:pt x="236" y="1"/>
                  </a:moveTo>
                  <a:lnTo>
                    <a:pt x="0" y="16"/>
                  </a:lnTo>
                  <a:lnTo>
                    <a:pt x="233" y="3535"/>
                  </a:lnTo>
                  <a:lnTo>
                    <a:pt x="468" y="3520"/>
                  </a:lnTo>
                  <a:lnTo>
                    <a:pt x="236"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1"/>
            <p:cNvSpPr/>
            <p:nvPr/>
          </p:nvSpPr>
          <p:spPr>
            <a:xfrm>
              <a:off x="6069200" y="2004825"/>
              <a:ext cx="11700" cy="88375"/>
            </a:xfrm>
            <a:custGeom>
              <a:avLst/>
              <a:gdLst/>
              <a:ahLst/>
              <a:cxnLst/>
              <a:rect l="l" t="t" r="r" b="b"/>
              <a:pathLst>
                <a:path w="468" h="3535" extrusionOk="0">
                  <a:moveTo>
                    <a:pt x="236" y="0"/>
                  </a:moveTo>
                  <a:lnTo>
                    <a:pt x="0" y="16"/>
                  </a:lnTo>
                  <a:lnTo>
                    <a:pt x="232" y="3535"/>
                  </a:lnTo>
                  <a:lnTo>
                    <a:pt x="468" y="3519"/>
                  </a:lnTo>
                  <a:lnTo>
                    <a:pt x="236"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1"/>
            <p:cNvSpPr/>
            <p:nvPr/>
          </p:nvSpPr>
          <p:spPr>
            <a:xfrm>
              <a:off x="6052975" y="2005900"/>
              <a:ext cx="11700" cy="88375"/>
            </a:xfrm>
            <a:custGeom>
              <a:avLst/>
              <a:gdLst/>
              <a:ahLst/>
              <a:cxnLst/>
              <a:rect l="l" t="t" r="r" b="b"/>
              <a:pathLst>
                <a:path w="468" h="3535" extrusionOk="0">
                  <a:moveTo>
                    <a:pt x="235" y="0"/>
                  </a:moveTo>
                  <a:lnTo>
                    <a:pt x="0" y="16"/>
                  </a:lnTo>
                  <a:lnTo>
                    <a:pt x="232" y="3535"/>
                  </a:lnTo>
                  <a:lnTo>
                    <a:pt x="468" y="3519"/>
                  </a:lnTo>
                  <a:lnTo>
                    <a:pt x="235"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1"/>
            <p:cNvSpPr/>
            <p:nvPr/>
          </p:nvSpPr>
          <p:spPr>
            <a:xfrm>
              <a:off x="6036675" y="2006950"/>
              <a:ext cx="11725" cy="88400"/>
            </a:xfrm>
            <a:custGeom>
              <a:avLst/>
              <a:gdLst/>
              <a:ahLst/>
              <a:cxnLst/>
              <a:rect l="l" t="t" r="r" b="b"/>
              <a:pathLst>
                <a:path w="469" h="3536" extrusionOk="0">
                  <a:moveTo>
                    <a:pt x="236" y="1"/>
                  </a:moveTo>
                  <a:lnTo>
                    <a:pt x="1" y="16"/>
                  </a:lnTo>
                  <a:lnTo>
                    <a:pt x="233" y="3535"/>
                  </a:lnTo>
                  <a:lnTo>
                    <a:pt x="468" y="3520"/>
                  </a:lnTo>
                  <a:lnTo>
                    <a:pt x="236"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1"/>
            <p:cNvSpPr/>
            <p:nvPr/>
          </p:nvSpPr>
          <p:spPr>
            <a:xfrm>
              <a:off x="6020425" y="2008050"/>
              <a:ext cx="11725" cy="88375"/>
            </a:xfrm>
            <a:custGeom>
              <a:avLst/>
              <a:gdLst/>
              <a:ahLst/>
              <a:cxnLst/>
              <a:rect l="l" t="t" r="r" b="b"/>
              <a:pathLst>
                <a:path w="469" h="3535" extrusionOk="0">
                  <a:moveTo>
                    <a:pt x="236" y="0"/>
                  </a:moveTo>
                  <a:lnTo>
                    <a:pt x="1" y="16"/>
                  </a:lnTo>
                  <a:lnTo>
                    <a:pt x="233" y="3535"/>
                  </a:lnTo>
                  <a:lnTo>
                    <a:pt x="468" y="3519"/>
                  </a:lnTo>
                  <a:lnTo>
                    <a:pt x="236"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1"/>
            <p:cNvSpPr/>
            <p:nvPr/>
          </p:nvSpPr>
          <p:spPr>
            <a:xfrm>
              <a:off x="6004175" y="2009100"/>
              <a:ext cx="11725" cy="88375"/>
            </a:xfrm>
            <a:custGeom>
              <a:avLst/>
              <a:gdLst/>
              <a:ahLst/>
              <a:cxnLst/>
              <a:rect l="l" t="t" r="r" b="b"/>
              <a:pathLst>
                <a:path w="469" h="3535" extrusionOk="0">
                  <a:moveTo>
                    <a:pt x="236" y="0"/>
                  </a:moveTo>
                  <a:lnTo>
                    <a:pt x="1" y="16"/>
                  </a:lnTo>
                  <a:lnTo>
                    <a:pt x="233" y="3535"/>
                  </a:lnTo>
                  <a:lnTo>
                    <a:pt x="468" y="3519"/>
                  </a:lnTo>
                  <a:lnTo>
                    <a:pt x="236"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1"/>
            <p:cNvSpPr/>
            <p:nvPr/>
          </p:nvSpPr>
          <p:spPr>
            <a:xfrm>
              <a:off x="5987925" y="2010175"/>
              <a:ext cx="11700" cy="88400"/>
            </a:xfrm>
            <a:custGeom>
              <a:avLst/>
              <a:gdLst/>
              <a:ahLst/>
              <a:cxnLst/>
              <a:rect l="l" t="t" r="r" b="b"/>
              <a:pathLst>
                <a:path w="468" h="3536" extrusionOk="0">
                  <a:moveTo>
                    <a:pt x="236" y="1"/>
                  </a:moveTo>
                  <a:lnTo>
                    <a:pt x="0" y="16"/>
                  </a:lnTo>
                  <a:lnTo>
                    <a:pt x="233" y="3535"/>
                  </a:lnTo>
                  <a:lnTo>
                    <a:pt x="468" y="3520"/>
                  </a:lnTo>
                  <a:lnTo>
                    <a:pt x="236"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1"/>
            <p:cNvSpPr/>
            <p:nvPr/>
          </p:nvSpPr>
          <p:spPr>
            <a:xfrm>
              <a:off x="5971675" y="2011275"/>
              <a:ext cx="11700" cy="88375"/>
            </a:xfrm>
            <a:custGeom>
              <a:avLst/>
              <a:gdLst/>
              <a:ahLst/>
              <a:cxnLst/>
              <a:rect l="l" t="t" r="r" b="b"/>
              <a:pathLst>
                <a:path w="468" h="3535" extrusionOk="0">
                  <a:moveTo>
                    <a:pt x="236" y="0"/>
                  </a:moveTo>
                  <a:lnTo>
                    <a:pt x="0" y="16"/>
                  </a:lnTo>
                  <a:lnTo>
                    <a:pt x="233" y="3535"/>
                  </a:lnTo>
                  <a:lnTo>
                    <a:pt x="468" y="3519"/>
                  </a:lnTo>
                  <a:lnTo>
                    <a:pt x="236"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1"/>
            <p:cNvSpPr/>
            <p:nvPr/>
          </p:nvSpPr>
          <p:spPr>
            <a:xfrm>
              <a:off x="5955425" y="2012325"/>
              <a:ext cx="11725" cy="88375"/>
            </a:xfrm>
            <a:custGeom>
              <a:avLst/>
              <a:gdLst/>
              <a:ahLst/>
              <a:cxnLst/>
              <a:rect l="l" t="t" r="r" b="b"/>
              <a:pathLst>
                <a:path w="469" h="3535" extrusionOk="0">
                  <a:moveTo>
                    <a:pt x="235" y="0"/>
                  </a:moveTo>
                  <a:lnTo>
                    <a:pt x="0" y="16"/>
                  </a:lnTo>
                  <a:lnTo>
                    <a:pt x="232" y="3535"/>
                  </a:lnTo>
                  <a:lnTo>
                    <a:pt x="469" y="3519"/>
                  </a:lnTo>
                  <a:lnTo>
                    <a:pt x="235"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1"/>
            <p:cNvSpPr/>
            <p:nvPr/>
          </p:nvSpPr>
          <p:spPr>
            <a:xfrm>
              <a:off x="5939150" y="2013375"/>
              <a:ext cx="11725" cy="88400"/>
            </a:xfrm>
            <a:custGeom>
              <a:avLst/>
              <a:gdLst/>
              <a:ahLst/>
              <a:cxnLst/>
              <a:rect l="l" t="t" r="r" b="b"/>
              <a:pathLst>
                <a:path w="469" h="3536" extrusionOk="0">
                  <a:moveTo>
                    <a:pt x="236" y="1"/>
                  </a:moveTo>
                  <a:lnTo>
                    <a:pt x="1" y="16"/>
                  </a:lnTo>
                  <a:lnTo>
                    <a:pt x="233" y="3535"/>
                  </a:lnTo>
                  <a:lnTo>
                    <a:pt x="468" y="3520"/>
                  </a:lnTo>
                  <a:lnTo>
                    <a:pt x="236"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1"/>
            <p:cNvSpPr/>
            <p:nvPr/>
          </p:nvSpPr>
          <p:spPr>
            <a:xfrm>
              <a:off x="5922900" y="2014500"/>
              <a:ext cx="11750" cy="88375"/>
            </a:xfrm>
            <a:custGeom>
              <a:avLst/>
              <a:gdLst/>
              <a:ahLst/>
              <a:cxnLst/>
              <a:rect l="l" t="t" r="r" b="b"/>
              <a:pathLst>
                <a:path w="470" h="3535" extrusionOk="0">
                  <a:moveTo>
                    <a:pt x="237" y="0"/>
                  </a:moveTo>
                  <a:lnTo>
                    <a:pt x="1" y="16"/>
                  </a:lnTo>
                  <a:lnTo>
                    <a:pt x="233" y="3535"/>
                  </a:lnTo>
                  <a:lnTo>
                    <a:pt x="469" y="3519"/>
                  </a:lnTo>
                  <a:lnTo>
                    <a:pt x="237"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1"/>
            <p:cNvSpPr/>
            <p:nvPr/>
          </p:nvSpPr>
          <p:spPr>
            <a:xfrm>
              <a:off x="5906650" y="2015550"/>
              <a:ext cx="11750" cy="88375"/>
            </a:xfrm>
            <a:custGeom>
              <a:avLst/>
              <a:gdLst/>
              <a:ahLst/>
              <a:cxnLst/>
              <a:rect l="l" t="t" r="r" b="b"/>
              <a:pathLst>
                <a:path w="470" h="3535" extrusionOk="0">
                  <a:moveTo>
                    <a:pt x="237" y="0"/>
                  </a:moveTo>
                  <a:lnTo>
                    <a:pt x="1" y="16"/>
                  </a:lnTo>
                  <a:lnTo>
                    <a:pt x="233" y="3535"/>
                  </a:lnTo>
                  <a:lnTo>
                    <a:pt x="469" y="3519"/>
                  </a:lnTo>
                  <a:lnTo>
                    <a:pt x="237"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1"/>
            <p:cNvSpPr/>
            <p:nvPr/>
          </p:nvSpPr>
          <p:spPr>
            <a:xfrm>
              <a:off x="6101950" y="2002750"/>
              <a:ext cx="11725" cy="88400"/>
            </a:xfrm>
            <a:custGeom>
              <a:avLst/>
              <a:gdLst/>
              <a:ahLst/>
              <a:cxnLst/>
              <a:rect l="l" t="t" r="r" b="b"/>
              <a:pathLst>
                <a:path w="469" h="3536" extrusionOk="0">
                  <a:moveTo>
                    <a:pt x="236" y="0"/>
                  </a:moveTo>
                  <a:lnTo>
                    <a:pt x="1" y="16"/>
                  </a:lnTo>
                  <a:lnTo>
                    <a:pt x="233" y="3535"/>
                  </a:lnTo>
                  <a:lnTo>
                    <a:pt x="468" y="3520"/>
                  </a:lnTo>
                  <a:lnTo>
                    <a:pt x="236"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1"/>
            <p:cNvSpPr/>
            <p:nvPr/>
          </p:nvSpPr>
          <p:spPr>
            <a:xfrm>
              <a:off x="6118225" y="2001700"/>
              <a:ext cx="11725" cy="88375"/>
            </a:xfrm>
            <a:custGeom>
              <a:avLst/>
              <a:gdLst/>
              <a:ahLst/>
              <a:cxnLst/>
              <a:rect l="l" t="t" r="r" b="b"/>
              <a:pathLst>
                <a:path w="469" h="3535" extrusionOk="0">
                  <a:moveTo>
                    <a:pt x="236" y="0"/>
                  </a:moveTo>
                  <a:lnTo>
                    <a:pt x="0" y="16"/>
                  </a:lnTo>
                  <a:lnTo>
                    <a:pt x="232" y="3535"/>
                  </a:lnTo>
                  <a:lnTo>
                    <a:pt x="469" y="3519"/>
                  </a:lnTo>
                  <a:lnTo>
                    <a:pt x="236"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1"/>
            <p:cNvSpPr/>
            <p:nvPr/>
          </p:nvSpPr>
          <p:spPr>
            <a:xfrm>
              <a:off x="6134475" y="2000625"/>
              <a:ext cx="11700" cy="88400"/>
            </a:xfrm>
            <a:custGeom>
              <a:avLst/>
              <a:gdLst/>
              <a:ahLst/>
              <a:cxnLst/>
              <a:rect l="l" t="t" r="r" b="b"/>
              <a:pathLst>
                <a:path w="468" h="3536" extrusionOk="0">
                  <a:moveTo>
                    <a:pt x="235" y="1"/>
                  </a:moveTo>
                  <a:lnTo>
                    <a:pt x="0" y="16"/>
                  </a:lnTo>
                  <a:lnTo>
                    <a:pt x="232" y="3535"/>
                  </a:lnTo>
                  <a:lnTo>
                    <a:pt x="468" y="3520"/>
                  </a:lnTo>
                  <a:lnTo>
                    <a:pt x="235"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1"/>
            <p:cNvSpPr/>
            <p:nvPr/>
          </p:nvSpPr>
          <p:spPr>
            <a:xfrm>
              <a:off x="6150750" y="1999550"/>
              <a:ext cx="11725" cy="88400"/>
            </a:xfrm>
            <a:custGeom>
              <a:avLst/>
              <a:gdLst/>
              <a:ahLst/>
              <a:cxnLst/>
              <a:rect l="l" t="t" r="r" b="b"/>
              <a:pathLst>
                <a:path w="469" h="3536" extrusionOk="0">
                  <a:moveTo>
                    <a:pt x="237" y="1"/>
                  </a:moveTo>
                  <a:lnTo>
                    <a:pt x="0" y="16"/>
                  </a:lnTo>
                  <a:lnTo>
                    <a:pt x="233" y="3535"/>
                  </a:lnTo>
                  <a:lnTo>
                    <a:pt x="469" y="3520"/>
                  </a:lnTo>
                  <a:lnTo>
                    <a:pt x="237"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1"/>
            <p:cNvSpPr/>
            <p:nvPr/>
          </p:nvSpPr>
          <p:spPr>
            <a:xfrm>
              <a:off x="6166975" y="1998475"/>
              <a:ext cx="11750" cy="88375"/>
            </a:xfrm>
            <a:custGeom>
              <a:avLst/>
              <a:gdLst/>
              <a:ahLst/>
              <a:cxnLst/>
              <a:rect l="l" t="t" r="r" b="b"/>
              <a:pathLst>
                <a:path w="470" h="3535" extrusionOk="0">
                  <a:moveTo>
                    <a:pt x="237" y="0"/>
                  </a:moveTo>
                  <a:lnTo>
                    <a:pt x="1" y="16"/>
                  </a:lnTo>
                  <a:lnTo>
                    <a:pt x="234" y="3535"/>
                  </a:lnTo>
                  <a:lnTo>
                    <a:pt x="469" y="3519"/>
                  </a:lnTo>
                  <a:lnTo>
                    <a:pt x="237"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1"/>
            <p:cNvSpPr/>
            <p:nvPr/>
          </p:nvSpPr>
          <p:spPr>
            <a:xfrm>
              <a:off x="6183250" y="1997375"/>
              <a:ext cx="11725" cy="88400"/>
            </a:xfrm>
            <a:custGeom>
              <a:avLst/>
              <a:gdLst/>
              <a:ahLst/>
              <a:cxnLst/>
              <a:rect l="l" t="t" r="r" b="b"/>
              <a:pathLst>
                <a:path w="469" h="3536" extrusionOk="0">
                  <a:moveTo>
                    <a:pt x="236" y="1"/>
                  </a:moveTo>
                  <a:lnTo>
                    <a:pt x="1" y="16"/>
                  </a:lnTo>
                  <a:lnTo>
                    <a:pt x="233" y="3535"/>
                  </a:lnTo>
                  <a:lnTo>
                    <a:pt x="468" y="3520"/>
                  </a:lnTo>
                  <a:lnTo>
                    <a:pt x="236"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1"/>
            <p:cNvSpPr/>
            <p:nvPr/>
          </p:nvSpPr>
          <p:spPr>
            <a:xfrm>
              <a:off x="6199500" y="1996350"/>
              <a:ext cx="11725" cy="88400"/>
            </a:xfrm>
            <a:custGeom>
              <a:avLst/>
              <a:gdLst/>
              <a:ahLst/>
              <a:cxnLst/>
              <a:rect l="l" t="t" r="r" b="b"/>
              <a:pathLst>
                <a:path w="469" h="3536" extrusionOk="0">
                  <a:moveTo>
                    <a:pt x="236" y="1"/>
                  </a:moveTo>
                  <a:lnTo>
                    <a:pt x="1" y="16"/>
                  </a:lnTo>
                  <a:lnTo>
                    <a:pt x="233" y="3535"/>
                  </a:lnTo>
                  <a:lnTo>
                    <a:pt x="468" y="3520"/>
                  </a:lnTo>
                  <a:lnTo>
                    <a:pt x="236"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1"/>
            <p:cNvSpPr/>
            <p:nvPr/>
          </p:nvSpPr>
          <p:spPr>
            <a:xfrm>
              <a:off x="6215725" y="1995250"/>
              <a:ext cx="11750" cy="88375"/>
            </a:xfrm>
            <a:custGeom>
              <a:avLst/>
              <a:gdLst/>
              <a:ahLst/>
              <a:cxnLst/>
              <a:rect l="l" t="t" r="r" b="b"/>
              <a:pathLst>
                <a:path w="470" h="3535" extrusionOk="0">
                  <a:moveTo>
                    <a:pt x="236" y="0"/>
                  </a:moveTo>
                  <a:lnTo>
                    <a:pt x="1" y="16"/>
                  </a:lnTo>
                  <a:lnTo>
                    <a:pt x="233" y="3535"/>
                  </a:lnTo>
                  <a:lnTo>
                    <a:pt x="470" y="3519"/>
                  </a:lnTo>
                  <a:lnTo>
                    <a:pt x="236"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1"/>
            <p:cNvSpPr/>
            <p:nvPr/>
          </p:nvSpPr>
          <p:spPr>
            <a:xfrm>
              <a:off x="6232025" y="1994175"/>
              <a:ext cx="11700" cy="88400"/>
            </a:xfrm>
            <a:custGeom>
              <a:avLst/>
              <a:gdLst/>
              <a:ahLst/>
              <a:cxnLst/>
              <a:rect l="l" t="t" r="r" b="b"/>
              <a:pathLst>
                <a:path w="468" h="3536" extrusionOk="0">
                  <a:moveTo>
                    <a:pt x="235" y="1"/>
                  </a:moveTo>
                  <a:lnTo>
                    <a:pt x="0" y="16"/>
                  </a:lnTo>
                  <a:lnTo>
                    <a:pt x="232" y="3535"/>
                  </a:lnTo>
                  <a:lnTo>
                    <a:pt x="468" y="3520"/>
                  </a:lnTo>
                  <a:lnTo>
                    <a:pt x="235"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1"/>
            <p:cNvSpPr/>
            <p:nvPr/>
          </p:nvSpPr>
          <p:spPr>
            <a:xfrm>
              <a:off x="6248300" y="1993125"/>
              <a:ext cx="11700" cy="88400"/>
            </a:xfrm>
            <a:custGeom>
              <a:avLst/>
              <a:gdLst/>
              <a:ahLst/>
              <a:cxnLst/>
              <a:rect l="l" t="t" r="r" b="b"/>
              <a:pathLst>
                <a:path w="468" h="3536" extrusionOk="0">
                  <a:moveTo>
                    <a:pt x="236" y="1"/>
                  </a:moveTo>
                  <a:lnTo>
                    <a:pt x="0" y="16"/>
                  </a:lnTo>
                  <a:lnTo>
                    <a:pt x="232" y="3535"/>
                  </a:lnTo>
                  <a:lnTo>
                    <a:pt x="468" y="3520"/>
                  </a:lnTo>
                  <a:lnTo>
                    <a:pt x="236"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1"/>
            <p:cNvSpPr/>
            <p:nvPr/>
          </p:nvSpPr>
          <p:spPr>
            <a:xfrm>
              <a:off x="6264500" y="1992050"/>
              <a:ext cx="11725" cy="88375"/>
            </a:xfrm>
            <a:custGeom>
              <a:avLst/>
              <a:gdLst/>
              <a:ahLst/>
              <a:cxnLst/>
              <a:rect l="l" t="t" r="r" b="b"/>
              <a:pathLst>
                <a:path w="469" h="3535" extrusionOk="0">
                  <a:moveTo>
                    <a:pt x="237" y="0"/>
                  </a:moveTo>
                  <a:lnTo>
                    <a:pt x="0" y="16"/>
                  </a:lnTo>
                  <a:lnTo>
                    <a:pt x="233" y="3535"/>
                  </a:lnTo>
                  <a:lnTo>
                    <a:pt x="469" y="3519"/>
                  </a:lnTo>
                  <a:lnTo>
                    <a:pt x="237"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1"/>
            <p:cNvSpPr/>
            <p:nvPr/>
          </p:nvSpPr>
          <p:spPr>
            <a:xfrm>
              <a:off x="5889025" y="2098600"/>
              <a:ext cx="456150" cy="611300"/>
            </a:xfrm>
            <a:custGeom>
              <a:avLst/>
              <a:gdLst/>
              <a:ahLst/>
              <a:cxnLst/>
              <a:rect l="l" t="t" r="r" b="b"/>
              <a:pathLst>
                <a:path w="18246" h="24452" extrusionOk="0">
                  <a:moveTo>
                    <a:pt x="13278" y="0"/>
                  </a:moveTo>
                  <a:lnTo>
                    <a:pt x="3226" y="664"/>
                  </a:lnTo>
                  <a:lnTo>
                    <a:pt x="387" y="4060"/>
                  </a:lnTo>
                  <a:cubicBezTo>
                    <a:pt x="129" y="4369"/>
                    <a:pt x="1" y="4763"/>
                    <a:pt x="27" y="5163"/>
                  </a:cubicBezTo>
                  <a:lnTo>
                    <a:pt x="1182" y="22674"/>
                  </a:lnTo>
                  <a:cubicBezTo>
                    <a:pt x="1231" y="23415"/>
                    <a:pt x="1798" y="24020"/>
                    <a:pt x="2534" y="24119"/>
                  </a:cubicBezTo>
                  <a:cubicBezTo>
                    <a:pt x="3268" y="24218"/>
                    <a:pt x="4001" y="24293"/>
                    <a:pt x="4733" y="24346"/>
                  </a:cubicBezTo>
                  <a:cubicBezTo>
                    <a:pt x="5384" y="24396"/>
                    <a:pt x="6033" y="24427"/>
                    <a:pt x="6680" y="24442"/>
                  </a:cubicBezTo>
                  <a:cubicBezTo>
                    <a:pt x="6960" y="24448"/>
                    <a:pt x="7240" y="24452"/>
                    <a:pt x="7519" y="24452"/>
                  </a:cubicBezTo>
                  <a:cubicBezTo>
                    <a:pt x="10744" y="24452"/>
                    <a:pt x="13925" y="24029"/>
                    <a:pt x="17064" y="23166"/>
                  </a:cubicBezTo>
                  <a:cubicBezTo>
                    <a:pt x="17773" y="22969"/>
                    <a:pt x="18245" y="22298"/>
                    <a:pt x="18196" y="21562"/>
                  </a:cubicBezTo>
                  <a:lnTo>
                    <a:pt x="17040" y="4042"/>
                  </a:lnTo>
                  <a:cubicBezTo>
                    <a:pt x="17014" y="3641"/>
                    <a:pt x="16835" y="3268"/>
                    <a:pt x="16540" y="2995"/>
                  </a:cubicBezTo>
                  <a:lnTo>
                    <a:pt x="132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1"/>
            <p:cNvSpPr/>
            <p:nvPr/>
          </p:nvSpPr>
          <p:spPr>
            <a:xfrm>
              <a:off x="5927400" y="2137450"/>
              <a:ext cx="378850" cy="534650"/>
            </a:xfrm>
            <a:custGeom>
              <a:avLst/>
              <a:gdLst/>
              <a:ahLst/>
              <a:cxnLst/>
              <a:rect l="l" t="t" r="r" b="b"/>
              <a:pathLst>
                <a:path w="15154" h="21386" extrusionOk="0">
                  <a:moveTo>
                    <a:pt x="11198" y="1"/>
                  </a:moveTo>
                  <a:lnTo>
                    <a:pt x="2436" y="578"/>
                  </a:lnTo>
                  <a:lnTo>
                    <a:pt x="12" y="3479"/>
                  </a:lnTo>
                  <a:cubicBezTo>
                    <a:pt x="5" y="3489"/>
                    <a:pt x="0" y="3500"/>
                    <a:pt x="2" y="3511"/>
                  </a:cubicBezTo>
                  <a:lnTo>
                    <a:pt x="1158" y="21023"/>
                  </a:lnTo>
                  <a:cubicBezTo>
                    <a:pt x="1160" y="21045"/>
                    <a:pt x="1177" y="21065"/>
                    <a:pt x="1200" y="21067"/>
                  </a:cubicBezTo>
                  <a:cubicBezTo>
                    <a:pt x="2807" y="21279"/>
                    <a:pt x="4414" y="21385"/>
                    <a:pt x="6001" y="21385"/>
                  </a:cubicBezTo>
                  <a:cubicBezTo>
                    <a:pt x="6766" y="21385"/>
                    <a:pt x="7526" y="21361"/>
                    <a:pt x="8279" y="21311"/>
                  </a:cubicBezTo>
                  <a:cubicBezTo>
                    <a:pt x="10582" y="21159"/>
                    <a:pt x="12887" y="20769"/>
                    <a:pt x="15127" y="20155"/>
                  </a:cubicBezTo>
                  <a:cubicBezTo>
                    <a:pt x="15140" y="20152"/>
                    <a:pt x="15153" y="20132"/>
                    <a:pt x="15151" y="20110"/>
                  </a:cubicBezTo>
                  <a:lnTo>
                    <a:pt x="13995" y="2589"/>
                  </a:lnTo>
                  <a:cubicBezTo>
                    <a:pt x="13995" y="2576"/>
                    <a:pt x="13990" y="2566"/>
                    <a:pt x="13982" y="2558"/>
                  </a:cubicBezTo>
                  <a:lnTo>
                    <a:pt x="1119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1"/>
            <p:cNvSpPr/>
            <p:nvPr/>
          </p:nvSpPr>
          <p:spPr>
            <a:xfrm>
              <a:off x="5966325" y="2269850"/>
              <a:ext cx="302375" cy="256975"/>
            </a:xfrm>
            <a:custGeom>
              <a:avLst/>
              <a:gdLst/>
              <a:ahLst/>
              <a:cxnLst/>
              <a:rect l="l" t="t" r="r" b="b"/>
              <a:pathLst>
                <a:path w="12095" h="10279" extrusionOk="0">
                  <a:moveTo>
                    <a:pt x="11431" y="1"/>
                  </a:moveTo>
                  <a:cubicBezTo>
                    <a:pt x="11430" y="1"/>
                    <a:pt x="11430" y="1"/>
                    <a:pt x="11429" y="1"/>
                  </a:cubicBezTo>
                  <a:lnTo>
                    <a:pt x="36" y="753"/>
                  </a:lnTo>
                  <a:cubicBezTo>
                    <a:pt x="16" y="754"/>
                    <a:pt x="1" y="771"/>
                    <a:pt x="2" y="791"/>
                  </a:cubicBezTo>
                  <a:lnTo>
                    <a:pt x="626" y="10244"/>
                  </a:lnTo>
                  <a:cubicBezTo>
                    <a:pt x="628" y="10263"/>
                    <a:pt x="644" y="10278"/>
                    <a:pt x="663" y="10278"/>
                  </a:cubicBezTo>
                  <a:cubicBezTo>
                    <a:pt x="664" y="10278"/>
                    <a:pt x="665" y="10278"/>
                    <a:pt x="665" y="10278"/>
                  </a:cubicBezTo>
                  <a:lnTo>
                    <a:pt x="12059" y="9526"/>
                  </a:lnTo>
                  <a:cubicBezTo>
                    <a:pt x="12079" y="9525"/>
                    <a:pt x="12095" y="9506"/>
                    <a:pt x="12092" y="9488"/>
                  </a:cubicBezTo>
                  <a:lnTo>
                    <a:pt x="11467" y="35"/>
                  </a:lnTo>
                  <a:cubicBezTo>
                    <a:pt x="11466" y="16"/>
                    <a:pt x="11451" y="1"/>
                    <a:pt x="114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1"/>
            <p:cNvSpPr/>
            <p:nvPr/>
          </p:nvSpPr>
          <p:spPr>
            <a:xfrm>
              <a:off x="5991600" y="2426375"/>
              <a:ext cx="253375" cy="56575"/>
            </a:xfrm>
            <a:custGeom>
              <a:avLst/>
              <a:gdLst/>
              <a:ahLst/>
              <a:cxnLst/>
              <a:rect l="l" t="t" r="r" b="b"/>
              <a:pathLst>
                <a:path w="10135" h="2263" extrusionOk="0">
                  <a:moveTo>
                    <a:pt x="6474" y="1"/>
                  </a:moveTo>
                  <a:cubicBezTo>
                    <a:pt x="6005" y="1"/>
                    <a:pt x="5509" y="17"/>
                    <a:pt x="4996" y="50"/>
                  </a:cubicBezTo>
                  <a:cubicBezTo>
                    <a:pt x="2219" y="234"/>
                    <a:pt x="0" y="866"/>
                    <a:pt x="40" y="1463"/>
                  </a:cubicBezTo>
                  <a:cubicBezTo>
                    <a:pt x="71" y="1950"/>
                    <a:pt x="1592" y="2263"/>
                    <a:pt x="3656" y="2263"/>
                  </a:cubicBezTo>
                  <a:cubicBezTo>
                    <a:pt x="4126" y="2263"/>
                    <a:pt x="4623" y="2246"/>
                    <a:pt x="5138" y="2212"/>
                  </a:cubicBezTo>
                  <a:cubicBezTo>
                    <a:pt x="7915" y="2030"/>
                    <a:pt x="10134" y="1397"/>
                    <a:pt x="10094" y="800"/>
                  </a:cubicBezTo>
                  <a:cubicBezTo>
                    <a:pt x="10063" y="313"/>
                    <a:pt x="8540" y="1"/>
                    <a:pt x="6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1"/>
            <p:cNvSpPr/>
            <p:nvPr/>
          </p:nvSpPr>
          <p:spPr>
            <a:xfrm>
              <a:off x="5988075" y="2291175"/>
              <a:ext cx="246675" cy="33925"/>
            </a:xfrm>
            <a:custGeom>
              <a:avLst/>
              <a:gdLst/>
              <a:ahLst/>
              <a:cxnLst/>
              <a:rect l="l" t="t" r="r" b="b"/>
              <a:pathLst>
                <a:path w="9867" h="1357" extrusionOk="0">
                  <a:moveTo>
                    <a:pt x="9819" y="0"/>
                  </a:moveTo>
                  <a:lnTo>
                    <a:pt x="1" y="648"/>
                  </a:lnTo>
                  <a:lnTo>
                    <a:pt x="48" y="1356"/>
                  </a:lnTo>
                  <a:lnTo>
                    <a:pt x="9867" y="708"/>
                  </a:lnTo>
                  <a:lnTo>
                    <a:pt x="98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1"/>
            <p:cNvSpPr/>
            <p:nvPr/>
          </p:nvSpPr>
          <p:spPr>
            <a:xfrm>
              <a:off x="5990725" y="2331075"/>
              <a:ext cx="246650" cy="33925"/>
            </a:xfrm>
            <a:custGeom>
              <a:avLst/>
              <a:gdLst/>
              <a:ahLst/>
              <a:cxnLst/>
              <a:rect l="l" t="t" r="r" b="b"/>
              <a:pathLst>
                <a:path w="9866" h="1357" extrusionOk="0">
                  <a:moveTo>
                    <a:pt x="9819" y="1"/>
                  </a:moveTo>
                  <a:lnTo>
                    <a:pt x="1" y="649"/>
                  </a:lnTo>
                  <a:lnTo>
                    <a:pt x="47" y="1357"/>
                  </a:lnTo>
                  <a:lnTo>
                    <a:pt x="9866" y="709"/>
                  </a:lnTo>
                  <a:lnTo>
                    <a:pt x="98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1"/>
            <p:cNvSpPr/>
            <p:nvPr/>
          </p:nvSpPr>
          <p:spPr>
            <a:xfrm>
              <a:off x="6152800" y="2098625"/>
              <a:ext cx="192375" cy="597925"/>
            </a:xfrm>
            <a:custGeom>
              <a:avLst/>
              <a:gdLst/>
              <a:ahLst/>
              <a:cxnLst/>
              <a:rect l="l" t="t" r="r" b="b"/>
              <a:pathLst>
                <a:path w="7695" h="23917" extrusionOk="0">
                  <a:moveTo>
                    <a:pt x="2726" y="0"/>
                  </a:moveTo>
                  <a:lnTo>
                    <a:pt x="1" y="179"/>
                  </a:lnTo>
                  <a:lnTo>
                    <a:pt x="1645" y="3850"/>
                  </a:lnTo>
                  <a:cubicBezTo>
                    <a:pt x="1794" y="4183"/>
                    <a:pt x="1895" y="4629"/>
                    <a:pt x="1926" y="5099"/>
                  </a:cubicBezTo>
                  <a:lnTo>
                    <a:pt x="3167" y="23917"/>
                  </a:lnTo>
                  <a:cubicBezTo>
                    <a:pt x="4287" y="23721"/>
                    <a:pt x="5403" y="23470"/>
                    <a:pt x="6513" y="23165"/>
                  </a:cubicBezTo>
                  <a:cubicBezTo>
                    <a:pt x="7222" y="22968"/>
                    <a:pt x="7694" y="22297"/>
                    <a:pt x="7645" y="21561"/>
                  </a:cubicBezTo>
                  <a:lnTo>
                    <a:pt x="6489" y="4041"/>
                  </a:lnTo>
                  <a:cubicBezTo>
                    <a:pt x="6463" y="3640"/>
                    <a:pt x="6284" y="3267"/>
                    <a:pt x="5988" y="2994"/>
                  </a:cubicBezTo>
                  <a:lnTo>
                    <a:pt x="2726"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1"/>
            <p:cNvSpPr/>
            <p:nvPr/>
          </p:nvSpPr>
          <p:spPr>
            <a:xfrm>
              <a:off x="5974675" y="2111000"/>
              <a:ext cx="81350" cy="598675"/>
            </a:xfrm>
            <a:custGeom>
              <a:avLst/>
              <a:gdLst/>
              <a:ahLst/>
              <a:cxnLst/>
              <a:rect l="l" t="t" r="r" b="b"/>
              <a:pathLst>
                <a:path w="3254" h="23947" extrusionOk="0">
                  <a:moveTo>
                    <a:pt x="2344" y="1"/>
                  </a:moveTo>
                  <a:lnTo>
                    <a:pt x="1200" y="75"/>
                  </a:lnTo>
                  <a:lnTo>
                    <a:pt x="134" y="3356"/>
                  </a:lnTo>
                  <a:cubicBezTo>
                    <a:pt x="37" y="3652"/>
                    <a:pt x="0" y="4042"/>
                    <a:pt x="26" y="4441"/>
                  </a:cubicBezTo>
                  <a:lnTo>
                    <a:pt x="1307" y="23850"/>
                  </a:lnTo>
                  <a:cubicBezTo>
                    <a:pt x="1958" y="23900"/>
                    <a:pt x="2607" y="23931"/>
                    <a:pt x="3254" y="23946"/>
                  </a:cubicBezTo>
                  <a:lnTo>
                    <a:pt x="2008" y="5069"/>
                  </a:lnTo>
                  <a:cubicBezTo>
                    <a:pt x="1977" y="4599"/>
                    <a:pt x="1976" y="4146"/>
                    <a:pt x="2005" y="3801"/>
                  </a:cubicBezTo>
                  <a:lnTo>
                    <a:pt x="2344"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4" name="Google Shape;1644;p31"/>
          <p:cNvGrpSpPr/>
          <p:nvPr/>
        </p:nvGrpSpPr>
        <p:grpSpPr>
          <a:xfrm>
            <a:off x="7126702" y="-176349"/>
            <a:ext cx="1356086" cy="1175162"/>
            <a:chOff x="3906375" y="2478675"/>
            <a:chExt cx="551950" cy="478350"/>
          </a:xfrm>
        </p:grpSpPr>
        <p:sp>
          <p:nvSpPr>
            <p:cNvPr id="1645" name="Google Shape;1645;p31"/>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1"/>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1"/>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1"/>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1"/>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1"/>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1"/>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1"/>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1"/>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4" name="Google Shape;1654;p31"/>
          <p:cNvGrpSpPr/>
          <p:nvPr/>
        </p:nvGrpSpPr>
        <p:grpSpPr>
          <a:xfrm rot="2161458">
            <a:off x="2250540" y="90346"/>
            <a:ext cx="424904" cy="362135"/>
            <a:chOff x="1832650" y="462425"/>
            <a:chExt cx="182075" cy="155175"/>
          </a:xfrm>
        </p:grpSpPr>
        <p:sp>
          <p:nvSpPr>
            <p:cNvPr id="1655" name="Google Shape;1655;p31"/>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1"/>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1"/>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8" name="Google Shape;1658;p31"/>
          <p:cNvGrpSpPr/>
          <p:nvPr/>
        </p:nvGrpSpPr>
        <p:grpSpPr>
          <a:xfrm>
            <a:off x="5896283" y="160747"/>
            <a:ext cx="424112" cy="356783"/>
            <a:chOff x="1876970" y="-81211"/>
            <a:chExt cx="5178410" cy="4356326"/>
          </a:xfrm>
        </p:grpSpPr>
        <p:sp>
          <p:nvSpPr>
            <p:cNvPr id="1659" name="Google Shape;1659;p31"/>
            <p:cNvSpPr/>
            <p:nvPr/>
          </p:nvSpPr>
          <p:spPr>
            <a:xfrm>
              <a:off x="1876970" y="-81211"/>
              <a:ext cx="4790958" cy="4199058"/>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0" name="Google Shape;1660;p31"/>
            <p:cNvGrpSpPr/>
            <p:nvPr/>
          </p:nvGrpSpPr>
          <p:grpSpPr>
            <a:xfrm>
              <a:off x="1876970" y="-81211"/>
              <a:ext cx="5178410" cy="4356326"/>
              <a:chOff x="4807450" y="3561550"/>
              <a:chExt cx="90550" cy="76175"/>
            </a:xfrm>
          </p:grpSpPr>
          <p:sp>
            <p:nvSpPr>
              <p:cNvPr id="1661" name="Google Shape;1661;p31"/>
              <p:cNvSpPr/>
              <p:nvPr/>
            </p:nvSpPr>
            <p:spPr>
              <a:xfrm>
                <a:off x="4814200" y="35643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1"/>
              <p:cNvSpPr/>
              <p:nvPr/>
            </p:nvSpPr>
            <p:spPr>
              <a:xfrm>
                <a:off x="4807450" y="35615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1"/>
              <p:cNvSpPr/>
              <p:nvPr/>
            </p:nvSpPr>
            <p:spPr>
              <a:xfrm>
                <a:off x="4826675" y="35840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64" name="Google Shape;1664;p31"/>
          <p:cNvGrpSpPr/>
          <p:nvPr/>
        </p:nvGrpSpPr>
        <p:grpSpPr>
          <a:xfrm>
            <a:off x="7465001" y="4608500"/>
            <a:ext cx="249899" cy="250030"/>
            <a:chOff x="3331975" y="2330200"/>
            <a:chExt cx="63125" cy="63150"/>
          </a:xfrm>
        </p:grpSpPr>
        <p:sp>
          <p:nvSpPr>
            <p:cNvPr id="1665" name="Google Shape;1665;p31"/>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1"/>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1"/>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8" name="Google Shape;1668;p31"/>
          <p:cNvGrpSpPr/>
          <p:nvPr/>
        </p:nvGrpSpPr>
        <p:grpSpPr>
          <a:xfrm rot="5400000">
            <a:off x="-531398" y="4050101"/>
            <a:ext cx="1356086" cy="1175162"/>
            <a:chOff x="3906375" y="2478675"/>
            <a:chExt cx="551950" cy="478350"/>
          </a:xfrm>
        </p:grpSpPr>
        <p:sp>
          <p:nvSpPr>
            <p:cNvPr id="1669" name="Google Shape;1669;p31"/>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1"/>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1"/>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1"/>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1"/>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1"/>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1"/>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1"/>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1"/>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8" name="Google Shape;1678;p31"/>
          <p:cNvGrpSpPr/>
          <p:nvPr/>
        </p:nvGrpSpPr>
        <p:grpSpPr>
          <a:xfrm>
            <a:off x="8290190" y="4036501"/>
            <a:ext cx="1356086" cy="1175162"/>
            <a:chOff x="3906375" y="2478675"/>
            <a:chExt cx="551950" cy="478350"/>
          </a:xfrm>
        </p:grpSpPr>
        <p:sp>
          <p:nvSpPr>
            <p:cNvPr id="1679" name="Google Shape;1679;p31"/>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1"/>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1"/>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1"/>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1"/>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1"/>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1"/>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1"/>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1"/>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8" name="Google Shape;1688;p31"/>
          <p:cNvSpPr/>
          <p:nvPr/>
        </p:nvSpPr>
        <p:spPr>
          <a:xfrm>
            <a:off x="5020151" y="4608492"/>
            <a:ext cx="563108" cy="563108"/>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9" name="Google Shape;1689;p31"/>
          <p:cNvGrpSpPr/>
          <p:nvPr/>
        </p:nvGrpSpPr>
        <p:grpSpPr>
          <a:xfrm rot="-2161458" flipH="1">
            <a:off x="2664740" y="4708984"/>
            <a:ext cx="424904" cy="362135"/>
            <a:chOff x="1832650" y="462425"/>
            <a:chExt cx="182075" cy="155175"/>
          </a:xfrm>
        </p:grpSpPr>
        <p:sp>
          <p:nvSpPr>
            <p:cNvPr id="1690" name="Google Shape;1690;p31"/>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1"/>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1"/>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3" name="Google Shape;1693;p31"/>
          <p:cNvGrpSpPr/>
          <p:nvPr/>
        </p:nvGrpSpPr>
        <p:grpSpPr>
          <a:xfrm rot="-5656365">
            <a:off x="8800966" y="693197"/>
            <a:ext cx="334538" cy="544367"/>
            <a:chOff x="2082225" y="585025"/>
            <a:chExt cx="100300" cy="163225"/>
          </a:xfrm>
        </p:grpSpPr>
        <p:sp>
          <p:nvSpPr>
            <p:cNvPr id="1694" name="Google Shape;1694;p31"/>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1"/>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1"/>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1"/>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8" name="Google Shape;1698;p31"/>
          <p:cNvSpPr/>
          <p:nvPr/>
        </p:nvSpPr>
        <p:spPr>
          <a:xfrm>
            <a:off x="293576" y="1859167"/>
            <a:ext cx="563108" cy="563108"/>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9" name="Google Shape;1699;p31"/>
          <p:cNvGrpSpPr/>
          <p:nvPr/>
        </p:nvGrpSpPr>
        <p:grpSpPr>
          <a:xfrm rot="5143635">
            <a:off x="91991" y="2918772"/>
            <a:ext cx="334538" cy="544367"/>
            <a:chOff x="2082225" y="585025"/>
            <a:chExt cx="100300" cy="163225"/>
          </a:xfrm>
        </p:grpSpPr>
        <p:sp>
          <p:nvSpPr>
            <p:cNvPr id="1700" name="Google Shape;1700;p31"/>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1"/>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1"/>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1"/>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833"/>
        <p:cNvGrpSpPr/>
        <p:nvPr/>
      </p:nvGrpSpPr>
      <p:grpSpPr>
        <a:xfrm>
          <a:off x="0" y="0"/>
          <a:ext cx="0" cy="0"/>
          <a:chOff x="0" y="0"/>
          <a:chExt cx="0" cy="0"/>
        </a:xfrm>
      </p:grpSpPr>
      <p:sp>
        <p:nvSpPr>
          <p:cNvPr id="1834" name="Google Shape;1834;p34"/>
          <p:cNvSpPr/>
          <p:nvPr/>
        </p:nvSpPr>
        <p:spPr>
          <a:xfrm>
            <a:off x="855075" y="-37449"/>
            <a:ext cx="7433790" cy="4243240"/>
          </a:xfrm>
          <a:custGeom>
            <a:avLst/>
            <a:gdLst/>
            <a:ahLst/>
            <a:cxnLst/>
            <a:rect l="l" t="t" r="r" b="b"/>
            <a:pathLst>
              <a:path w="32135" h="18343" extrusionOk="0">
                <a:moveTo>
                  <a:pt x="25297" y="0"/>
                </a:moveTo>
                <a:cubicBezTo>
                  <a:pt x="23652" y="0"/>
                  <a:pt x="21985" y="722"/>
                  <a:pt x="20740" y="2084"/>
                </a:cubicBezTo>
                <a:cubicBezTo>
                  <a:pt x="19342" y="3612"/>
                  <a:pt x="18157" y="5776"/>
                  <a:pt x="15866" y="5978"/>
                </a:cubicBezTo>
                <a:cubicBezTo>
                  <a:pt x="15758" y="5987"/>
                  <a:pt x="15651" y="5992"/>
                  <a:pt x="15544" y="5992"/>
                </a:cubicBezTo>
                <a:cubicBezTo>
                  <a:pt x="13970" y="5992"/>
                  <a:pt x="12514" y="4996"/>
                  <a:pt x="11278" y="4120"/>
                </a:cubicBezTo>
                <a:cubicBezTo>
                  <a:pt x="10029" y="3235"/>
                  <a:pt x="8705" y="2562"/>
                  <a:pt x="7183" y="2562"/>
                </a:cubicBezTo>
                <a:cubicBezTo>
                  <a:pt x="7019" y="2562"/>
                  <a:pt x="6853" y="2570"/>
                  <a:pt x="6684" y="2586"/>
                </a:cubicBezTo>
                <a:cubicBezTo>
                  <a:pt x="4837" y="2765"/>
                  <a:pt x="3072" y="3704"/>
                  <a:pt x="1889" y="5100"/>
                </a:cubicBezTo>
                <a:cubicBezTo>
                  <a:pt x="756" y="6437"/>
                  <a:pt x="136" y="8224"/>
                  <a:pt x="63" y="10025"/>
                </a:cubicBezTo>
                <a:cubicBezTo>
                  <a:pt x="1" y="11547"/>
                  <a:pt x="329" y="13080"/>
                  <a:pt x="1072" y="14361"/>
                </a:cubicBezTo>
                <a:cubicBezTo>
                  <a:pt x="1830" y="15667"/>
                  <a:pt x="2999" y="16725"/>
                  <a:pt x="4358" y="17374"/>
                </a:cubicBezTo>
                <a:cubicBezTo>
                  <a:pt x="5879" y="18099"/>
                  <a:pt x="7641" y="18139"/>
                  <a:pt x="9300" y="18217"/>
                </a:cubicBezTo>
                <a:cubicBezTo>
                  <a:pt x="10085" y="18255"/>
                  <a:pt x="10870" y="18287"/>
                  <a:pt x="11655" y="18309"/>
                </a:cubicBezTo>
                <a:cubicBezTo>
                  <a:pt x="12409" y="18330"/>
                  <a:pt x="13164" y="18342"/>
                  <a:pt x="13920" y="18342"/>
                </a:cubicBezTo>
                <a:cubicBezTo>
                  <a:pt x="17088" y="18342"/>
                  <a:pt x="20262" y="18125"/>
                  <a:pt x="23357" y="17424"/>
                </a:cubicBezTo>
                <a:cubicBezTo>
                  <a:pt x="26401" y="16735"/>
                  <a:pt x="29281" y="15326"/>
                  <a:pt x="30683" y="12360"/>
                </a:cubicBezTo>
                <a:cubicBezTo>
                  <a:pt x="32134" y="9289"/>
                  <a:pt x="31779" y="4970"/>
                  <a:pt x="29718" y="2247"/>
                </a:cubicBezTo>
                <a:cubicBezTo>
                  <a:pt x="28563" y="722"/>
                  <a:pt x="26941" y="0"/>
                  <a:pt x="25297" y="0"/>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5" name="Google Shape;1835;p34"/>
          <p:cNvGrpSpPr/>
          <p:nvPr/>
        </p:nvGrpSpPr>
        <p:grpSpPr>
          <a:xfrm>
            <a:off x="1762887" y="-139307"/>
            <a:ext cx="1204852" cy="1044238"/>
            <a:chOff x="3906375" y="2478675"/>
            <a:chExt cx="551950" cy="478350"/>
          </a:xfrm>
        </p:grpSpPr>
        <p:sp>
          <p:nvSpPr>
            <p:cNvPr id="1836" name="Google Shape;1836;p34"/>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4"/>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4"/>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4"/>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4"/>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4"/>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4"/>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4"/>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4"/>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5" name="Google Shape;1845;p34"/>
          <p:cNvGrpSpPr/>
          <p:nvPr/>
        </p:nvGrpSpPr>
        <p:grpSpPr>
          <a:xfrm>
            <a:off x="7361450" y="3821143"/>
            <a:ext cx="1204852" cy="1044238"/>
            <a:chOff x="3906375" y="2478675"/>
            <a:chExt cx="551950" cy="478350"/>
          </a:xfrm>
        </p:grpSpPr>
        <p:sp>
          <p:nvSpPr>
            <p:cNvPr id="1846" name="Google Shape;1846;p34"/>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4"/>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4"/>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4"/>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4"/>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4"/>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4"/>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4"/>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4"/>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55" name="Google Shape;1855;p34"/>
          <p:cNvSpPr/>
          <p:nvPr/>
        </p:nvSpPr>
        <p:spPr>
          <a:xfrm>
            <a:off x="8605776" y="1997921"/>
            <a:ext cx="386845" cy="386845"/>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4"/>
          <p:cNvSpPr/>
          <p:nvPr/>
        </p:nvSpPr>
        <p:spPr>
          <a:xfrm>
            <a:off x="1836776" y="2882771"/>
            <a:ext cx="386845" cy="386845"/>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4"/>
          <p:cNvSpPr/>
          <p:nvPr/>
        </p:nvSpPr>
        <p:spPr>
          <a:xfrm>
            <a:off x="7033625" y="2137372"/>
            <a:ext cx="327817" cy="327801"/>
          </a:xfrm>
          <a:custGeom>
            <a:avLst/>
            <a:gdLst/>
            <a:ahLst/>
            <a:cxnLst/>
            <a:rect l="l" t="t" r="r" b="b"/>
            <a:pathLst>
              <a:path w="6455" h="6455" extrusionOk="0">
                <a:moveTo>
                  <a:pt x="1937" y="0"/>
                </a:moveTo>
                <a:lnTo>
                  <a:pt x="1937" y="1936"/>
                </a:lnTo>
                <a:lnTo>
                  <a:pt x="1" y="1936"/>
                </a:lnTo>
                <a:lnTo>
                  <a:pt x="1" y="4519"/>
                </a:lnTo>
                <a:lnTo>
                  <a:pt x="1937" y="4519"/>
                </a:lnTo>
                <a:lnTo>
                  <a:pt x="1937" y="6455"/>
                </a:lnTo>
                <a:lnTo>
                  <a:pt x="4519" y="6455"/>
                </a:lnTo>
                <a:lnTo>
                  <a:pt x="4519" y="4519"/>
                </a:lnTo>
                <a:lnTo>
                  <a:pt x="6455" y="4519"/>
                </a:lnTo>
                <a:lnTo>
                  <a:pt x="6455" y="1936"/>
                </a:lnTo>
                <a:lnTo>
                  <a:pt x="4519" y="1936"/>
                </a:lnTo>
                <a:lnTo>
                  <a:pt x="45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4"/>
          <p:cNvSpPr/>
          <p:nvPr/>
        </p:nvSpPr>
        <p:spPr>
          <a:xfrm>
            <a:off x="151326" y="1684946"/>
            <a:ext cx="386845" cy="386845"/>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4"/>
          <p:cNvSpPr/>
          <p:nvPr/>
        </p:nvSpPr>
        <p:spPr>
          <a:xfrm>
            <a:off x="6515801" y="4489246"/>
            <a:ext cx="386845" cy="386845"/>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4"/>
          <p:cNvSpPr/>
          <p:nvPr/>
        </p:nvSpPr>
        <p:spPr>
          <a:xfrm>
            <a:off x="1866288" y="4355497"/>
            <a:ext cx="327817" cy="327801"/>
          </a:xfrm>
          <a:custGeom>
            <a:avLst/>
            <a:gdLst/>
            <a:ahLst/>
            <a:cxnLst/>
            <a:rect l="l" t="t" r="r" b="b"/>
            <a:pathLst>
              <a:path w="6455" h="6455" extrusionOk="0">
                <a:moveTo>
                  <a:pt x="1937" y="0"/>
                </a:moveTo>
                <a:lnTo>
                  <a:pt x="1937" y="1936"/>
                </a:lnTo>
                <a:lnTo>
                  <a:pt x="1" y="1936"/>
                </a:lnTo>
                <a:lnTo>
                  <a:pt x="1" y="4519"/>
                </a:lnTo>
                <a:lnTo>
                  <a:pt x="1937" y="4519"/>
                </a:lnTo>
                <a:lnTo>
                  <a:pt x="1937" y="6455"/>
                </a:lnTo>
                <a:lnTo>
                  <a:pt x="4519" y="6455"/>
                </a:lnTo>
                <a:lnTo>
                  <a:pt x="4519" y="4519"/>
                </a:lnTo>
                <a:lnTo>
                  <a:pt x="6455" y="4519"/>
                </a:lnTo>
                <a:lnTo>
                  <a:pt x="6455" y="1936"/>
                </a:lnTo>
                <a:lnTo>
                  <a:pt x="4519" y="1936"/>
                </a:lnTo>
                <a:lnTo>
                  <a:pt x="45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1" name="Google Shape;1861;p34"/>
          <p:cNvGrpSpPr/>
          <p:nvPr/>
        </p:nvGrpSpPr>
        <p:grpSpPr>
          <a:xfrm rot="-2700087">
            <a:off x="8158238" y="3003987"/>
            <a:ext cx="1123160" cy="942764"/>
            <a:chOff x="4980800" y="405075"/>
            <a:chExt cx="402725" cy="338050"/>
          </a:xfrm>
        </p:grpSpPr>
        <p:sp>
          <p:nvSpPr>
            <p:cNvPr id="1862" name="Google Shape;1862;p34"/>
            <p:cNvSpPr/>
            <p:nvPr/>
          </p:nvSpPr>
          <p:spPr>
            <a:xfrm>
              <a:off x="4980800" y="405075"/>
              <a:ext cx="402675" cy="338050"/>
            </a:xfrm>
            <a:custGeom>
              <a:avLst/>
              <a:gdLst/>
              <a:ahLst/>
              <a:cxnLst/>
              <a:rect l="l" t="t" r="r" b="b"/>
              <a:pathLst>
                <a:path w="16107" h="13522" extrusionOk="0">
                  <a:moveTo>
                    <a:pt x="16107" y="0"/>
                  </a:moveTo>
                  <a:cubicBezTo>
                    <a:pt x="16106" y="1"/>
                    <a:pt x="16106" y="1"/>
                    <a:pt x="16106" y="2"/>
                  </a:cubicBezTo>
                  <a:lnTo>
                    <a:pt x="16107" y="2"/>
                  </a:lnTo>
                  <a:lnTo>
                    <a:pt x="16107" y="0"/>
                  </a:lnTo>
                  <a:close/>
                  <a:moveTo>
                    <a:pt x="16050" y="2"/>
                  </a:moveTo>
                  <a:cubicBezTo>
                    <a:pt x="14593" y="3"/>
                    <a:pt x="13150" y="181"/>
                    <a:pt x="11745" y="518"/>
                  </a:cubicBezTo>
                  <a:cubicBezTo>
                    <a:pt x="11685" y="532"/>
                    <a:pt x="11624" y="547"/>
                    <a:pt x="11564" y="562"/>
                  </a:cubicBezTo>
                  <a:cubicBezTo>
                    <a:pt x="10597" y="803"/>
                    <a:pt x="9648" y="1122"/>
                    <a:pt x="8726" y="1511"/>
                  </a:cubicBezTo>
                  <a:cubicBezTo>
                    <a:pt x="8669" y="1536"/>
                    <a:pt x="8615" y="1560"/>
                    <a:pt x="8558" y="1584"/>
                  </a:cubicBezTo>
                  <a:cubicBezTo>
                    <a:pt x="7598" y="1999"/>
                    <a:pt x="6667" y="2491"/>
                    <a:pt x="5779" y="3057"/>
                  </a:cubicBezTo>
                  <a:cubicBezTo>
                    <a:pt x="5867" y="2636"/>
                    <a:pt x="5955" y="2233"/>
                    <a:pt x="6046" y="1813"/>
                  </a:cubicBezTo>
                  <a:lnTo>
                    <a:pt x="6046" y="1813"/>
                  </a:lnTo>
                  <a:cubicBezTo>
                    <a:pt x="5611" y="2054"/>
                    <a:pt x="5205" y="2334"/>
                    <a:pt x="4830" y="2649"/>
                  </a:cubicBezTo>
                  <a:cubicBezTo>
                    <a:pt x="4773" y="2696"/>
                    <a:pt x="4717" y="2745"/>
                    <a:pt x="4662" y="2795"/>
                  </a:cubicBezTo>
                  <a:cubicBezTo>
                    <a:pt x="3828" y="3537"/>
                    <a:pt x="3168" y="4458"/>
                    <a:pt x="2723" y="5505"/>
                  </a:cubicBezTo>
                  <a:cubicBezTo>
                    <a:pt x="2745" y="5085"/>
                    <a:pt x="2756" y="4657"/>
                    <a:pt x="2779" y="4238"/>
                  </a:cubicBezTo>
                  <a:lnTo>
                    <a:pt x="2779" y="4238"/>
                  </a:lnTo>
                  <a:cubicBezTo>
                    <a:pt x="2223" y="5036"/>
                    <a:pt x="1750" y="5890"/>
                    <a:pt x="1362" y="6779"/>
                  </a:cubicBezTo>
                  <a:cubicBezTo>
                    <a:pt x="1308" y="6904"/>
                    <a:pt x="1253" y="7031"/>
                    <a:pt x="1205" y="7157"/>
                  </a:cubicBezTo>
                  <a:cubicBezTo>
                    <a:pt x="386" y="9167"/>
                    <a:pt x="0" y="11352"/>
                    <a:pt x="93" y="13521"/>
                  </a:cubicBezTo>
                  <a:cubicBezTo>
                    <a:pt x="119" y="13518"/>
                    <a:pt x="145" y="13514"/>
                    <a:pt x="171" y="13511"/>
                  </a:cubicBezTo>
                  <a:cubicBezTo>
                    <a:pt x="235" y="13503"/>
                    <a:pt x="299" y="13495"/>
                    <a:pt x="364" y="13487"/>
                  </a:cubicBezTo>
                  <a:cubicBezTo>
                    <a:pt x="3759" y="13048"/>
                    <a:pt x="7245" y="12167"/>
                    <a:pt x="10197" y="10444"/>
                  </a:cubicBezTo>
                  <a:cubicBezTo>
                    <a:pt x="10279" y="10396"/>
                    <a:pt x="10364" y="10348"/>
                    <a:pt x="10446" y="10296"/>
                  </a:cubicBezTo>
                  <a:cubicBezTo>
                    <a:pt x="10866" y="10041"/>
                    <a:pt x="11274" y="9771"/>
                    <a:pt x="11669" y="9481"/>
                  </a:cubicBezTo>
                  <a:lnTo>
                    <a:pt x="11669" y="9481"/>
                  </a:lnTo>
                  <a:cubicBezTo>
                    <a:pt x="11150" y="9553"/>
                    <a:pt x="10752" y="9610"/>
                    <a:pt x="10276" y="9612"/>
                  </a:cubicBezTo>
                  <a:cubicBezTo>
                    <a:pt x="11363" y="8880"/>
                    <a:pt x="12304" y="7935"/>
                    <a:pt x="13035" y="6850"/>
                  </a:cubicBezTo>
                  <a:cubicBezTo>
                    <a:pt x="13070" y="6799"/>
                    <a:pt x="13105" y="6748"/>
                    <a:pt x="13137" y="6697"/>
                  </a:cubicBezTo>
                  <a:cubicBezTo>
                    <a:pt x="13437" y="6232"/>
                    <a:pt x="13699" y="5745"/>
                    <a:pt x="13921" y="5239"/>
                  </a:cubicBezTo>
                  <a:lnTo>
                    <a:pt x="13921" y="5239"/>
                  </a:lnTo>
                  <a:cubicBezTo>
                    <a:pt x="13568" y="5439"/>
                    <a:pt x="13238" y="5583"/>
                    <a:pt x="12884" y="5783"/>
                  </a:cubicBezTo>
                  <a:cubicBezTo>
                    <a:pt x="13256" y="5110"/>
                    <a:pt x="13630" y="4443"/>
                    <a:pt x="14000" y="3777"/>
                  </a:cubicBezTo>
                  <a:cubicBezTo>
                    <a:pt x="14029" y="3726"/>
                    <a:pt x="14059" y="3676"/>
                    <a:pt x="14086" y="3624"/>
                  </a:cubicBezTo>
                  <a:cubicBezTo>
                    <a:pt x="14725" y="2479"/>
                    <a:pt x="15362" y="1340"/>
                    <a:pt x="16006" y="183"/>
                  </a:cubicBezTo>
                  <a:cubicBezTo>
                    <a:pt x="16039" y="124"/>
                    <a:pt x="16072" y="63"/>
                    <a:pt x="16106" y="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4"/>
            <p:cNvSpPr/>
            <p:nvPr/>
          </p:nvSpPr>
          <p:spPr>
            <a:xfrm>
              <a:off x="4985050" y="405075"/>
              <a:ext cx="398475" cy="337775"/>
            </a:xfrm>
            <a:custGeom>
              <a:avLst/>
              <a:gdLst/>
              <a:ahLst/>
              <a:cxnLst/>
              <a:rect l="l" t="t" r="r" b="b"/>
              <a:pathLst>
                <a:path w="15939" h="13511" extrusionOk="0">
                  <a:moveTo>
                    <a:pt x="15883" y="0"/>
                  </a:moveTo>
                  <a:cubicBezTo>
                    <a:pt x="15071" y="373"/>
                    <a:pt x="14271" y="775"/>
                    <a:pt x="13487" y="1206"/>
                  </a:cubicBezTo>
                  <a:cubicBezTo>
                    <a:pt x="12543" y="1723"/>
                    <a:pt x="11624" y="2285"/>
                    <a:pt x="10726" y="2878"/>
                  </a:cubicBezTo>
                  <a:cubicBezTo>
                    <a:pt x="10953" y="2072"/>
                    <a:pt x="11237" y="1283"/>
                    <a:pt x="11578" y="516"/>
                  </a:cubicBezTo>
                  <a:lnTo>
                    <a:pt x="11578" y="516"/>
                  </a:lnTo>
                  <a:cubicBezTo>
                    <a:pt x="11517" y="530"/>
                    <a:pt x="11456" y="546"/>
                    <a:pt x="11397" y="561"/>
                  </a:cubicBezTo>
                  <a:cubicBezTo>
                    <a:pt x="11061" y="1331"/>
                    <a:pt x="10780" y="2125"/>
                    <a:pt x="10557" y="2936"/>
                  </a:cubicBezTo>
                  <a:cubicBezTo>
                    <a:pt x="10552" y="2955"/>
                    <a:pt x="10555" y="2971"/>
                    <a:pt x="10561" y="2985"/>
                  </a:cubicBezTo>
                  <a:cubicBezTo>
                    <a:pt x="10242" y="3198"/>
                    <a:pt x="9927" y="3418"/>
                    <a:pt x="9614" y="3641"/>
                  </a:cubicBezTo>
                  <a:cubicBezTo>
                    <a:pt x="8992" y="4086"/>
                    <a:pt x="8384" y="4549"/>
                    <a:pt x="7786" y="5030"/>
                  </a:cubicBezTo>
                  <a:cubicBezTo>
                    <a:pt x="7998" y="3847"/>
                    <a:pt x="8256" y="2672"/>
                    <a:pt x="8559" y="1510"/>
                  </a:cubicBezTo>
                  <a:lnTo>
                    <a:pt x="8559" y="1510"/>
                  </a:lnTo>
                  <a:cubicBezTo>
                    <a:pt x="8502" y="1535"/>
                    <a:pt x="8447" y="1558"/>
                    <a:pt x="8390" y="1583"/>
                  </a:cubicBezTo>
                  <a:cubicBezTo>
                    <a:pt x="8192" y="2347"/>
                    <a:pt x="8013" y="3115"/>
                    <a:pt x="7856" y="3888"/>
                  </a:cubicBezTo>
                  <a:cubicBezTo>
                    <a:pt x="7776" y="4281"/>
                    <a:pt x="7699" y="4677"/>
                    <a:pt x="7630" y="5071"/>
                  </a:cubicBezTo>
                  <a:cubicBezTo>
                    <a:pt x="7625" y="5100"/>
                    <a:pt x="7637" y="5124"/>
                    <a:pt x="7655" y="5139"/>
                  </a:cubicBezTo>
                  <a:cubicBezTo>
                    <a:pt x="7104" y="5587"/>
                    <a:pt x="6566" y="6048"/>
                    <a:pt x="6041" y="6525"/>
                  </a:cubicBezTo>
                  <a:cubicBezTo>
                    <a:pt x="5582" y="6944"/>
                    <a:pt x="5133" y="7377"/>
                    <a:pt x="4694" y="7815"/>
                  </a:cubicBezTo>
                  <a:cubicBezTo>
                    <a:pt x="4410" y="6155"/>
                    <a:pt x="4391" y="4448"/>
                    <a:pt x="4640" y="2781"/>
                  </a:cubicBezTo>
                  <a:cubicBezTo>
                    <a:pt x="4648" y="2737"/>
                    <a:pt x="4653" y="2693"/>
                    <a:pt x="4662" y="2647"/>
                  </a:cubicBezTo>
                  <a:lnTo>
                    <a:pt x="4662" y="2647"/>
                  </a:lnTo>
                  <a:cubicBezTo>
                    <a:pt x="4606" y="2694"/>
                    <a:pt x="4548" y="2744"/>
                    <a:pt x="4493" y="2794"/>
                  </a:cubicBezTo>
                  <a:cubicBezTo>
                    <a:pt x="4313" y="4011"/>
                    <a:pt x="4273" y="5252"/>
                    <a:pt x="4376" y="6480"/>
                  </a:cubicBezTo>
                  <a:cubicBezTo>
                    <a:pt x="4418" y="6965"/>
                    <a:pt x="4482" y="7446"/>
                    <a:pt x="4566" y="7926"/>
                  </a:cubicBezTo>
                  <a:cubicBezTo>
                    <a:pt x="4566" y="7930"/>
                    <a:pt x="4569" y="7935"/>
                    <a:pt x="4570" y="7939"/>
                  </a:cubicBezTo>
                  <a:cubicBezTo>
                    <a:pt x="3977" y="8540"/>
                    <a:pt x="3399" y="9158"/>
                    <a:pt x="2844" y="9797"/>
                  </a:cubicBezTo>
                  <a:cubicBezTo>
                    <a:pt x="2400" y="10309"/>
                    <a:pt x="1971" y="10834"/>
                    <a:pt x="1556" y="11370"/>
                  </a:cubicBezTo>
                  <a:cubicBezTo>
                    <a:pt x="1247" y="9861"/>
                    <a:pt x="1125" y="8316"/>
                    <a:pt x="1192" y="6779"/>
                  </a:cubicBezTo>
                  <a:lnTo>
                    <a:pt x="1192" y="6779"/>
                  </a:lnTo>
                  <a:cubicBezTo>
                    <a:pt x="1138" y="6904"/>
                    <a:pt x="1083" y="7031"/>
                    <a:pt x="1035" y="7157"/>
                  </a:cubicBezTo>
                  <a:cubicBezTo>
                    <a:pt x="1012" y="8068"/>
                    <a:pt x="1057" y="8978"/>
                    <a:pt x="1166" y="9883"/>
                  </a:cubicBezTo>
                  <a:cubicBezTo>
                    <a:pt x="1232" y="10428"/>
                    <a:pt x="1322" y="10972"/>
                    <a:pt x="1434" y="11510"/>
                  </a:cubicBezTo>
                  <a:cubicBezTo>
                    <a:pt x="1434" y="11515"/>
                    <a:pt x="1437" y="11516"/>
                    <a:pt x="1437" y="11519"/>
                  </a:cubicBezTo>
                  <a:cubicBezTo>
                    <a:pt x="958" y="12141"/>
                    <a:pt x="496" y="12778"/>
                    <a:pt x="58" y="13428"/>
                  </a:cubicBezTo>
                  <a:lnTo>
                    <a:pt x="1" y="13511"/>
                  </a:lnTo>
                  <a:cubicBezTo>
                    <a:pt x="65" y="13503"/>
                    <a:pt x="129" y="13495"/>
                    <a:pt x="194" y="13487"/>
                  </a:cubicBezTo>
                  <a:cubicBezTo>
                    <a:pt x="938" y="12386"/>
                    <a:pt x="1740" y="11325"/>
                    <a:pt x="2596" y="10310"/>
                  </a:cubicBezTo>
                  <a:cubicBezTo>
                    <a:pt x="2658" y="10237"/>
                    <a:pt x="2722" y="10168"/>
                    <a:pt x="2784" y="10095"/>
                  </a:cubicBezTo>
                  <a:cubicBezTo>
                    <a:pt x="2790" y="10100"/>
                    <a:pt x="2799" y="10102"/>
                    <a:pt x="2808" y="10103"/>
                  </a:cubicBezTo>
                  <a:cubicBezTo>
                    <a:pt x="4195" y="10234"/>
                    <a:pt x="5586" y="10327"/>
                    <a:pt x="6977" y="10382"/>
                  </a:cubicBezTo>
                  <a:cubicBezTo>
                    <a:pt x="7993" y="10422"/>
                    <a:pt x="9010" y="10444"/>
                    <a:pt x="10027" y="10446"/>
                  </a:cubicBezTo>
                  <a:cubicBezTo>
                    <a:pt x="10109" y="10397"/>
                    <a:pt x="10194" y="10349"/>
                    <a:pt x="10275" y="10297"/>
                  </a:cubicBezTo>
                  <a:lnTo>
                    <a:pt x="10275" y="10297"/>
                  </a:lnTo>
                  <a:cubicBezTo>
                    <a:pt x="10155" y="10298"/>
                    <a:pt x="10034" y="10298"/>
                    <a:pt x="9913" y="10298"/>
                  </a:cubicBezTo>
                  <a:cubicBezTo>
                    <a:pt x="9718" y="10298"/>
                    <a:pt x="9523" y="10298"/>
                    <a:pt x="9328" y="10296"/>
                  </a:cubicBezTo>
                  <a:cubicBezTo>
                    <a:pt x="7935" y="10283"/>
                    <a:pt x="6543" y="10231"/>
                    <a:pt x="5151" y="10143"/>
                  </a:cubicBezTo>
                  <a:cubicBezTo>
                    <a:pt x="4400" y="10095"/>
                    <a:pt x="3648" y="10035"/>
                    <a:pt x="2897" y="9966"/>
                  </a:cubicBezTo>
                  <a:cubicBezTo>
                    <a:pt x="3791" y="8930"/>
                    <a:pt x="4737" y="7940"/>
                    <a:pt x="5737" y="7005"/>
                  </a:cubicBezTo>
                  <a:cubicBezTo>
                    <a:pt x="5868" y="6882"/>
                    <a:pt x="6002" y="6763"/>
                    <a:pt x="6136" y="6641"/>
                  </a:cubicBezTo>
                  <a:cubicBezTo>
                    <a:pt x="6147" y="6658"/>
                    <a:pt x="6166" y="6671"/>
                    <a:pt x="6190" y="6674"/>
                  </a:cubicBezTo>
                  <a:cubicBezTo>
                    <a:pt x="7591" y="6851"/>
                    <a:pt x="9003" y="6941"/>
                    <a:pt x="10415" y="6941"/>
                  </a:cubicBezTo>
                  <a:cubicBezTo>
                    <a:pt x="11232" y="6941"/>
                    <a:pt x="12049" y="6911"/>
                    <a:pt x="12865" y="6850"/>
                  </a:cubicBezTo>
                  <a:cubicBezTo>
                    <a:pt x="12900" y="6799"/>
                    <a:pt x="12935" y="6748"/>
                    <a:pt x="12967" y="6697"/>
                  </a:cubicBezTo>
                  <a:lnTo>
                    <a:pt x="12967" y="6697"/>
                  </a:lnTo>
                  <a:cubicBezTo>
                    <a:pt x="12115" y="6762"/>
                    <a:pt x="11261" y="6795"/>
                    <a:pt x="10407" y="6795"/>
                  </a:cubicBezTo>
                  <a:cubicBezTo>
                    <a:pt x="9642" y="6795"/>
                    <a:pt x="8876" y="6768"/>
                    <a:pt x="8112" y="6716"/>
                  </a:cubicBezTo>
                  <a:cubicBezTo>
                    <a:pt x="7491" y="6674"/>
                    <a:pt x="6872" y="6613"/>
                    <a:pt x="6253" y="6536"/>
                  </a:cubicBezTo>
                  <a:cubicBezTo>
                    <a:pt x="7208" y="5674"/>
                    <a:pt x="8202" y="4856"/>
                    <a:pt x="9237" y="4094"/>
                  </a:cubicBezTo>
                  <a:cubicBezTo>
                    <a:pt x="9367" y="3999"/>
                    <a:pt x="9498" y="3908"/>
                    <a:pt x="9628" y="3815"/>
                  </a:cubicBezTo>
                  <a:cubicBezTo>
                    <a:pt x="9639" y="3821"/>
                    <a:pt x="9649" y="3826"/>
                    <a:pt x="9663" y="3827"/>
                  </a:cubicBezTo>
                  <a:cubicBezTo>
                    <a:pt x="10225" y="3853"/>
                    <a:pt x="10786" y="3867"/>
                    <a:pt x="11347" y="3867"/>
                  </a:cubicBezTo>
                  <a:cubicBezTo>
                    <a:pt x="12175" y="3867"/>
                    <a:pt x="13002" y="3838"/>
                    <a:pt x="13830" y="3779"/>
                  </a:cubicBezTo>
                  <a:cubicBezTo>
                    <a:pt x="13859" y="3728"/>
                    <a:pt x="13889" y="3677"/>
                    <a:pt x="13916" y="3625"/>
                  </a:cubicBezTo>
                  <a:lnTo>
                    <a:pt x="13916" y="3625"/>
                  </a:lnTo>
                  <a:cubicBezTo>
                    <a:pt x="13047" y="3689"/>
                    <a:pt x="12176" y="3720"/>
                    <a:pt x="11305" y="3720"/>
                  </a:cubicBezTo>
                  <a:cubicBezTo>
                    <a:pt x="11167" y="3720"/>
                    <a:pt x="11029" y="3719"/>
                    <a:pt x="10890" y="3717"/>
                  </a:cubicBezTo>
                  <a:cubicBezTo>
                    <a:pt x="10530" y="3712"/>
                    <a:pt x="10169" y="3700"/>
                    <a:pt x="9809" y="3686"/>
                  </a:cubicBezTo>
                  <a:cubicBezTo>
                    <a:pt x="10857" y="2941"/>
                    <a:pt x="11944" y="2247"/>
                    <a:pt x="13061" y="1612"/>
                  </a:cubicBezTo>
                  <a:cubicBezTo>
                    <a:pt x="13966" y="1098"/>
                    <a:pt x="14891" y="619"/>
                    <a:pt x="15839" y="182"/>
                  </a:cubicBezTo>
                  <a:cubicBezTo>
                    <a:pt x="15872" y="123"/>
                    <a:pt x="15906" y="62"/>
                    <a:pt x="159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4" name="Google Shape;1864;p34"/>
          <p:cNvGrpSpPr/>
          <p:nvPr/>
        </p:nvGrpSpPr>
        <p:grpSpPr>
          <a:xfrm rot="2161014">
            <a:off x="3083301" y="442121"/>
            <a:ext cx="373517" cy="318330"/>
            <a:chOff x="1832650" y="462425"/>
            <a:chExt cx="182075" cy="155175"/>
          </a:xfrm>
        </p:grpSpPr>
        <p:sp>
          <p:nvSpPr>
            <p:cNvPr id="1865" name="Google Shape;1865;p34"/>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4"/>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4"/>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8" name="Google Shape;1868;p34"/>
          <p:cNvGrpSpPr/>
          <p:nvPr/>
        </p:nvGrpSpPr>
        <p:grpSpPr>
          <a:xfrm>
            <a:off x="6056988" y="378384"/>
            <a:ext cx="372328" cy="313220"/>
            <a:chOff x="1876970" y="-81211"/>
            <a:chExt cx="5178410" cy="4356326"/>
          </a:xfrm>
        </p:grpSpPr>
        <p:sp>
          <p:nvSpPr>
            <p:cNvPr id="1869" name="Google Shape;1869;p34"/>
            <p:cNvSpPr/>
            <p:nvPr/>
          </p:nvSpPr>
          <p:spPr>
            <a:xfrm>
              <a:off x="1876970" y="-81211"/>
              <a:ext cx="4790958" cy="4199058"/>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0" name="Google Shape;1870;p34"/>
            <p:cNvGrpSpPr/>
            <p:nvPr/>
          </p:nvGrpSpPr>
          <p:grpSpPr>
            <a:xfrm>
              <a:off x="1876970" y="-81211"/>
              <a:ext cx="5178410" cy="4356326"/>
              <a:chOff x="4807450" y="3561550"/>
              <a:chExt cx="90550" cy="76175"/>
            </a:xfrm>
          </p:grpSpPr>
          <p:sp>
            <p:nvSpPr>
              <p:cNvPr id="1871" name="Google Shape;1871;p34"/>
              <p:cNvSpPr/>
              <p:nvPr/>
            </p:nvSpPr>
            <p:spPr>
              <a:xfrm>
                <a:off x="4814200" y="35643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4"/>
              <p:cNvSpPr/>
              <p:nvPr/>
            </p:nvSpPr>
            <p:spPr>
              <a:xfrm>
                <a:off x="4807450" y="35615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4"/>
              <p:cNvSpPr/>
              <p:nvPr/>
            </p:nvSpPr>
            <p:spPr>
              <a:xfrm>
                <a:off x="4826675" y="35840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74" name="Google Shape;1874;p34"/>
          <p:cNvGrpSpPr/>
          <p:nvPr/>
        </p:nvGrpSpPr>
        <p:grpSpPr>
          <a:xfrm>
            <a:off x="315810" y="2374682"/>
            <a:ext cx="219681" cy="219775"/>
            <a:chOff x="3331975" y="2330200"/>
            <a:chExt cx="63125" cy="63150"/>
          </a:xfrm>
        </p:grpSpPr>
        <p:sp>
          <p:nvSpPr>
            <p:cNvPr id="1875" name="Google Shape;1875;p34"/>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4"/>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4"/>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8" name="Google Shape;1878;p34"/>
          <p:cNvGrpSpPr/>
          <p:nvPr/>
        </p:nvGrpSpPr>
        <p:grpSpPr>
          <a:xfrm rot="-2905622" flipH="1">
            <a:off x="-124798" y="3079769"/>
            <a:ext cx="1100916" cy="1363819"/>
            <a:chOff x="4463600" y="387275"/>
            <a:chExt cx="449175" cy="556425"/>
          </a:xfrm>
        </p:grpSpPr>
        <p:sp>
          <p:nvSpPr>
            <p:cNvPr id="1879" name="Google Shape;1879;p34"/>
            <p:cNvSpPr/>
            <p:nvPr/>
          </p:nvSpPr>
          <p:spPr>
            <a:xfrm>
              <a:off x="4463900" y="396050"/>
              <a:ext cx="159475" cy="126800"/>
            </a:xfrm>
            <a:custGeom>
              <a:avLst/>
              <a:gdLst/>
              <a:ahLst/>
              <a:cxnLst/>
              <a:rect l="l" t="t" r="r" b="b"/>
              <a:pathLst>
                <a:path w="6379" h="5072" extrusionOk="0">
                  <a:moveTo>
                    <a:pt x="1655" y="0"/>
                  </a:moveTo>
                  <a:cubicBezTo>
                    <a:pt x="1640" y="0"/>
                    <a:pt x="1625" y="0"/>
                    <a:pt x="1610" y="1"/>
                  </a:cubicBezTo>
                  <a:cubicBezTo>
                    <a:pt x="1087" y="16"/>
                    <a:pt x="588" y="329"/>
                    <a:pt x="320" y="780"/>
                  </a:cubicBezTo>
                  <a:cubicBezTo>
                    <a:pt x="303" y="810"/>
                    <a:pt x="286" y="841"/>
                    <a:pt x="271" y="872"/>
                  </a:cubicBezTo>
                  <a:cubicBezTo>
                    <a:pt x="256" y="897"/>
                    <a:pt x="245" y="925"/>
                    <a:pt x="233" y="950"/>
                  </a:cubicBezTo>
                  <a:cubicBezTo>
                    <a:pt x="0" y="1491"/>
                    <a:pt x="92" y="2155"/>
                    <a:pt x="448" y="2624"/>
                  </a:cubicBezTo>
                  <a:cubicBezTo>
                    <a:pt x="851" y="3155"/>
                    <a:pt x="1511" y="3405"/>
                    <a:pt x="2139" y="3631"/>
                  </a:cubicBezTo>
                  <a:lnTo>
                    <a:pt x="4786" y="4587"/>
                  </a:lnTo>
                  <a:cubicBezTo>
                    <a:pt x="5142" y="4715"/>
                    <a:pt x="5736" y="5025"/>
                    <a:pt x="6112" y="5067"/>
                  </a:cubicBezTo>
                  <a:cubicBezTo>
                    <a:pt x="6136" y="5070"/>
                    <a:pt x="6158" y="5071"/>
                    <a:pt x="6178" y="5071"/>
                  </a:cubicBezTo>
                  <a:cubicBezTo>
                    <a:pt x="6223" y="5071"/>
                    <a:pt x="6258" y="5064"/>
                    <a:pt x="6283" y="5051"/>
                  </a:cubicBezTo>
                  <a:cubicBezTo>
                    <a:pt x="6320" y="5035"/>
                    <a:pt x="6341" y="5005"/>
                    <a:pt x="6347" y="4969"/>
                  </a:cubicBezTo>
                  <a:cubicBezTo>
                    <a:pt x="6378" y="4818"/>
                    <a:pt x="6200" y="4533"/>
                    <a:pt x="6096" y="4318"/>
                  </a:cubicBezTo>
                  <a:cubicBezTo>
                    <a:pt x="5442" y="2926"/>
                    <a:pt x="4468" y="1683"/>
                    <a:pt x="3269" y="722"/>
                  </a:cubicBezTo>
                  <a:cubicBezTo>
                    <a:pt x="2799" y="346"/>
                    <a:pt x="2253" y="0"/>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4"/>
            <p:cNvSpPr/>
            <p:nvPr/>
          </p:nvSpPr>
          <p:spPr>
            <a:xfrm>
              <a:off x="4470650" y="415525"/>
              <a:ext cx="401775" cy="528175"/>
            </a:xfrm>
            <a:custGeom>
              <a:avLst/>
              <a:gdLst/>
              <a:ahLst/>
              <a:cxnLst/>
              <a:rect l="l" t="t" r="r" b="b"/>
              <a:pathLst>
                <a:path w="16071" h="21127" extrusionOk="0">
                  <a:moveTo>
                    <a:pt x="50" y="0"/>
                  </a:moveTo>
                  <a:cubicBezTo>
                    <a:pt x="33" y="30"/>
                    <a:pt x="16" y="61"/>
                    <a:pt x="1" y="92"/>
                  </a:cubicBezTo>
                  <a:cubicBezTo>
                    <a:pt x="1015" y="637"/>
                    <a:pt x="2002" y="1235"/>
                    <a:pt x="2953" y="1888"/>
                  </a:cubicBezTo>
                  <a:cubicBezTo>
                    <a:pt x="4020" y="2620"/>
                    <a:pt x="5042" y="3416"/>
                    <a:pt x="6013" y="4271"/>
                  </a:cubicBezTo>
                  <a:cubicBezTo>
                    <a:pt x="6435" y="4646"/>
                    <a:pt x="6849" y="5029"/>
                    <a:pt x="7252" y="5423"/>
                  </a:cubicBezTo>
                  <a:cubicBezTo>
                    <a:pt x="8611" y="6758"/>
                    <a:pt x="9848" y="8214"/>
                    <a:pt x="10943" y="9771"/>
                  </a:cubicBezTo>
                  <a:cubicBezTo>
                    <a:pt x="12071" y="11373"/>
                    <a:pt x="13050" y="13080"/>
                    <a:pt x="13863" y="14861"/>
                  </a:cubicBezTo>
                  <a:cubicBezTo>
                    <a:pt x="14677" y="16640"/>
                    <a:pt x="15327" y="18495"/>
                    <a:pt x="15798" y="20394"/>
                  </a:cubicBezTo>
                  <a:cubicBezTo>
                    <a:pt x="15855" y="20624"/>
                    <a:pt x="15911" y="20859"/>
                    <a:pt x="15963" y="21092"/>
                  </a:cubicBezTo>
                  <a:cubicBezTo>
                    <a:pt x="15968" y="21116"/>
                    <a:pt x="15985" y="21126"/>
                    <a:pt x="16004" y="21126"/>
                  </a:cubicBezTo>
                  <a:cubicBezTo>
                    <a:pt x="16035" y="21126"/>
                    <a:pt x="16071" y="21096"/>
                    <a:pt x="16062" y="21056"/>
                  </a:cubicBezTo>
                  <a:cubicBezTo>
                    <a:pt x="15628" y="19132"/>
                    <a:pt x="15017" y="17252"/>
                    <a:pt x="14235" y="15443"/>
                  </a:cubicBezTo>
                  <a:cubicBezTo>
                    <a:pt x="13459" y="13643"/>
                    <a:pt x="12517" y="11913"/>
                    <a:pt x="11425" y="10286"/>
                  </a:cubicBezTo>
                  <a:cubicBezTo>
                    <a:pt x="10359" y="8699"/>
                    <a:pt x="9147" y="7211"/>
                    <a:pt x="7814" y="5841"/>
                  </a:cubicBezTo>
                  <a:cubicBezTo>
                    <a:pt x="7257" y="5268"/>
                    <a:pt x="6676" y="4718"/>
                    <a:pt x="6076" y="4190"/>
                  </a:cubicBezTo>
                  <a:cubicBezTo>
                    <a:pt x="5272" y="3481"/>
                    <a:pt x="4433" y="2812"/>
                    <a:pt x="3562" y="2188"/>
                  </a:cubicBezTo>
                  <a:cubicBezTo>
                    <a:pt x="2440" y="1383"/>
                    <a:pt x="1267" y="652"/>
                    <a:pt x="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4"/>
            <p:cNvSpPr/>
            <p:nvPr/>
          </p:nvSpPr>
          <p:spPr>
            <a:xfrm>
              <a:off x="4596250" y="387275"/>
              <a:ext cx="92950" cy="180025"/>
            </a:xfrm>
            <a:custGeom>
              <a:avLst/>
              <a:gdLst/>
              <a:ahLst/>
              <a:cxnLst/>
              <a:rect l="l" t="t" r="r" b="b"/>
              <a:pathLst>
                <a:path w="3718" h="7201" extrusionOk="0">
                  <a:moveTo>
                    <a:pt x="1654" y="0"/>
                  </a:moveTo>
                  <a:cubicBezTo>
                    <a:pt x="1474" y="0"/>
                    <a:pt x="1293" y="30"/>
                    <a:pt x="1123" y="89"/>
                  </a:cubicBezTo>
                  <a:cubicBezTo>
                    <a:pt x="1091" y="101"/>
                    <a:pt x="1057" y="113"/>
                    <a:pt x="1025" y="128"/>
                  </a:cubicBezTo>
                  <a:cubicBezTo>
                    <a:pt x="999" y="138"/>
                    <a:pt x="971" y="150"/>
                    <a:pt x="945" y="164"/>
                  </a:cubicBezTo>
                  <a:cubicBezTo>
                    <a:pt x="419" y="428"/>
                    <a:pt x="65" y="995"/>
                    <a:pt x="35" y="1583"/>
                  </a:cubicBezTo>
                  <a:cubicBezTo>
                    <a:pt x="1" y="2248"/>
                    <a:pt x="345" y="2865"/>
                    <a:pt x="680" y="3442"/>
                  </a:cubicBezTo>
                  <a:lnTo>
                    <a:pt x="2092" y="5876"/>
                  </a:lnTo>
                  <a:cubicBezTo>
                    <a:pt x="2281" y="6202"/>
                    <a:pt x="2539" y="6821"/>
                    <a:pt x="2799" y="7097"/>
                  </a:cubicBezTo>
                  <a:cubicBezTo>
                    <a:pt x="2854" y="7155"/>
                    <a:pt x="2901" y="7186"/>
                    <a:pt x="2941" y="7196"/>
                  </a:cubicBezTo>
                  <a:cubicBezTo>
                    <a:pt x="2952" y="7199"/>
                    <a:pt x="2962" y="7200"/>
                    <a:pt x="2972" y="7200"/>
                  </a:cubicBezTo>
                  <a:cubicBezTo>
                    <a:pt x="2998" y="7200"/>
                    <a:pt x="3022" y="7191"/>
                    <a:pt x="3043" y="7174"/>
                  </a:cubicBezTo>
                  <a:cubicBezTo>
                    <a:pt x="3163" y="7078"/>
                    <a:pt x="3209" y="6744"/>
                    <a:pt x="3270" y="6514"/>
                  </a:cubicBezTo>
                  <a:cubicBezTo>
                    <a:pt x="3663" y="5028"/>
                    <a:pt x="3718" y="3450"/>
                    <a:pt x="3417" y="1942"/>
                  </a:cubicBezTo>
                  <a:cubicBezTo>
                    <a:pt x="3296" y="1337"/>
                    <a:pt x="3095" y="705"/>
                    <a:pt x="2612" y="323"/>
                  </a:cubicBezTo>
                  <a:cubicBezTo>
                    <a:pt x="2342" y="108"/>
                    <a:pt x="1998" y="0"/>
                    <a:pt x="1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4"/>
            <p:cNvSpPr/>
            <p:nvPr/>
          </p:nvSpPr>
          <p:spPr>
            <a:xfrm>
              <a:off x="4621875" y="389500"/>
              <a:ext cx="50450" cy="177800"/>
            </a:xfrm>
            <a:custGeom>
              <a:avLst/>
              <a:gdLst/>
              <a:ahLst/>
              <a:cxnLst/>
              <a:rect l="l" t="t" r="r" b="b"/>
              <a:pathLst>
                <a:path w="2018" h="7112" extrusionOk="0">
                  <a:moveTo>
                    <a:pt x="98" y="1"/>
                  </a:moveTo>
                  <a:cubicBezTo>
                    <a:pt x="66" y="12"/>
                    <a:pt x="32" y="24"/>
                    <a:pt x="0" y="39"/>
                  </a:cubicBezTo>
                  <a:cubicBezTo>
                    <a:pt x="429" y="1108"/>
                    <a:pt x="799" y="2202"/>
                    <a:pt x="1107" y="3313"/>
                  </a:cubicBezTo>
                  <a:cubicBezTo>
                    <a:pt x="1452" y="4559"/>
                    <a:pt x="1724" y="5827"/>
                    <a:pt x="1916" y="7107"/>
                  </a:cubicBezTo>
                  <a:cubicBezTo>
                    <a:pt x="1927" y="7110"/>
                    <a:pt x="1937" y="7111"/>
                    <a:pt x="1947" y="7111"/>
                  </a:cubicBezTo>
                  <a:cubicBezTo>
                    <a:pt x="1973" y="7111"/>
                    <a:pt x="1997" y="7102"/>
                    <a:pt x="2018" y="7085"/>
                  </a:cubicBezTo>
                  <a:cubicBezTo>
                    <a:pt x="1859" y="6025"/>
                    <a:pt x="1645" y="4973"/>
                    <a:pt x="1379" y="3935"/>
                  </a:cubicBezTo>
                  <a:cubicBezTo>
                    <a:pt x="1038" y="2597"/>
                    <a:pt x="610" y="1282"/>
                    <a:pt x="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4"/>
            <p:cNvSpPr/>
            <p:nvPr/>
          </p:nvSpPr>
          <p:spPr>
            <a:xfrm>
              <a:off x="4690225" y="439125"/>
              <a:ext cx="85875" cy="183000"/>
            </a:xfrm>
            <a:custGeom>
              <a:avLst/>
              <a:gdLst/>
              <a:ahLst/>
              <a:cxnLst/>
              <a:rect l="l" t="t" r="r" b="b"/>
              <a:pathLst>
                <a:path w="3435" h="7320" extrusionOk="0">
                  <a:moveTo>
                    <a:pt x="1794" y="0"/>
                  </a:moveTo>
                  <a:cubicBezTo>
                    <a:pt x="1760" y="0"/>
                    <a:pt x="1724" y="0"/>
                    <a:pt x="1688" y="3"/>
                  </a:cubicBezTo>
                  <a:cubicBezTo>
                    <a:pt x="1660" y="3"/>
                    <a:pt x="1632" y="5"/>
                    <a:pt x="1602" y="10"/>
                  </a:cubicBezTo>
                  <a:cubicBezTo>
                    <a:pt x="1017" y="77"/>
                    <a:pt x="488" y="485"/>
                    <a:pt x="259" y="1029"/>
                  </a:cubicBezTo>
                  <a:cubicBezTo>
                    <a:pt x="0" y="1641"/>
                    <a:pt x="111" y="2341"/>
                    <a:pt x="227" y="2996"/>
                  </a:cubicBezTo>
                  <a:cubicBezTo>
                    <a:pt x="390" y="3921"/>
                    <a:pt x="553" y="4844"/>
                    <a:pt x="717" y="5768"/>
                  </a:cubicBezTo>
                  <a:cubicBezTo>
                    <a:pt x="782" y="6140"/>
                    <a:pt x="812" y="6809"/>
                    <a:pt x="961" y="7156"/>
                  </a:cubicBezTo>
                  <a:cubicBezTo>
                    <a:pt x="993" y="7228"/>
                    <a:pt x="1027" y="7275"/>
                    <a:pt x="1060" y="7299"/>
                  </a:cubicBezTo>
                  <a:cubicBezTo>
                    <a:pt x="1081" y="7313"/>
                    <a:pt x="1102" y="7320"/>
                    <a:pt x="1124" y="7320"/>
                  </a:cubicBezTo>
                  <a:cubicBezTo>
                    <a:pt x="1137" y="7320"/>
                    <a:pt x="1150" y="7317"/>
                    <a:pt x="1163" y="7312"/>
                  </a:cubicBezTo>
                  <a:cubicBezTo>
                    <a:pt x="1308" y="7265"/>
                    <a:pt x="1467" y="6966"/>
                    <a:pt x="1603" y="6772"/>
                  </a:cubicBezTo>
                  <a:cubicBezTo>
                    <a:pt x="2484" y="5511"/>
                    <a:pt x="3077" y="4049"/>
                    <a:pt x="3313" y="2529"/>
                  </a:cubicBezTo>
                  <a:cubicBezTo>
                    <a:pt x="3407" y="1920"/>
                    <a:pt x="3435" y="1257"/>
                    <a:pt x="3113" y="732"/>
                  </a:cubicBezTo>
                  <a:cubicBezTo>
                    <a:pt x="2838" y="283"/>
                    <a:pt x="2319" y="9"/>
                    <a:pt x="1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34"/>
            <p:cNvSpPr/>
            <p:nvPr/>
          </p:nvSpPr>
          <p:spPr>
            <a:xfrm>
              <a:off x="4716700" y="439125"/>
              <a:ext cx="19375" cy="183000"/>
            </a:xfrm>
            <a:custGeom>
              <a:avLst/>
              <a:gdLst/>
              <a:ahLst/>
              <a:cxnLst/>
              <a:rect l="l" t="t" r="r" b="b"/>
              <a:pathLst>
                <a:path w="775" h="7320" extrusionOk="0">
                  <a:moveTo>
                    <a:pt x="735" y="0"/>
                  </a:moveTo>
                  <a:cubicBezTo>
                    <a:pt x="701" y="0"/>
                    <a:pt x="665" y="0"/>
                    <a:pt x="629" y="3"/>
                  </a:cubicBezTo>
                  <a:cubicBezTo>
                    <a:pt x="665" y="1154"/>
                    <a:pt x="636" y="2309"/>
                    <a:pt x="544" y="3457"/>
                  </a:cubicBezTo>
                  <a:cubicBezTo>
                    <a:pt x="441" y="4746"/>
                    <a:pt x="259" y="6030"/>
                    <a:pt x="1" y="7299"/>
                  </a:cubicBezTo>
                  <a:cubicBezTo>
                    <a:pt x="22" y="7313"/>
                    <a:pt x="43" y="7320"/>
                    <a:pt x="65" y="7320"/>
                  </a:cubicBezTo>
                  <a:cubicBezTo>
                    <a:pt x="78" y="7320"/>
                    <a:pt x="91" y="7317"/>
                    <a:pt x="104" y="7312"/>
                  </a:cubicBezTo>
                  <a:cubicBezTo>
                    <a:pt x="319" y="6262"/>
                    <a:pt x="480" y="5201"/>
                    <a:pt x="587" y="4137"/>
                  </a:cubicBezTo>
                  <a:cubicBezTo>
                    <a:pt x="724" y="2761"/>
                    <a:pt x="775" y="1380"/>
                    <a:pt x="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34"/>
            <p:cNvSpPr/>
            <p:nvPr/>
          </p:nvSpPr>
          <p:spPr>
            <a:xfrm>
              <a:off x="4759825" y="543075"/>
              <a:ext cx="85350" cy="181850"/>
            </a:xfrm>
            <a:custGeom>
              <a:avLst/>
              <a:gdLst/>
              <a:ahLst/>
              <a:cxnLst/>
              <a:rect l="l" t="t" r="r" b="b"/>
              <a:pathLst>
                <a:path w="3414" h="7274" extrusionOk="0">
                  <a:moveTo>
                    <a:pt x="1784" y="0"/>
                  </a:moveTo>
                  <a:cubicBezTo>
                    <a:pt x="1749" y="0"/>
                    <a:pt x="1714" y="0"/>
                    <a:pt x="1680" y="3"/>
                  </a:cubicBezTo>
                  <a:cubicBezTo>
                    <a:pt x="1651" y="3"/>
                    <a:pt x="1623" y="5"/>
                    <a:pt x="1593" y="9"/>
                  </a:cubicBezTo>
                  <a:cubicBezTo>
                    <a:pt x="1011" y="76"/>
                    <a:pt x="488" y="483"/>
                    <a:pt x="258" y="1022"/>
                  </a:cubicBezTo>
                  <a:cubicBezTo>
                    <a:pt x="0" y="1632"/>
                    <a:pt x="112" y="2326"/>
                    <a:pt x="226" y="2978"/>
                  </a:cubicBezTo>
                  <a:cubicBezTo>
                    <a:pt x="390" y="3896"/>
                    <a:pt x="552" y="4813"/>
                    <a:pt x="715" y="5732"/>
                  </a:cubicBezTo>
                  <a:cubicBezTo>
                    <a:pt x="780" y="6100"/>
                    <a:pt x="810" y="6766"/>
                    <a:pt x="957" y="7111"/>
                  </a:cubicBezTo>
                  <a:cubicBezTo>
                    <a:pt x="988" y="7183"/>
                    <a:pt x="1021" y="7228"/>
                    <a:pt x="1055" y="7251"/>
                  </a:cubicBezTo>
                  <a:cubicBezTo>
                    <a:pt x="1076" y="7266"/>
                    <a:pt x="1097" y="7273"/>
                    <a:pt x="1119" y="7273"/>
                  </a:cubicBezTo>
                  <a:cubicBezTo>
                    <a:pt x="1132" y="7273"/>
                    <a:pt x="1145" y="7270"/>
                    <a:pt x="1158" y="7265"/>
                  </a:cubicBezTo>
                  <a:cubicBezTo>
                    <a:pt x="1303" y="7219"/>
                    <a:pt x="1460" y="6924"/>
                    <a:pt x="1594" y="6728"/>
                  </a:cubicBezTo>
                  <a:cubicBezTo>
                    <a:pt x="2469" y="5475"/>
                    <a:pt x="3057" y="4022"/>
                    <a:pt x="3291" y="2512"/>
                  </a:cubicBezTo>
                  <a:cubicBezTo>
                    <a:pt x="3384" y="1906"/>
                    <a:pt x="3413" y="1248"/>
                    <a:pt x="3093" y="727"/>
                  </a:cubicBezTo>
                  <a:cubicBezTo>
                    <a:pt x="2821" y="281"/>
                    <a:pt x="2305" y="8"/>
                    <a:pt x="1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34"/>
            <p:cNvSpPr/>
            <p:nvPr/>
          </p:nvSpPr>
          <p:spPr>
            <a:xfrm>
              <a:off x="4786200" y="543075"/>
              <a:ext cx="19225" cy="181850"/>
            </a:xfrm>
            <a:custGeom>
              <a:avLst/>
              <a:gdLst/>
              <a:ahLst/>
              <a:cxnLst/>
              <a:rect l="l" t="t" r="r" b="b"/>
              <a:pathLst>
                <a:path w="769" h="7274" extrusionOk="0">
                  <a:moveTo>
                    <a:pt x="729" y="0"/>
                  </a:moveTo>
                  <a:cubicBezTo>
                    <a:pt x="694" y="0"/>
                    <a:pt x="659" y="0"/>
                    <a:pt x="625" y="3"/>
                  </a:cubicBezTo>
                  <a:cubicBezTo>
                    <a:pt x="659" y="1147"/>
                    <a:pt x="631" y="2294"/>
                    <a:pt x="539" y="3436"/>
                  </a:cubicBezTo>
                  <a:cubicBezTo>
                    <a:pt x="437" y="4716"/>
                    <a:pt x="256" y="5992"/>
                    <a:pt x="0" y="7251"/>
                  </a:cubicBezTo>
                  <a:cubicBezTo>
                    <a:pt x="21" y="7266"/>
                    <a:pt x="42" y="7273"/>
                    <a:pt x="64" y="7273"/>
                  </a:cubicBezTo>
                  <a:cubicBezTo>
                    <a:pt x="77" y="7273"/>
                    <a:pt x="90" y="7270"/>
                    <a:pt x="103" y="7265"/>
                  </a:cubicBezTo>
                  <a:cubicBezTo>
                    <a:pt x="316" y="6223"/>
                    <a:pt x="476" y="5169"/>
                    <a:pt x="581" y="4109"/>
                  </a:cubicBezTo>
                  <a:cubicBezTo>
                    <a:pt x="719" y="2744"/>
                    <a:pt x="769" y="1372"/>
                    <a:pt x="7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4"/>
            <p:cNvSpPr/>
            <p:nvPr/>
          </p:nvSpPr>
          <p:spPr>
            <a:xfrm>
              <a:off x="4826450" y="640075"/>
              <a:ext cx="86325" cy="177525"/>
            </a:xfrm>
            <a:custGeom>
              <a:avLst/>
              <a:gdLst/>
              <a:ahLst/>
              <a:cxnLst/>
              <a:rect l="l" t="t" r="r" b="b"/>
              <a:pathLst>
                <a:path w="3453" h="7101" extrusionOk="0">
                  <a:moveTo>
                    <a:pt x="1784" y="1"/>
                  </a:moveTo>
                  <a:cubicBezTo>
                    <a:pt x="1222" y="1"/>
                    <a:pt x="672" y="314"/>
                    <a:pt x="374" y="790"/>
                  </a:cubicBezTo>
                  <a:cubicBezTo>
                    <a:pt x="22" y="1350"/>
                    <a:pt x="21" y="2053"/>
                    <a:pt x="29" y="2715"/>
                  </a:cubicBezTo>
                  <a:cubicBezTo>
                    <a:pt x="43" y="3648"/>
                    <a:pt x="57" y="4578"/>
                    <a:pt x="70" y="5511"/>
                  </a:cubicBezTo>
                  <a:cubicBezTo>
                    <a:pt x="75" y="5887"/>
                    <a:pt x="0" y="6549"/>
                    <a:pt x="90" y="6912"/>
                  </a:cubicBezTo>
                  <a:cubicBezTo>
                    <a:pt x="109" y="6988"/>
                    <a:pt x="135" y="7039"/>
                    <a:pt x="165" y="7067"/>
                  </a:cubicBezTo>
                  <a:cubicBezTo>
                    <a:pt x="188" y="7090"/>
                    <a:pt x="215" y="7100"/>
                    <a:pt x="243" y="7100"/>
                  </a:cubicBezTo>
                  <a:cubicBezTo>
                    <a:pt x="250" y="7100"/>
                    <a:pt x="257" y="7100"/>
                    <a:pt x="264" y="7099"/>
                  </a:cubicBezTo>
                  <a:cubicBezTo>
                    <a:pt x="414" y="7074"/>
                    <a:pt x="616" y="6808"/>
                    <a:pt x="780" y="6635"/>
                  </a:cubicBezTo>
                  <a:cubicBezTo>
                    <a:pt x="1844" y="5538"/>
                    <a:pt x="2658" y="4198"/>
                    <a:pt x="3130" y="2745"/>
                  </a:cubicBezTo>
                  <a:cubicBezTo>
                    <a:pt x="3319" y="2162"/>
                    <a:pt x="3452" y="1517"/>
                    <a:pt x="3220" y="950"/>
                  </a:cubicBezTo>
                  <a:cubicBezTo>
                    <a:pt x="3021" y="467"/>
                    <a:pt x="2556" y="114"/>
                    <a:pt x="2043" y="23"/>
                  </a:cubicBezTo>
                  <a:cubicBezTo>
                    <a:pt x="2008" y="17"/>
                    <a:pt x="1973" y="12"/>
                    <a:pt x="1938" y="10"/>
                  </a:cubicBezTo>
                  <a:cubicBezTo>
                    <a:pt x="1910" y="7"/>
                    <a:pt x="1881" y="5"/>
                    <a:pt x="1852" y="3"/>
                  </a:cubicBezTo>
                  <a:cubicBezTo>
                    <a:pt x="1830" y="2"/>
                    <a:pt x="1807" y="1"/>
                    <a:pt x="1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34"/>
            <p:cNvSpPr/>
            <p:nvPr/>
          </p:nvSpPr>
          <p:spPr>
            <a:xfrm>
              <a:off x="4830575" y="640325"/>
              <a:ext cx="47000" cy="177275"/>
            </a:xfrm>
            <a:custGeom>
              <a:avLst/>
              <a:gdLst/>
              <a:ahLst/>
              <a:cxnLst/>
              <a:rect l="l" t="t" r="r" b="b"/>
              <a:pathLst>
                <a:path w="1880" h="7091" extrusionOk="0">
                  <a:moveTo>
                    <a:pt x="1775" y="1"/>
                  </a:moveTo>
                  <a:cubicBezTo>
                    <a:pt x="1627" y="1135"/>
                    <a:pt x="1415" y="2263"/>
                    <a:pt x="1143" y="3375"/>
                  </a:cubicBezTo>
                  <a:cubicBezTo>
                    <a:pt x="837" y="4624"/>
                    <a:pt x="454" y="5854"/>
                    <a:pt x="0" y="7057"/>
                  </a:cubicBezTo>
                  <a:cubicBezTo>
                    <a:pt x="23" y="7080"/>
                    <a:pt x="50" y="7090"/>
                    <a:pt x="78" y="7090"/>
                  </a:cubicBezTo>
                  <a:cubicBezTo>
                    <a:pt x="85" y="7090"/>
                    <a:pt x="92" y="7090"/>
                    <a:pt x="99" y="7089"/>
                  </a:cubicBezTo>
                  <a:cubicBezTo>
                    <a:pt x="476" y="6093"/>
                    <a:pt x="802" y="5077"/>
                    <a:pt x="1079" y="4047"/>
                  </a:cubicBezTo>
                  <a:cubicBezTo>
                    <a:pt x="1432" y="2721"/>
                    <a:pt x="1700" y="1374"/>
                    <a:pt x="1879" y="15"/>
                  </a:cubicBezTo>
                  <a:cubicBezTo>
                    <a:pt x="1844" y="8"/>
                    <a:pt x="1809" y="3"/>
                    <a:pt x="1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34"/>
            <p:cNvSpPr/>
            <p:nvPr/>
          </p:nvSpPr>
          <p:spPr>
            <a:xfrm>
              <a:off x="4463600" y="498550"/>
              <a:ext cx="185400" cy="82950"/>
            </a:xfrm>
            <a:custGeom>
              <a:avLst/>
              <a:gdLst/>
              <a:ahLst/>
              <a:cxnLst/>
              <a:rect l="l" t="t" r="r" b="b"/>
              <a:pathLst>
                <a:path w="7416" h="3318" extrusionOk="0">
                  <a:moveTo>
                    <a:pt x="1795" y="0"/>
                  </a:moveTo>
                  <a:cubicBezTo>
                    <a:pt x="1652" y="0"/>
                    <a:pt x="1509" y="14"/>
                    <a:pt x="1367" y="46"/>
                  </a:cubicBezTo>
                  <a:cubicBezTo>
                    <a:pt x="792" y="176"/>
                    <a:pt x="296" y="624"/>
                    <a:pt x="127" y="1188"/>
                  </a:cubicBezTo>
                  <a:cubicBezTo>
                    <a:pt x="119" y="1217"/>
                    <a:pt x="111" y="1245"/>
                    <a:pt x="105" y="1271"/>
                  </a:cubicBezTo>
                  <a:cubicBezTo>
                    <a:pt x="96" y="1305"/>
                    <a:pt x="90" y="1341"/>
                    <a:pt x="85" y="1375"/>
                  </a:cubicBezTo>
                  <a:cubicBezTo>
                    <a:pt x="0" y="1893"/>
                    <a:pt x="181" y="2452"/>
                    <a:pt x="573" y="2802"/>
                  </a:cubicBezTo>
                  <a:cubicBezTo>
                    <a:pt x="1033" y="3211"/>
                    <a:pt x="1689" y="3299"/>
                    <a:pt x="2307" y="3315"/>
                  </a:cubicBezTo>
                  <a:cubicBezTo>
                    <a:pt x="2382" y="3316"/>
                    <a:pt x="2457" y="3317"/>
                    <a:pt x="2532" y="3317"/>
                  </a:cubicBezTo>
                  <a:cubicBezTo>
                    <a:pt x="3995" y="3317"/>
                    <a:pt x="5456" y="2993"/>
                    <a:pt x="6783" y="2380"/>
                  </a:cubicBezTo>
                  <a:cubicBezTo>
                    <a:pt x="7001" y="2282"/>
                    <a:pt x="7322" y="2180"/>
                    <a:pt x="7394" y="2044"/>
                  </a:cubicBezTo>
                  <a:cubicBezTo>
                    <a:pt x="7412" y="2012"/>
                    <a:pt x="7416" y="1977"/>
                    <a:pt x="7397" y="1940"/>
                  </a:cubicBezTo>
                  <a:cubicBezTo>
                    <a:pt x="7381" y="1903"/>
                    <a:pt x="7342" y="1862"/>
                    <a:pt x="7276" y="1817"/>
                  </a:cubicBezTo>
                  <a:cubicBezTo>
                    <a:pt x="6959" y="1610"/>
                    <a:pt x="6306" y="1462"/>
                    <a:pt x="5952" y="1332"/>
                  </a:cubicBezTo>
                  <a:cubicBezTo>
                    <a:pt x="5071" y="1008"/>
                    <a:pt x="4191" y="684"/>
                    <a:pt x="3310" y="361"/>
                  </a:cubicBezTo>
                  <a:cubicBezTo>
                    <a:pt x="2821" y="181"/>
                    <a:pt x="2307" y="0"/>
                    <a:pt x="1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34"/>
            <p:cNvSpPr/>
            <p:nvPr/>
          </p:nvSpPr>
          <p:spPr>
            <a:xfrm>
              <a:off x="4465700" y="530400"/>
              <a:ext cx="183300" cy="19525"/>
            </a:xfrm>
            <a:custGeom>
              <a:avLst/>
              <a:gdLst/>
              <a:ahLst/>
              <a:cxnLst/>
              <a:rect l="l" t="t" r="r" b="b"/>
              <a:pathLst>
                <a:path w="7332" h="781" extrusionOk="0">
                  <a:moveTo>
                    <a:pt x="21" y="0"/>
                  </a:moveTo>
                  <a:cubicBezTo>
                    <a:pt x="12" y="34"/>
                    <a:pt x="6" y="69"/>
                    <a:pt x="1" y="104"/>
                  </a:cubicBezTo>
                  <a:cubicBezTo>
                    <a:pt x="1352" y="386"/>
                    <a:pt x="2720" y="580"/>
                    <a:pt x="4098" y="687"/>
                  </a:cubicBezTo>
                  <a:cubicBezTo>
                    <a:pt x="4904" y="749"/>
                    <a:pt x="5713" y="780"/>
                    <a:pt x="6522" y="780"/>
                  </a:cubicBezTo>
                  <a:cubicBezTo>
                    <a:pt x="6785" y="780"/>
                    <a:pt x="7048" y="777"/>
                    <a:pt x="7310" y="770"/>
                  </a:cubicBezTo>
                  <a:cubicBezTo>
                    <a:pt x="7328" y="738"/>
                    <a:pt x="7332" y="703"/>
                    <a:pt x="7313" y="666"/>
                  </a:cubicBezTo>
                  <a:lnTo>
                    <a:pt x="7313" y="666"/>
                  </a:lnTo>
                  <a:cubicBezTo>
                    <a:pt x="7056" y="672"/>
                    <a:pt x="6798" y="675"/>
                    <a:pt x="6541" y="675"/>
                  </a:cubicBezTo>
                  <a:cubicBezTo>
                    <a:pt x="5505" y="675"/>
                    <a:pt x="4469" y="625"/>
                    <a:pt x="3437" y="524"/>
                  </a:cubicBezTo>
                  <a:cubicBezTo>
                    <a:pt x="2291" y="412"/>
                    <a:pt x="1149" y="237"/>
                    <a:pt x="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34"/>
            <p:cNvSpPr/>
            <p:nvPr/>
          </p:nvSpPr>
          <p:spPr>
            <a:xfrm>
              <a:off x="4529750" y="585700"/>
              <a:ext cx="182950" cy="81375"/>
            </a:xfrm>
            <a:custGeom>
              <a:avLst/>
              <a:gdLst/>
              <a:ahLst/>
              <a:cxnLst/>
              <a:rect l="l" t="t" r="r" b="b"/>
              <a:pathLst>
                <a:path w="7318" h="3255" extrusionOk="0">
                  <a:moveTo>
                    <a:pt x="1837" y="1"/>
                  </a:moveTo>
                  <a:cubicBezTo>
                    <a:pt x="1589" y="1"/>
                    <a:pt x="1344" y="34"/>
                    <a:pt x="1110" y="121"/>
                  </a:cubicBezTo>
                  <a:cubicBezTo>
                    <a:pt x="559" y="323"/>
                    <a:pt x="129" y="828"/>
                    <a:pt x="34" y="1406"/>
                  </a:cubicBezTo>
                  <a:cubicBezTo>
                    <a:pt x="29" y="1434"/>
                    <a:pt x="26" y="1463"/>
                    <a:pt x="23" y="1491"/>
                  </a:cubicBezTo>
                  <a:cubicBezTo>
                    <a:pt x="19" y="1526"/>
                    <a:pt x="17" y="1561"/>
                    <a:pt x="17" y="1597"/>
                  </a:cubicBezTo>
                  <a:cubicBezTo>
                    <a:pt x="0" y="2118"/>
                    <a:pt x="249" y="2645"/>
                    <a:pt x="679" y="2939"/>
                  </a:cubicBezTo>
                  <a:cubicBezTo>
                    <a:pt x="1035" y="3182"/>
                    <a:pt x="1467" y="3255"/>
                    <a:pt x="1904" y="3255"/>
                  </a:cubicBezTo>
                  <a:cubicBezTo>
                    <a:pt x="2088" y="3255"/>
                    <a:pt x="2273" y="3242"/>
                    <a:pt x="2453" y="3223"/>
                  </a:cubicBezTo>
                  <a:cubicBezTo>
                    <a:pt x="3973" y="3060"/>
                    <a:pt x="5452" y="2542"/>
                    <a:pt x="6745" y="1727"/>
                  </a:cubicBezTo>
                  <a:cubicBezTo>
                    <a:pt x="6946" y="1598"/>
                    <a:pt x="7250" y="1455"/>
                    <a:pt x="7304" y="1314"/>
                  </a:cubicBezTo>
                  <a:cubicBezTo>
                    <a:pt x="7318" y="1281"/>
                    <a:pt x="7317" y="1244"/>
                    <a:pt x="7293" y="1211"/>
                  </a:cubicBezTo>
                  <a:cubicBezTo>
                    <a:pt x="7272" y="1176"/>
                    <a:pt x="7227" y="1140"/>
                    <a:pt x="7157" y="1106"/>
                  </a:cubicBezTo>
                  <a:cubicBezTo>
                    <a:pt x="6819" y="942"/>
                    <a:pt x="6156" y="881"/>
                    <a:pt x="5791" y="798"/>
                  </a:cubicBezTo>
                  <a:cubicBezTo>
                    <a:pt x="4881" y="592"/>
                    <a:pt x="3971" y="386"/>
                    <a:pt x="3063" y="182"/>
                  </a:cubicBezTo>
                  <a:cubicBezTo>
                    <a:pt x="2662" y="91"/>
                    <a:pt x="2245" y="1"/>
                    <a:pt x="1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34"/>
            <p:cNvSpPr/>
            <p:nvPr/>
          </p:nvSpPr>
          <p:spPr>
            <a:xfrm>
              <a:off x="4530150" y="615950"/>
              <a:ext cx="182550" cy="11975"/>
            </a:xfrm>
            <a:custGeom>
              <a:avLst/>
              <a:gdLst/>
              <a:ahLst/>
              <a:cxnLst/>
              <a:rect l="l" t="t" r="r" b="b"/>
              <a:pathLst>
                <a:path w="7302" h="479" extrusionOk="0">
                  <a:moveTo>
                    <a:pt x="7277" y="1"/>
                  </a:moveTo>
                  <a:cubicBezTo>
                    <a:pt x="6007" y="198"/>
                    <a:pt x="4724" y="317"/>
                    <a:pt x="3439" y="359"/>
                  </a:cubicBezTo>
                  <a:cubicBezTo>
                    <a:pt x="3098" y="370"/>
                    <a:pt x="2756" y="376"/>
                    <a:pt x="2415" y="376"/>
                  </a:cubicBezTo>
                  <a:cubicBezTo>
                    <a:pt x="1611" y="376"/>
                    <a:pt x="807" y="344"/>
                    <a:pt x="7" y="281"/>
                  </a:cubicBezTo>
                  <a:cubicBezTo>
                    <a:pt x="3" y="316"/>
                    <a:pt x="1" y="351"/>
                    <a:pt x="1" y="387"/>
                  </a:cubicBezTo>
                  <a:cubicBezTo>
                    <a:pt x="806" y="448"/>
                    <a:pt x="1614" y="479"/>
                    <a:pt x="2422" y="479"/>
                  </a:cubicBezTo>
                  <a:cubicBezTo>
                    <a:pt x="2986" y="479"/>
                    <a:pt x="3549" y="464"/>
                    <a:pt x="4112" y="434"/>
                  </a:cubicBezTo>
                  <a:cubicBezTo>
                    <a:pt x="5175" y="377"/>
                    <a:pt x="6236" y="268"/>
                    <a:pt x="7288" y="104"/>
                  </a:cubicBezTo>
                  <a:cubicBezTo>
                    <a:pt x="7302" y="71"/>
                    <a:pt x="7301" y="34"/>
                    <a:pt x="72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34"/>
            <p:cNvSpPr/>
            <p:nvPr/>
          </p:nvSpPr>
          <p:spPr>
            <a:xfrm>
              <a:off x="4592775" y="670525"/>
              <a:ext cx="183850" cy="81550"/>
            </a:xfrm>
            <a:custGeom>
              <a:avLst/>
              <a:gdLst/>
              <a:ahLst/>
              <a:cxnLst/>
              <a:rect l="l" t="t" r="r" b="b"/>
              <a:pathLst>
                <a:path w="7354" h="3262" extrusionOk="0">
                  <a:moveTo>
                    <a:pt x="1814" y="0"/>
                  </a:moveTo>
                  <a:cubicBezTo>
                    <a:pt x="1610" y="0"/>
                    <a:pt x="1408" y="25"/>
                    <a:pt x="1211" y="87"/>
                  </a:cubicBezTo>
                  <a:cubicBezTo>
                    <a:pt x="653" y="261"/>
                    <a:pt x="195" y="743"/>
                    <a:pt x="73" y="1316"/>
                  </a:cubicBezTo>
                  <a:cubicBezTo>
                    <a:pt x="66" y="1345"/>
                    <a:pt x="61" y="1373"/>
                    <a:pt x="57" y="1402"/>
                  </a:cubicBezTo>
                  <a:cubicBezTo>
                    <a:pt x="51" y="1436"/>
                    <a:pt x="47" y="1471"/>
                    <a:pt x="45" y="1506"/>
                  </a:cubicBezTo>
                  <a:cubicBezTo>
                    <a:pt x="0" y="2026"/>
                    <a:pt x="223" y="2565"/>
                    <a:pt x="640" y="2880"/>
                  </a:cubicBezTo>
                  <a:cubicBezTo>
                    <a:pt x="1040" y="3182"/>
                    <a:pt x="1554" y="3261"/>
                    <a:pt x="2063" y="3261"/>
                  </a:cubicBezTo>
                  <a:cubicBezTo>
                    <a:pt x="2175" y="3261"/>
                    <a:pt x="2287" y="3257"/>
                    <a:pt x="2398" y="3251"/>
                  </a:cubicBezTo>
                  <a:cubicBezTo>
                    <a:pt x="3924" y="3164"/>
                    <a:pt x="5427" y="2721"/>
                    <a:pt x="6759" y="1971"/>
                  </a:cubicBezTo>
                  <a:cubicBezTo>
                    <a:pt x="6966" y="1853"/>
                    <a:pt x="7276" y="1725"/>
                    <a:pt x="7338" y="1585"/>
                  </a:cubicBezTo>
                  <a:cubicBezTo>
                    <a:pt x="7353" y="1552"/>
                    <a:pt x="7353" y="1517"/>
                    <a:pt x="7333" y="1482"/>
                  </a:cubicBezTo>
                  <a:cubicBezTo>
                    <a:pt x="7314" y="1446"/>
                    <a:pt x="7271" y="1409"/>
                    <a:pt x="7203" y="1372"/>
                  </a:cubicBezTo>
                  <a:cubicBezTo>
                    <a:pt x="6873" y="1191"/>
                    <a:pt x="6215" y="1097"/>
                    <a:pt x="5854" y="996"/>
                  </a:cubicBezTo>
                  <a:cubicBezTo>
                    <a:pt x="4956" y="746"/>
                    <a:pt x="4058" y="495"/>
                    <a:pt x="3160" y="244"/>
                  </a:cubicBezTo>
                  <a:cubicBezTo>
                    <a:pt x="2722" y="122"/>
                    <a:pt x="2263" y="0"/>
                    <a:pt x="1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34"/>
            <p:cNvSpPr/>
            <p:nvPr/>
          </p:nvSpPr>
          <p:spPr>
            <a:xfrm>
              <a:off x="4593875" y="705500"/>
              <a:ext cx="182750" cy="8975"/>
            </a:xfrm>
            <a:custGeom>
              <a:avLst/>
              <a:gdLst/>
              <a:ahLst/>
              <a:cxnLst/>
              <a:rect l="l" t="t" r="r" b="b"/>
              <a:pathLst>
                <a:path w="7310" h="359" extrusionOk="0">
                  <a:moveTo>
                    <a:pt x="13" y="1"/>
                  </a:moveTo>
                  <a:cubicBezTo>
                    <a:pt x="7" y="36"/>
                    <a:pt x="3" y="71"/>
                    <a:pt x="1" y="106"/>
                  </a:cubicBezTo>
                  <a:cubicBezTo>
                    <a:pt x="1338" y="275"/>
                    <a:pt x="2682" y="359"/>
                    <a:pt x="4030" y="359"/>
                  </a:cubicBezTo>
                  <a:cubicBezTo>
                    <a:pt x="4055" y="359"/>
                    <a:pt x="4079" y="359"/>
                    <a:pt x="4104" y="359"/>
                  </a:cubicBezTo>
                  <a:cubicBezTo>
                    <a:pt x="5170" y="355"/>
                    <a:pt x="6235" y="299"/>
                    <a:pt x="7294" y="186"/>
                  </a:cubicBezTo>
                  <a:cubicBezTo>
                    <a:pt x="7309" y="153"/>
                    <a:pt x="7309" y="118"/>
                    <a:pt x="7289" y="83"/>
                  </a:cubicBezTo>
                  <a:cubicBezTo>
                    <a:pt x="6190" y="198"/>
                    <a:pt x="5083" y="255"/>
                    <a:pt x="3978" y="255"/>
                  </a:cubicBezTo>
                  <a:cubicBezTo>
                    <a:pt x="3798" y="255"/>
                    <a:pt x="3618" y="253"/>
                    <a:pt x="3438" y="250"/>
                  </a:cubicBezTo>
                  <a:cubicBezTo>
                    <a:pt x="2293" y="231"/>
                    <a:pt x="1148" y="147"/>
                    <a:pt x="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34"/>
            <p:cNvSpPr/>
            <p:nvPr/>
          </p:nvSpPr>
          <p:spPr>
            <a:xfrm>
              <a:off x="4658000" y="754900"/>
              <a:ext cx="179700" cy="91050"/>
            </a:xfrm>
            <a:custGeom>
              <a:avLst/>
              <a:gdLst/>
              <a:ahLst/>
              <a:cxnLst/>
              <a:rect l="l" t="t" r="r" b="b"/>
              <a:pathLst>
                <a:path w="7188" h="3642" extrusionOk="0">
                  <a:moveTo>
                    <a:pt x="1732" y="1"/>
                  </a:moveTo>
                  <a:cubicBezTo>
                    <a:pt x="1725" y="1"/>
                    <a:pt x="1718" y="1"/>
                    <a:pt x="1710" y="1"/>
                  </a:cubicBezTo>
                  <a:cubicBezTo>
                    <a:pt x="1125" y="9"/>
                    <a:pt x="551" y="341"/>
                    <a:pt x="270" y="855"/>
                  </a:cubicBezTo>
                  <a:cubicBezTo>
                    <a:pt x="255" y="881"/>
                    <a:pt x="243" y="907"/>
                    <a:pt x="231" y="933"/>
                  </a:cubicBezTo>
                  <a:cubicBezTo>
                    <a:pt x="215" y="964"/>
                    <a:pt x="201" y="996"/>
                    <a:pt x="189" y="1030"/>
                  </a:cubicBezTo>
                  <a:cubicBezTo>
                    <a:pt x="0" y="1515"/>
                    <a:pt x="59" y="2096"/>
                    <a:pt x="369" y="2517"/>
                  </a:cubicBezTo>
                  <a:cubicBezTo>
                    <a:pt x="731" y="3009"/>
                    <a:pt x="1352" y="3231"/>
                    <a:pt x="1947" y="3375"/>
                  </a:cubicBezTo>
                  <a:cubicBezTo>
                    <a:pt x="2701" y="3553"/>
                    <a:pt x="3475" y="3642"/>
                    <a:pt x="4250" y="3642"/>
                  </a:cubicBezTo>
                  <a:cubicBezTo>
                    <a:pt x="5004" y="3642"/>
                    <a:pt x="5757" y="3558"/>
                    <a:pt x="6491" y="3391"/>
                  </a:cubicBezTo>
                  <a:cubicBezTo>
                    <a:pt x="6721" y="3337"/>
                    <a:pt x="7055" y="3303"/>
                    <a:pt x="7153" y="3188"/>
                  </a:cubicBezTo>
                  <a:cubicBezTo>
                    <a:pt x="7178" y="3161"/>
                    <a:pt x="7188" y="3127"/>
                    <a:pt x="7179" y="3087"/>
                  </a:cubicBezTo>
                  <a:cubicBezTo>
                    <a:pt x="7169" y="3047"/>
                    <a:pt x="7141" y="2999"/>
                    <a:pt x="7086" y="2942"/>
                  </a:cubicBezTo>
                  <a:cubicBezTo>
                    <a:pt x="6822" y="2676"/>
                    <a:pt x="6217" y="2397"/>
                    <a:pt x="5900" y="2198"/>
                  </a:cubicBezTo>
                  <a:cubicBezTo>
                    <a:pt x="5111" y="1702"/>
                    <a:pt x="4323" y="1205"/>
                    <a:pt x="3534" y="708"/>
                  </a:cubicBezTo>
                  <a:cubicBezTo>
                    <a:pt x="2980" y="360"/>
                    <a:pt x="2386" y="1"/>
                    <a:pt x="17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4"/>
            <p:cNvSpPr/>
            <p:nvPr/>
          </p:nvSpPr>
          <p:spPr>
            <a:xfrm>
              <a:off x="4662650" y="778200"/>
              <a:ext cx="175050" cy="56400"/>
            </a:xfrm>
            <a:custGeom>
              <a:avLst/>
              <a:gdLst/>
              <a:ahLst/>
              <a:cxnLst/>
              <a:rect l="l" t="t" r="r" b="b"/>
              <a:pathLst>
                <a:path w="7002" h="2256" extrusionOk="0">
                  <a:moveTo>
                    <a:pt x="42" y="1"/>
                  </a:moveTo>
                  <a:cubicBezTo>
                    <a:pt x="27" y="32"/>
                    <a:pt x="12" y="64"/>
                    <a:pt x="1" y="98"/>
                  </a:cubicBezTo>
                  <a:cubicBezTo>
                    <a:pt x="1255" y="651"/>
                    <a:pt x="2546" y="1123"/>
                    <a:pt x="3862" y="1510"/>
                  </a:cubicBezTo>
                  <a:cubicBezTo>
                    <a:pt x="4883" y="1811"/>
                    <a:pt x="5920" y="2061"/>
                    <a:pt x="6967" y="2256"/>
                  </a:cubicBezTo>
                  <a:cubicBezTo>
                    <a:pt x="6992" y="2229"/>
                    <a:pt x="7002" y="2195"/>
                    <a:pt x="6993" y="2155"/>
                  </a:cubicBezTo>
                  <a:cubicBezTo>
                    <a:pt x="5730" y="1917"/>
                    <a:pt x="4480" y="1605"/>
                    <a:pt x="3255" y="1215"/>
                  </a:cubicBezTo>
                  <a:cubicBezTo>
                    <a:pt x="2163" y="870"/>
                    <a:pt x="1090" y="464"/>
                    <a:pt x="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7" name="Google Shape;1897;p34"/>
          <p:cNvGrpSpPr/>
          <p:nvPr/>
        </p:nvGrpSpPr>
        <p:grpSpPr>
          <a:xfrm>
            <a:off x="151335" y="3221822"/>
            <a:ext cx="1460804" cy="1728636"/>
            <a:chOff x="1287200" y="1667975"/>
            <a:chExt cx="690100" cy="816550"/>
          </a:xfrm>
        </p:grpSpPr>
        <p:sp>
          <p:nvSpPr>
            <p:cNvPr id="1898" name="Google Shape;1898;p34"/>
            <p:cNvSpPr/>
            <p:nvPr/>
          </p:nvSpPr>
          <p:spPr>
            <a:xfrm>
              <a:off x="1287200" y="1761050"/>
              <a:ext cx="619800" cy="723475"/>
            </a:xfrm>
            <a:custGeom>
              <a:avLst/>
              <a:gdLst/>
              <a:ahLst/>
              <a:cxnLst/>
              <a:rect l="l" t="t" r="r" b="b"/>
              <a:pathLst>
                <a:path w="24792" h="28939" extrusionOk="0">
                  <a:moveTo>
                    <a:pt x="12084" y="1"/>
                  </a:moveTo>
                  <a:lnTo>
                    <a:pt x="8081" y="4104"/>
                  </a:lnTo>
                  <a:cubicBezTo>
                    <a:pt x="7663" y="4533"/>
                    <a:pt x="7318" y="5032"/>
                    <a:pt x="7067" y="5576"/>
                  </a:cubicBezTo>
                  <a:lnTo>
                    <a:pt x="412" y="20013"/>
                  </a:lnTo>
                  <a:cubicBezTo>
                    <a:pt x="1" y="20905"/>
                    <a:pt x="272" y="21954"/>
                    <a:pt x="1054" y="22548"/>
                  </a:cubicBezTo>
                  <a:cubicBezTo>
                    <a:pt x="1353" y="22777"/>
                    <a:pt x="1654" y="23000"/>
                    <a:pt x="1963" y="23217"/>
                  </a:cubicBezTo>
                  <a:cubicBezTo>
                    <a:pt x="2676" y="23728"/>
                    <a:pt x="3404" y="24208"/>
                    <a:pt x="4147" y="24661"/>
                  </a:cubicBezTo>
                  <a:cubicBezTo>
                    <a:pt x="7432" y="26656"/>
                    <a:pt x="10988" y="28064"/>
                    <a:pt x="14810" y="28889"/>
                  </a:cubicBezTo>
                  <a:cubicBezTo>
                    <a:pt x="14961" y="28922"/>
                    <a:pt x="15112" y="28938"/>
                    <a:pt x="15261" y="28938"/>
                  </a:cubicBezTo>
                  <a:cubicBezTo>
                    <a:pt x="16060" y="28938"/>
                    <a:pt x="16806" y="28482"/>
                    <a:pt x="17153" y="27730"/>
                  </a:cubicBezTo>
                  <a:lnTo>
                    <a:pt x="23807" y="13293"/>
                  </a:lnTo>
                  <a:cubicBezTo>
                    <a:pt x="24059" y="12748"/>
                    <a:pt x="24215" y="12163"/>
                    <a:pt x="24270" y="11566"/>
                  </a:cubicBezTo>
                  <a:lnTo>
                    <a:pt x="24792" y="5858"/>
                  </a:lnTo>
                  <a:lnTo>
                    <a:pt x="120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4"/>
            <p:cNvSpPr/>
            <p:nvPr/>
          </p:nvSpPr>
          <p:spPr>
            <a:xfrm>
              <a:off x="1336250" y="1780925"/>
              <a:ext cx="340875" cy="596650"/>
            </a:xfrm>
            <a:custGeom>
              <a:avLst/>
              <a:gdLst/>
              <a:ahLst/>
              <a:cxnLst/>
              <a:rect l="l" t="t" r="r" b="b"/>
              <a:pathLst>
                <a:path w="13635" h="23866" extrusionOk="0">
                  <a:moveTo>
                    <a:pt x="11849" y="0"/>
                  </a:moveTo>
                  <a:lnTo>
                    <a:pt x="8181" y="5121"/>
                  </a:lnTo>
                  <a:cubicBezTo>
                    <a:pt x="7797" y="5658"/>
                    <a:pt x="7453" y="6253"/>
                    <a:pt x="7167" y="6874"/>
                  </a:cubicBezTo>
                  <a:lnTo>
                    <a:pt x="1" y="22420"/>
                  </a:lnTo>
                  <a:cubicBezTo>
                    <a:pt x="714" y="22932"/>
                    <a:pt x="1442" y="23412"/>
                    <a:pt x="2185" y="23865"/>
                  </a:cubicBezTo>
                  <a:lnTo>
                    <a:pt x="9127" y="8807"/>
                  </a:lnTo>
                  <a:cubicBezTo>
                    <a:pt x="9449" y="8111"/>
                    <a:pt x="9797" y="7435"/>
                    <a:pt x="10162" y="6808"/>
                  </a:cubicBezTo>
                  <a:lnTo>
                    <a:pt x="13634" y="825"/>
                  </a:lnTo>
                  <a:lnTo>
                    <a:pt x="11849"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4"/>
            <p:cNvSpPr/>
            <p:nvPr/>
          </p:nvSpPr>
          <p:spPr>
            <a:xfrm>
              <a:off x="1481950" y="2002000"/>
              <a:ext cx="388225" cy="403425"/>
            </a:xfrm>
            <a:custGeom>
              <a:avLst/>
              <a:gdLst/>
              <a:ahLst/>
              <a:cxnLst/>
              <a:rect l="l" t="t" r="r" b="b"/>
              <a:pathLst>
                <a:path w="15529" h="16137" extrusionOk="0">
                  <a:moveTo>
                    <a:pt x="5280" y="0"/>
                  </a:moveTo>
                  <a:cubicBezTo>
                    <a:pt x="5261" y="0"/>
                    <a:pt x="5242" y="12"/>
                    <a:pt x="5233" y="32"/>
                  </a:cubicBezTo>
                  <a:lnTo>
                    <a:pt x="14" y="11353"/>
                  </a:lnTo>
                  <a:cubicBezTo>
                    <a:pt x="0" y="11379"/>
                    <a:pt x="12" y="11410"/>
                    <a:pt x="40" y="11423"/>
                  </a:cubicBezTo>
                  <a:lnTo>
                    <a:pt x="10264" y="16137"/>
                  </a:lnTo>
                  <a:lnTo>
                    <a:pt x="15529" y="4719"/>
                  </a:lnTo>
                  <a:lnTo>
                    <a:pt x="5304" y="6"/>
                  </a:lnTo>
                  <a:cubicBezTo>
                    <a:pt x="5296" y="2"/>
                    <a:pt x="5288" y="0"/>
                    <a:pt x="52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4"/>
            <p:cNvSpPr/>
            <p:nvPr/>
          </p:nvSpPr>
          <p:spPr>
            <a:xfrm>
              <a:off x="1616600" y="2064875"/>
              <a:ext cx="231475" cy="121925"/>
            </a:xfrm>
            <a:custGeom>
              <a:avLst/>
              <a:gdLst/>
              <a:ahLst/>
              <a:cxnLst/>
              <a:rect l="l" t="t" r="r" b="b"/>
              <a:pathLst>
                <a:path w="9259" h="4877" extrusionOk="0">
                  <a:moveTo>
                    <a:pt x="355" y="1"/>
                  </a:moveTo>
                  <a:lnTo>
                    <a:pt x="0" y="771"/>
                  </a:lnTo>
                  <a:lnTo>
                    <a:pt x="8903" y="4877"/>
                  </a:lnTo>
                  <a:lnTo>
                    <a:pt x="9258" y="4106"/>
                  </a:lnTo>
                  <a:lnTo>
                    <a:pt x="355"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4"/>
            <p:cNvSpPr/>
            <p:nvPr/>
          </p:nvSpPr>
          <p:spPr>
            <a:xfrm>
              <a:off x="1598900" y="2103225"/>
              <a:ext cx="231475" cy="121925"/>
            </a:xfrm>
            <a:custGeom>
              <a:avLst/>
              <a:gdLst/>
              <a:ahLst/>
              <a:cxnLst/>
              <a:rect l="l" t="t" r="r" b="b"/>
              <a:pathLst>
                <a:path w="9259" h="4877" extrusionOk="0">
                  <a:moveTo>
                    <a:pt x="355" y="0"/>
                  </a:moveTo>
                  <a:lnTo>
                    <a:pt x="0" y="771"/>
                  </a:lnTo>
                  <a:lnTo>
                    <a:pt x="8903" y="4876"/>
                  </a:lnTo>
                  <a:lnTo>
                    <a:pt x="9258" y="4105"/>
                  </a:lnTo>
                  <a:lnTo>
                    <a:pt x="355" y="0"/>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4"/>
            <p:cNvSpPr/>
            <p:nvPr/>
          </p:nvSpPr>
          <p:spPr>
            <a:xfrm>
              <a:off x="1581225" y="2141575"/>
              <a:ext cx="231475" cy="121900"/>
            </a:xfrm>
            <a:custGeom>
              <a:avLst/>
              <a:gdLst/>
              <a:ahLst/>
              <a:cxnLst/>
              <a:rect l="l" t="t" r="r" b="b"/>
              <a:pathLst>
                <a:path w="9259" h="4876" extrusionOk="0">
                  <a:moveTo>
                    <a:pt x="356" y="1"/>
                  </a:moveTo>
                  <a:lnTo>
                    <a:pt x="1" y="772"/>
                  </a:lnTo>
                  <a:lnTo>
                    <a:pt x="8904" y="4876"/>
                  </a:lnTo>
                  <a:lnTo>
                    <a:pt x="9259" y="4105"/>
                  </a:lnTo>
                  <a:lnTo>
                    <a:pt x="356"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4"/>
            <p:cNvSpPr/>
            <p:nvPr/>
          </p:nvSpPr>
          <p:spPr>
            <a:xfrm>
              <a:off x="1608575" y="2226825"/>
              <a:ext cx="179925" cy="131325"/>
            </a:xfrm>
            <a:custGeom>
              <a:avLst/>
              <a:gdLst/>
              <a:ahLst/>
              <a:cxnLst/>
              <a:rect l="l" t="t" r="r" b="b"/>
              <a:pathLst>
                <a:path w="7197" h="5253" extrusionOk="0">
                  <a:moveTo>
                    <a:pt x="1134" y="0"/>
                  </a:moveTo>
                  <a:lnTo>
                    <a:pt x="0" y="2457"/>
                  </a:lnTo>
                  <a:lnTo>
                    <a:pt x="6064" y="5252"/>
                  </a:lnTo>
                  <a:lnTo>
                    <a:pt x="7197" y="2796"/>
                  </a:lnTo>
                  <a:lnTo>
                    <a:pt x="1134" y="0"/>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4"/>
            <p:cNvSpPr/>
            <p:nvPr/>
          </p:nvSpPr>
          <p:spPr>
            <a:xfrm>
              <a:off x="1594775" y="1874250"/>
              <a:ext cx="312225" cy="610275"/>
            </a:xfrm>
            <a:custGeom>
              <a:avLst/>
              <a:gdLst/>
              <a:ahLst/>
              <a:cxnLst/>
              <a:rect l="l" t="t" r="r" b="b"/>
              <a:pathLst>
                <a:path w="12489" h="24411" extrusionOk="0">
                  <a:moveTo>
                    <a:pt x="9602" y="0"/>
                  </a:moveTo>
                  <a:lnTo>
                    <a:pt x="8035" y="5900"/>
                  </a:lnTo>
                  <a:cubicBezTo>
                    <a:pt x="7870" y="6519"/>
                    <a:pt x="7643" y="7144"/>
                    <a:pt x="7364" y="7752"/>
                  </a:cubicBezTo>
                  <a:lnTo>
                    <a:pt x="0" y="23725"/>
                  </a:lnTo>
                  <a:cubicBezTo>
                    <a:pt x="822" y="23966"/>
                    <a:pt x="1658" y="24180"/>
                    <a:pt x="2507" y="24361"/>
                  </a:cubicBezTo>
                  <a:cubicBezTo>
                    <a:pt x="2658" y="24394"/>
                    <a:pt x="2809" y="24410"/>
                    <a:pt x="2958" y="24410"/>
                  </a:cubicBezTo>
                  <a:cubicBezTo>
                    <a:pt x="3757" y="24410"/>
                    <a:pt x="4503" y="23954"/>
                    <a:pt x="4850" y="23202"/>
                  </a:cubicBezTo>
                  <a:lnTo>
                    <a:pt x="11504" y="8765"/>
                  </a:lnTo>
                  <a:cubicBezTo>
                    <a:pt x="11756" y="8220"/>
                    <a:pt x="11912" y="7635"/>
                    <a:pt x="11967" y="7039"/>
                  </a:cubicBezTo>
                  <a:lnTo>
                    <a:pt x="12489" y="1331"/>
                  </a:lnTo>
                  <a:lnTo>
                    <a:pt x="9602"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4"/>
            <p:cNvSpPr/>
            <p:nvPr/>
          </p:nvSpPr>
          <p:spPr>
            <a:xfrm>
              <a:off x="1556375" y="1751225"/>
              <a:ext cx="368825" cy="197475"/>
            </a:xfrm>
            <a:custGeom>
              <a:avLst/>
              <a:gdLst/>
              <a:ahLst/>
              <a:cxnLst/>
              <a:rect l="l" t="t" r="r" b="b"/>
              <a:pathLst>
                <a:path w="14753" h="7899" extrusionOk="0">
                  <a:moveTo>
                    <a:pt x="643" y="1"/>
                  </a:moveTo>
                  <a:lnTo>
                    <a:pt x="1" y="1393"/>
                  </a:lnTo>
                  <a:lnTo>
                    <a:pt x="14111" y="7898"/>
                  </a:lnTo>
                  <a:lnTo>
                    <a:pt x="14752" y="6506"/>
                  </a:lnTo>
                  <a:lnTo>
                    <a:pt x="6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4"/>
            <p:cNvSpPr/>
            <p:nvPr/>
          </p:nvSpPr>
          <p:spPr>
            <a:xfrm>
              <a:off x="1545000" y="1667975"/>
              <a:ext cx="432300" cy="275650"/>
            </a:xfrm>
            <a:custGeom>
              <a:avLst/>
              <a:gdLst/>
              <a:ahLst/>
              <a:cxnLst/>
              <a:rect l="l" t="t" r="r" b="b"/>
              <a:pathLst>
                <a:path w="17292" h="11026" extrusionOk="0">
                  <a:moveTo>
                    <a:pt x="1787" y="0"/>
                  </a:moveTo>
                  <a:lnTo>
                    <a:pt x="1" y="3876"/>
                  </a:lnTo>
                  <a:lnTo>
                    <a:pt x="15504" y="11025"/>
                  </a:lnTo>
                  <a:lnTo>
                    <a:pt x="17292" y="7149"/>
                  </a:lnTo>
                  <a:lnTo>
                    <a:pt x="178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08" name="Google Shape;1908;p34"/>
            <p:cNvGrpSpPr/>
            <p:nvPr/>
          </p:nvGrpSpPr>
          <p:grpSpPr>
            <a:xfrm>
              <a:off x="1558400" y="1677550"/>
              <a:ext cx="405700" cy="256625"/>
              <a:chOff x="1558400" y="1677550"/>
              <a:chExt cx="405700" cy="256625"/>
            </a:xfrm>
          </p:grpSpPr>
          <p:sp>
            <p:nvSpPr>
              <p:cNvPr id="1909" name="Google Shape;1909;p34"/>
              <p:cNvSpPr/>
              <p:nvPr/>
            </p:nvSpPr>
            <p:spPr>
              <a:xfrm>
                <a:off x="1737850" y="1760275"/>
                <a:ext cx="46650" cy="91050"/>
              </a:xfrm>
              <a:custGeom>
                <a:avLst/>
                <a:gdLst/>
                <a:ahLst/>
                <a:cxnLst/>
                <a:rect l="l" t="t" r="r" b="b"/>
                <a:pathLst>
                  <a:path w="1866" h="3642" extrusionOk="0">
                    <a:moveTo>
                      <a:pt x="1629" y="1"/>
                    </a:moveTo>
                    <a:lnTo>
                      <a:pt x="1" y="3532"/>
                    </a:lnTo>
                    <a:lnTo>
                      <a:pt x="237" y="3642"/>
                    </a:lnTo>
                    <a:lnTo>
                      <a:pt x="1866" y="110"/>
                    </a:lnTo>
                    <a:lnTo>
                      <a:pt x="1629"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4"/>
              <p:cNvSpPr/>
              <p:nvPr/>
            </p:nvSpPr>
            <p:spPr>
              <a:xfrm>
                <a:off x="1721525" y="1752775"/>
                <a:ext cx="46675" cy="91050"/>
              </a:xfrm>
              <a:custGeom>
                <a:avLst/>
                <a:gdLst/>
                <a:ahLst/>
                <a:cxnLst/>
                <a:rect l="l" t="t" r="r" b="b"/>
                <a:pathLst>
                  <a:path w="1867" h="3642" extrusionOk="0">
                    <a:moveTo>
                      <a:pt x="1629" y="0"/>
                    </a:moveTo>
                    <a:lnTo>
                      <a:pt x="1" y="3532"/>
                    </a:lnTo>
                    <a:lnTo>
                      <a:pt x="238" y="3641"/>
                    </a:lnTo>
                    <a:lnTo>
                      <a:pt x="1866" y="109"/>
                    </a:lnTo>
                    <a:lnTo>
                      <a:pt x="1629"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4"/>
              <p:cNvSpPr/>
              <p:nvPr/>
            </p:nvSpPr>
            <p:spPr>
              <a:xfrm>
                <a:off x="1705225" y="1745250"/>
                <a:ext cx="46650" cy="91025"/>
              </a:xfrm>
              <a:custGeom>
                <a:avLst/>
                <a:gdLst/>
                <a:ahLst/>
                <a:cxnLst/>
                <a:rect l="l" t="t" r="r" b="b"/>
                <a:pathLst>
                  <a:path w="1866" h="3641" extrusionOk="0">
                    <a:moveTo>
                      <a:pt x="1629" y="0"/>
                    </a:moveTo>
                    <a:lnTo>
                      <a:pt x="0" y="3533"/>
                    </a:lnTo>
                    <a:lnTo>
                      <a:pt x="237" y="3641"/>
                    </a:lnTo>
                    <a:lnTo>
                      <a:pt x="1865" y="110"/>
                    </a:lnTo>
                    <a:lnTo>
                      <a:pt x="1629"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4"/>
              <p:cNvSpPr/>
              <p:nvPr/>
            </p:nvSpPr>
            <p:spPr>
              <a:xfrm>
                <a:off x="1689000" y="1737775"/>
                <a:ext cx="46625" cy="91050"/>
              </a:xfrm>
              <a:custGeom>
                <a:avLst/>
                <a:gdLst/>
                <a:ahLst/>
                <a:cxnLst/>
                <a:rect l="l" t="t" r="r" b="b"/>
                <a:pathLst>
                  <a:path w="1865" h="3642" extrusionOk="0">
                    <a:moveTo>
                      <a:pt x="1629" y="1"/>
                    </a:moveTo>
                    <a:lnTo>
                      <a:pt x="0" y="3533"/>
                    </a:lnTo>
                    <a:lnTo>
                      <a:pt x="237" y="3642"/>
                    </a:lnTo>
                    <a:lnTo>
                      <a:pt x="1865" y="110"/>
                    </a:lnTo>
                    <a:lnTo>
                      <a:pt x="1629"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4"/>
              <p:cNvSpPr/>
              <p:nvPr/>
            </p:nvSpPr>
            <p:spPr>
              <a:xfrm>
                <a:off x="1672600" y="1730175"/>
                <a:ext cx="46650" cy="91075"/>
              </a:xfrm>
              <a:custGeom>
                <a:avLst/>
                <a:gdLst/>
                <a:ahLst/>
                <a:cxnLst/>
                <a:rect l="l" t="t" r="r" b="b"/>
                <a:pathLst>
                  <a:path w="1866" h="3643" extrusionOk="0">
                    <a:moveTo>
                      <a:pt x="1629" y="0"/>
                    </a:moveTo>
                    <a:lnTo>
                      <a:pt x="1" y="3533"/>
                    </a:lnTo>
                    <a:lnTo>
                      <a:pt x="237" y="3642"/>
                    </a:lnTo>
                    <a:lnTo>
                      <a:pt x="1866" y="110"/>
                    </a:lnTo>
                    <a:lnTo>
                      <a:pt x="1629"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4"/>
              <p:cNvSpPr/>
              <p:nvPr/>
            </p:nvSpPr>
            <p:spPr>
              <a:xfrm>
                <a:off x="1656275" y="1722675"/>
                <a:ext cx="46650" cy="91025"/>
              </a:xfrm>
              <a:custGeom>
                <a:avLst/>
                <a:gdLst/>
                <a:ahLst/>
                <a:cxnLst/>
                <a:rect l="l" t="t" r="r" b="b"/>
                <a:pathLst>
                  <a:path w="1866" h="3641" extrusionOk="0">
                    <a:moveTo>
                      <a:pt x="1629" y="0"/>
                    </a:moveTo>
                    <a:lnTo>
                      <a:pt x="1" y="3532"/>
                    </a:lnTo>
                    <a:lnTo>
                      <a:pt x="237" y="3641"/>
                    </a:lnTo>
                    <a:lnTo>
                      <a:pt x="1865" y="110"/>
                    </a:lnTo>
                    <a:lnTo>
                      <a:pt x="1629"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4"/>
              <p:cNvSpPr/>
              <p:nvPr/>
            </p:nvSpPr>
            <p:spPr>
              <a:xfrm>
                <a:off x="1639950" y="1715150"/>
                <a:ext cx="46650" cy="91050"/>
              </a:xfrm>
              <a:custGeom>
                <a:avLst/>
                <a:gdLst/>
                <a:ahLst/>
                <a:cxnLst/>
                <a:rect l="l" t="t" r="r" b="b"/>
                <a:pathLst>
                  <a:path w="1866" h="3642" extrusionOk="0">
                    <a:moveTo>
                      <a:pt x="1629" y="1"/>
                    </a:moveTo>
                    <a:lnTo>
                      <a:pt x="0" y="3532"/>
                    </a:lnTo>
                    <a:lnTo>
                      <a:pt x="237" y="3642"/>
                    </a:lnTo>
                    <a:lnTo>
                      <a:pt x="1865" y="109"/>
                    </a:lnTo>
                    <a:lnTo>
                      <a:pt x="1629"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4"/>
              <p:cNvSpPr/>
              <p:nvPr/>
            </p:nvSpPr>
            <p:spPr>
              <a:xfrm>
                <a:off x="1623650" y="1707600"/>
                <a:ext cx="46625" cy="91050"/>
              </a:xfrm>
              <a:custGeom>
                <a:avLst/>
                <a:gdLst/>
                <a:ahLst/>
                <a:cxnLst/>
                <a:rect l="l" t="t" r="r" b="b"/>
                <a:pathLst>
                  <a:path w="1865" h="3642" extrusionOk="0">
                    <a:moveTo>
                      <a:pt x="1629" y="0"/>
                    </a:moveTo>
                    <a:lnTo>
                      <a:pt x="0" y="3533"/>
                    </a:lnTo>
                    <a:lnTo>
                      <a:pt x="236" y="3641"/>
                    </a:lnTo>
                    <a:lnTo>
                      <a:pt x="1865" y="110"/>
                    </a:lnTo>
                    <a:lnTo>
                      <a:pt x="1629"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4"/>
              <p:cNvSpPr/>
              <p:nvPr/>
            </p:nvSpPr>
            <p:spPr>
              <a:xfrm>
                <a:off x="1607350" y="1700100"/>
                <a:ext cx="46650" cy="91075"/>
              </a:xfrm>
              <a:custGeom>
                <a:avLst/>
                <a:gdLst/>
                <a:ahLst/>
                <a:cxnLst/>
                <a:rect l="l" t="t" r="r" b="b"/>
                <a:pathLst>
                  <a:path w="1866" h="3643" extrusionOk="0">
                    <a:moveTo>
                      <a:pt x="1629" y="0"/>
                    </a:moveTo>
                    <a:lnTo>
                      <a:pt x="1" y="3533"/>
                    </a:lnTo>
                    <a:lnTo>
                      <a:pt x="237" y="3642"/>
                    </a:lnTo>
                    <a:lnTo>
                      <a:pt x="1866" y="110"/>
                    </a:lnTo>
                    <a:lnTo>
                      <a:pt x="1629"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4"/>
              <p:cNvSpPr/>
              <p:nvPr/>
            </p:nvSpPr>
            <p:spPr>
              <a:xfrm>
                <a:off x="1591100" y="1692650"/>
                <a:ext cx="46650" cy="91075"/>
              </a:xfrm>
              <a:custGeom>
                <a:avLst/>
                <a:gdLst/>
                <a:ahLst/>
                <a:cxnLst/>
                <a:rect l="l" t="t" r="r" b="b"/>
                <a:pathLst>
                  <a:path w="1866" h="3643" extrusionOk="0">
                    <a:moveTo>
                      <a:pt x="1629" y="1"/>
                    </a:moveTo>
                    <a:lnTo>
                      <a:pt x="1" y="3533"/>
                    </a:lnTo>
                    <a:lnTo>
                      <a:pt x="238" y="3643"/>
                    </a:lnTo>
                    <a:lnTo>
                      <a:pt x="1866" y="110"/>
                    </a:lnTo>
                    <a:lnTo>
                      <a:pt x="1629"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4"/>
              <p:cNvSpPr/>
              <p:nvPr/>
            </p:nvSpPr>
            <p:spPr>
              <a:xfrm>
                <a:off x="1574725" y="1685075"/>
                <a:ext cx="46650" cy="91050"/>
              </a:xfrm>
              <a:custGeom>
                <a:avLst/>
                <a:gdLst/>
                <a:ahLst/>
                <a:cxnLst/>
                <a:rect l="l" t="t" r="r" b="b"/>
                <a:pathLst>
                  <a:path w="1866" h="3642" extrusionOk="0">
                    <a:moveTo>
                      <a:pt x="1628" y="0"/>
                    </a:moveTo>
                    <a:lnTo>
                      <a:pt x="0" y="3532"/>
                    </a:lnTo>
                    <a:lnTo>
                      <a:pt x="237" y="3641"/>
                    </a:lnTo>
                    <a:lnTo>
                      <a:pt x="1865" y="110"/>
                    </a:lnTo>
                    <a:lnTo>
                      <a:pt x="1628"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4"/>
              <p:cNvSpPr/>
              <p:nvPr/>
            </p:nvSpPr>
            <p:spPr>
              <a:xfrm>
                <a:off x="1558400" y="1677550"/>
                <a:ext cx="46650" cy="91075"/>
              </a:xfrm>
              <a:custGeom>
                <a:avLst/>
                <a:gdLst/>
                <a:ahLst/>
                <a:cxnLst/>
                <a:rect l="l" t="t" r="r" b="b"/>
                <a:pathLst>
                  <a:path w="1866" h="3643" extrusionOk="0">
                    <a:moveTo>
                      <a:pt x="1629" y="0"/>
                    </a:moveTo>
                    <a:lnTo>
                      <a:pt x="0" y="3533"/>
                    </a:lnTo>
                    <a:lnTo>
                      <a:pt x="237" y="3642"/>
                    </a:lnTo>
                    <a:lnTo>
                      <a:pt x="1865" y="110"/>
                    </a:lnTo>
                    <a:lnTo>
                      <a:pt x="1629"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4"/>
              <p:cNvSpPr/>
              <p:nvPr/>
            </p:nvSpPr>
            <p:spPr>
              <a:xfrm>
                <a:off x="1754275" y="1767900"/>
                <a:ext cx="46625" cy="91050"/>
              </a:xfrm>
              <a:custGeom>
                <a:avLst/>
                <a:gdLst/>
                <a:ahLst/>
                <a:cxnLst/>
                <a:rect l="l" t="t" r="r" b="b"/>
                <a:pathLst>
                  <a:path w="1865" h="3642" extrusionOk="0">
                    <a:moveTo>
                      <a:pt x="1629" y="0"/>
                    </a:moveTo>
                    <a:lnTo>
                      <a:pt x="0" y="3532"/>
                    </a:lnTo>
                    <a:lnTo>
                      <a:pt x="236" y="3641"/>
                    </a:lnTo>
                    <a:lnTo>
                      <a:pt x="1865" y="109"/>
                    </a:lnTo>
                    <a:lnTo>
                      <a:pt x="1629"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4"/>
              <p:cNvSpPr/>
              <p:nvPr/>
            </p:nvSpPr>
            <p:spPr>
              <a:xfrm>
                <a:off x="1770600" y="1775425"/>
                <a:ext cx="46675" cy="91050"/>
              </a:xfrm>
              <a:custGeom>
                <a:avLst/>
                <a:gdLst/>
                <a:ahLst/>
                <a:cxnLst/>
                <a:rect l="l" t="t" r="r" b="b"/>
                <a:pathLst>
                  <a:path w="1867" h="3642" extrusionOk="0">
                    <a:moveTo>
                      <a:pt x="1629" y="1"/>
                    </a:moveTo>
                    <a:lnTo>
                      <a:pt x="0" y="3532"/>
                    </a:lnTo>
                    <a:lnTo>
                      <a:pt x="238" y="3641"/>
                    </a:lnTo>
                    <a:lnTo>
                      <a:pt x="1866" y="110"/>
                    </a:lnTo>
                    <a:lnTo>
                      <a:pt x="1629"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4"/>
              <p:cNvSpPr/>
              <p:nvPr/>
            </p:nvSpPr>
            <p:spPr>
              <a:xfrm>
                <a:off x="1786850" y="1782825"/>
                <a:ext cx="46650" cy="91050"/>
              </a:xfrm>
              <a:custGeom>
                <a:avLst/>
                <a:gdLst/>
                <a:ahLst/>
                <a:cxnLst/>
                <a:rect l="l" t="t" r="r" b="b"/>
                <a:pathLst>
                  <a:path w="1866" h="3642" extrusionOk="0">
                    <a:moveTo>
                      <a:pt x="1629" y="1"/>
                    </a:moveTo>
                    <a:lnTo>
                      <a:pt x="1" y="3533"/>
                    </a:lnTo>
                    <a:lnTo>
                      <a:pt x="237" y="3642"/>
                    </a:lnTo>
                    <a:lnTo>
                      <a:pt x="1865" y="110"/>
                    </a:lnTo>
                    <a:lnTo>
                      <a:pt x="1629"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4"/>
              <p:cNvSpPr/>
              <p:nvPr/>
            </p:nvSpPr>
            <p:spPr>
              <a:xfrm>
                <a:off x="1803225" y="1790450"/>
                <a:ext cx="46675" cy="91050"/>
              </a:xfrm>
              <a:custGeom>
                <a:avLst/>
                <a:gdLst/>
                <a:ahLst/>
                <a:cxnLst/>
                <a:rect l="l" t="t" r="r" b="b"/>
                <a:pathLst>
                  <a:path w="1867" h="3642" extrusionOk="0">
                    <a:moveTo>
                      <a:pt x="1629" y="0"/>
                    </a:moveTo>
                    <a:lnTo>
                      <a:pt x="1" y="3533"/>
                    </a:lnTo>
                    <a:lnTo>
                      <a:pt x="238" y="3641"/>
                    </a:lnTo>
                    <a:lnTo>
                      <a:pt x="1867" y="110"/>
                    </a:lnTo>
                    <a:lnTo>
                      <a:pt x="1629"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4"/>
              <p:cNvSpPr/>
              <p:nvPr/>
            </p:nvSpPr>
            <p:spPr>
              <a:xfrm>
                <a:off x="1819550" y="1797975"/>
                <a:ext cx="46650" cy="91050"/>
              </a:xfrm>
              <a:custGeom>
                <a:avLst/>
                <a:gdLst/>
                <a:ahLst/>
                <a:cxnLst/>
                <a:rect l="l" t="t" r="r" b="b"/>
                <a:pathLst>
                  <a:path w="1866" h="3642" extrusionOk="0">
                    <a:moveTo>
                      <a:pt x="1629" y="1"/>
                    </a:moveTo>
                    <a:lnTo>
                      <a:pt x="0" y="3532"/>
                    </a:lnTo>
                    <a:lnTo>
                      <a:pt x="237" y="3641"/>
                    </a:lnTo>
                    <a:lnTo>
                      <a:pt x="1866" y="110"/>
                    </a:lnTo>
                    <a:lnTo>
                      <a:pt x="1629"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4"/>
              <p:cNvSpPr/>
              <p:nvPr/>
            </p:nvSpPr>
            <p:spPr>
              <a:xfrm>
                <a:off x="1835750" y="1805400"/>
                <a:ext cx="46625" cy="91050"/>
              </a:xfrm>
              <a:custGeom>
                <a:avLst/>
                <a:gdLst/>
                <a:ahLst/>
                <a:cxnLst/>
                <a:rect l="l" t="t" r="r" b="b"/>
                <a:pathLst>
                  <a:path w="1865" h="3642" extrusionOk="0">
                    <a:moveTo>
                      <a:pt x="1629" y="1"/>
                    </a:moveTo>
                    <a:lnTo>
                      <a:pt x="0" y="3533"/>
                    </a:lnTo>
                    <a:lnTo>
                      <a:pt x="238" y="3642"/>
                    </a:lnTo>
                    <a:lnTo>
                      <a:pt x="1865" y="110"/>
                    </a:lnTo>
                    <a:lnTo>
                      <a:pt x="1629"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4"/>
              <p:cNvSpPr/>
              <p:nvPr/>
            </p:nvSpPr>
            <p:spPr>
              <a:xfrm>
                <a:off x="1852075" y="1812950"/>
                <a:ext cx="46650" cy="91025"/>
              </a:xfrm>
              <a:custGeom>
                <a:avLst/>
                <a:gdLst/>
                <a:ahLst/>
                <a:cxnLst/>
                <a:rect l="l" t="t" r="r" b="b"/>
                <a:pathLst>
                  <a:path w="1866" h="3641" extrusionOk="0">
                    <a:moveTo>
                      <a:pt x="1629" y="0"/>
                    </a:moveTo>
                    <a:lnTo>
                      <a:pt x="0" y="3532"/>
                    </a:lnTo>
                    <a:lnTo>
                      <a:pt x="237" y="3641"/>
                    </a:lnTo>
                    <a:lnTo>
                      <a:pt x="1865" y="108"/>
                    </a:lnTo>
                    <a:lnTo>
                      <a:pt x="1629"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4"/>
              <p:cNvSpPr/>
              <p:nvPr/>
            </p:nvSpPr>
            <p:spPr>
              <a:xfrm>
                <a:off x="1868400" y="1820425"/>
                <a:ext cx="46650" cy="91075"/>
              </a:xfrm>
              <a:custGeom>
                <a:avLst/>
                <a:gdLst/>
                <a:ahLst/>
                <a:cxnLst/>
                <a:rect l="l" t="t" r="r" b="b"/>
                <a:pathLst>
                  <a:path w="1866" h="3643" extrusionOk="0">
                    <a:moveTo>
                      <a:pt x="1628" y="0"/>
                    </a:moveTo>
                    <a:lnTo>
                      <a:pt x="1" y="3533"/>
                    </a:lnTo>
                    <a:lnTo>
                      <a:pt x="237" y="3642"/>
                    </a:lnTo>
                    <a:lnTo>
                      <a:pt x="1866" y="110"/>
                    </a:lnTo>
                    <a:lnTo>
                      <a:pt x="1628"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4"/>
              <p:cNvSpPr/>
              <p:nvPr/>
            </p:nvSpPr>
            <p:spPr>
              <a:xfrm>
                <a:off x="1884675" y="1828025"/>
                <a:ext cx="46650" cy="91050"/>
              </a:xfrm>
              <a:custGeom>
                <a:avLst/>
                <a:gdLst/>
                <a:ahLst/>
                <a:cxnLst/>
                <a:rect l="l" t="t" r="r" b="b"/>
                <a:pathLst>
                  <a:path w="1866" h="3642" extrusionOk="0">
                    <a:moveTo>
                      <a:pt x="1628" y="1"/>
                    </a:moveTo>
                    <a:lnTo>
                      <a:pt x="1" y="3533"/>
                    </a:lnTo>
                    <a:lnTo>
                      <a:pt x="238" y="3642"/>
                    </a:lnTo>
                    <a:lnTo>
                      <a:pt x="1866" y="110"/>
                    </a:lnTo>
                    <a:lnTo>
                      <a:pt x="1628"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4"/>
              <p:cNvSpPr/>
              <p:nvPr/>
            </p:nvSpPr>
            <p:spPr>
              <a:xfrm>
                <a:off x="1901025" y="1835500"/>
                <a:ext cx="46625" cy="91025"/>
              </a:xfrm>
              <a:custGeom>
                <a:avLst/>
                <a:gdLst/>
                <a:ahLst/>
                <a:cxnLst/>
                <a:rect l="l" t="t" r="r" b="b"/>
                <a:pathLst>
                  <a:path w="1865" h="3641" extrusionOk="0">
                    <a:moveTo>
                      <a:pt x="1629" y="0"/>
                    </a:moveTo>
                    <a:lnTo>
                      <a:pt x="0" y="3532"/>
                    </a:lnTo>
                    <a:lnTo>
                      <a:pt x="237" y="3641"/>
                    </a:lnTo>
                    <a:lnTo>
                      <a:pt x="1865" y="108"/>
                    </a:lnTo>
                    <a:lnTo>
                      <a:pt x="1629"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4"/>
              <p:cNvSpPr/>
              <p:nvPr/>
            </p:nvSpPr>
            <p:spPr>
              <a:xfrm>
                <a:off x="1917450" y="1843125"/>
                <a:ext cx="46650" cy="91050"/>
              </a:xfrm>
              <a:custGeom>
                <a:avLst/>
                <a:gdLst/>
                <a:ahLst/>
                <a:cxnLst/>
                <a:rect l="l" t="t" r="r" b="b"/>
                <a:pathLst>
                  <a:path w="1866" h="3642" extrusionOk="0">
                    <a:moveTo>
                      <a:pt x="1629" y="1"/>
                    </a:moveTo>
                    <a:lnTo>
                      <a:pt x="1" y="3532"/>
                    </a:lnTo>
                    <a:lnTo>
                      <a:pt x="237" y="3641"/>
                    </a:lnTo>
                    <a:lnTo>
                      <a:pt x="1865" y="109"/>
                    </a:lnTo>
                    <a:lnTo>
                      <a:pt x="1629"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32" name="Google Shape;1932;p34"/>
          <p:cNvGrpSpPr/>
          <p:nvPr/>
        </p:nvGrpSpPr>
        <p:grpSpPr>
          <a:xfrm rot="-1028461">
            <a:off x="114411" y="69099"/>
            <a:ext cx="1910995" cy="1064378"/>
            <a:chOff x="4148050" y="2119775"/>
            <a:chExt cx="633825" cy="353025"/>
          </a:xfrm>
        </p:grpSpPr>
        <p:sp>
          <p:nvSpPr>
            <p:cNvPr id="1933" name="Google Shape;1933;p34"/>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4"/>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4"/>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4"/>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4"/>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4"/>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4"/>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4"/>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4"/>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4"/>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4"/>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4"/>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4"/>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4"/>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4"/>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4"/>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4"/>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4"/>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4"/>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4"/>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4"/>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4"/>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4"/>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4"/>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4"/>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4"/>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4"/>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4"/>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4"/>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4"/>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4"/>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4"/>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4"/>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4"/>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4"/>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4"/>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4"/>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4"/>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4"/>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4"/>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4"/>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4"/>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4"/>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4"/>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4"/>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4"/>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4"/>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4"/>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4"/>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4"/>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4"/>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4"/>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4"/>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4"/>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4"/>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4"/>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4"/>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4"/>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4"/>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4"/>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4"/>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4"/>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4"/>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6" name="Google Shape;1996;p34"/>
          <p:cNvGrpSpPr/>
          <p:nvPr/>
        </p:nvGrpSpPr>
        <p:grpSpPr>
          <a:xfrm>
            <a:off x="7617362" y="63489"/>
            <a:ext cx="1526642" cy="1833818"/>
            <a:chOff x="4062675" y="2957975"/>
            <a:chExt cx="499850" cy="600425"/>
          </a:xfrm>
        </p:grpSpPr>
        <p:sp>
          <p:nvSpPr>
            <p:cNvPr id="1997" name="Google Shape;1997;p34"/>
            <p:cNvSpPr/>
            <p:nvPr/>
          </p:nvSpPr>
          <p:spPr>
            <a:xfrm>
              <a:off x="4062675" y="3020175"/>
              <a:ext cx="448250" cy="538225"/>
            </a:xfrm>
            <a:custGeom>
              <a:avLst/>
              <a:gdLst/>
              <a:ahLst/>
              <a:cxnLst/>
              <a:rect l="l" t="t" r="r" b="b"/>
              <a:pathLst>
                <a:path w="17930" h="21529" extrusionOk="0">
                  <a:moveTo>
                    <a:pt x="13220" y="0"/>
                  </a:moveTo>
                  <a:lnTo>
                    <a:pt x="10424" y="4842"/>
                  </a:lnTo>
                  <a:cubicBezTo>
                    <a:pt x="9884" y="4735"/>
                    <a:pt x="9339" y="4683"/>
                    <a:pt x="8796" y="4683"/>
                  </a:cubicBezTo>
                  <a:cubicBezTo>
                    <a:pt x="5887" y="4683"/>
                    <a:pt x="3058" y="6193"/>
                    <a:pt x="1498" y="8893"/>
                  </a:cubicBezTo>
                  <a:cubicBezTo>
                    <a:pt x="933" y="9874"/>
                    <a:pt x="585" y="10921"/>
                    <a:pt x="444" y="11979"/>
                  </a:cubicBezTo>
                  <a:cubicBezTo>
                    <a:pt x="1" y="15262"/>
                    <a:pt x="1534" y="18639"/>
                    <a:pt x="4582" y="20398"/>
                  </a:cubicBezTo>
                  <a:cubicBezTo>
                    <a:pt x="5909" y="21164"/>
                    <a:pt x="7358" y="21528"/>
                    <a:pt x="8787" y="21528"/>
                  </a:cubicBezTo>
                  <a:cubicBezTo>
                    <a:pt x="11698" y="21528"/>
                    <a:pt x="14529" y="20018"/>
                    <a:pt x="16089" y="17316"/>
                  </a:cubicBezTo>
                  <a:cubicBezTo>
                    <a:pt x="17508" y="14858"/>
                    <a:pt x="17544" y="11985"/>
                    <a:pt x="16444" y="9588"/>
                  </a:cubicBezTo>
                  <a:lnTo>
                    <a:pt x="16442" y="9585"/>
                  </a:lnTo>
                  <a:cubicBezTo>
                    <a:pt x="16109" y="8858"/>
                    <a:pt x="15672" y="8174"/>
                    <a:pt x="15134" y="7562"/>
                  </a:cubicBezTo>
                  <a:lnTo>
                    <a:pt x="17930" y="2720"/>
                  </a:lnTo>
                  <a:lnTo>
                    <a:pt x="132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4"/>
            <p:cNvSpPr/>
            <p:nvPr/>
          </p:nvSpPr>
          <p:spPr>
            <a:xfrm>
              <a:off x="4075175" y="3059725"/>
              <a:ext cx="403425" cy="469625"/>
            </a:xfrm>
            <a:custGeom>
              <a:avLst/>
              <a:gdLst/>
              <a:ahLst/>
              <a:cxnLst/>
              <a:rect l="l" t="t" r="r" b="b"/>
              <a:pathLst>
                <a:path w="16137" h="18785" extrusionOk="0">
                  <a:moveTo>
                    <a:pt x="13143" y="0"/>
                  </a:moveTo>
                  <a:lnTo>
                    <a:pt x="10512" y="4556"/>
                  </a:lnTo>
                  <a:lnTo>
                    <a:pt x="9698" y="4396"/>
                  </a:lnTo>
                  <a:cubicBezTo>
                    <a:pt x="9228" y="4303"/>
                    <a:pt x="8756" y="4258"/>
                    <a:pt x="8289" y="4258"/>
                  </a:cubicBezTo>
                  <a:cubicBezTo>
                    <a:pt x="5731" y="4258"/>
                    <a:pt x="3317" y="5613"/>
                    <a:pt x="2002" y="7890"/>
                  </a:cubicBezTo>
                  <a:cubicBezTo>
                    <a:pt x="0" y="11358"/>
                    <a:pt x="1192" y="15811"/>
                    <a:pt x="4661" y="17813"/>
                  </a:cubicBezTo>
                  <a:cubicBezTo>
                    <a:pt x="5802" y="18471"/>
                    <a:pt x="7049" y="18785"/>
                    <a:pt x="8280" y="18785"/>
                  </a:cubicBezTo>
                  <a:cubicBezTo>
                    <a:pt x="10792" y="18785"/>
                    <a:pt x="13239" y="17481"/>
                    <a:pt x="14582" y="15152"/>
                  </a:cubicBezTo>
                  <a:cubicBezTo>
                    <a:pt x="16137" y="12461"/>
                    <a:pt x="15806" y="9081"/>
                    <a:pt x="13761" y="6740"/>
                  </a:cubicBezTo>
                  <a:lnTo>
                    <a:pt x="13215" y="6116"/>
                  </a:lnTo>
                  <a:lnTo>
                    <a:pt x="15846" y="1561"/>
                  </a:lnTo>
                  <a:lnTo>
                    <a:pt x="13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4"/>
            <p:cNvSpPr/>
            <p:nvPr/>
          </p:nvSpPr>
          <p:spPr>
            <a:xfrm>
              <a:off x="4075175" y="3249375"/>
              <a:ext cx="368850" cy="280000"/>
            </a:xfrm>
            <a:custGeom>
              <a:avLst/>
              <a:gdLst/>
              <a:ahLst/>
              <a:cxnLst/>
              <a:rect l="l" t="t" r="r" b="b"/>
              <a:pathLst>
                <a:path w="14754" h="11200" extrusionOk="0">
                  <a:moveTo>
                    <a:pt x="2188" y="1"/>
                  </a:moveTo>
                  <a:cubicBezTo>
                    <a:pt x="2123" y="101"/>
                    <a:pt x="2061" y="202"/>
                    <a:pt x="2002" y="305"/>
                  </a:cubicBezTo>
                  <a:cubicBezTo>
                    <a:pt x="0" y="3775"/>
                    <a:pt x="1192" y="8225"/>
                    <a:pt x="4661" y="10228"/>
                  </a:cubicBezTo>
                  <a:cubicBezTo>
                    <a:pt x="5802" y="10886"/>
                    <a:pt x="7049" y="11199"/>
                    <a:pt x="8281" y="11199"/>
                  </a:cubicBezTo>
                  <a:cubicBezTo>
                    <a:pt x="10793" y="11199"/>
                    <a:pt x="13239" y="9897"/>
                    <a:pt x="14584" y="7569"/>
                  </a:cubicBezTo>
                  <a:cubicBezTo>
                    <a:pt x="14642" y="7465"/>
                    <a:pt x="14700" y="7360"/>
                    <a:pt x="14754" y="7255"/>
                  </a:cubicBezTo>
                  <a:lnTo>
                    <a:pt x="21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4"/>
            <p:cNvSpPr/>
            <p:nvPr/>
          </p:nvSpPr>
          <p:spPr>
            <a:xfrm>
              <a:off x="4119575" y="3243725"/>
              <a:ext cx="334775" cy="192700"/>
            </a:xfrm>
            <a:custGeom>
              <a:avLst/>
              <a:gdLst/>
              <a:ahLst/>
              <a:cxnLst/>
              <a:rect l="l" t="t" r="r" b="b"/>
              <a:pathLst>
                <a:path w="13391" h="7708" extrusionOk="0">
                  <a:moveTo>
                    <a:pt x="1030" y="1"/>
                  </a:moveTo>
                  <a:cubicBezTo>
                    <a:pt x="715" y="1"/>
                    <a:pt x="502" y="73"/>
                    <a:pt x="413" y="227"/>
                  </a:cubicBezTo>
                  <a:cubicBezTo>
                    <a:pt x="0" y="943"/>
                    <a:pt x="2477" y="3147"/>
                    <a:pt x="5948" y="5151"/>
                  </a:cubicBezTo>
                  <a:cubicBezTo>
                    <a:pt x="8674" y="6726"/>
                    <a:pt x="11203" y="7707"/>
                    <a:pt x="12361" y="7707"/>
                  </a:cubicBezTo>
                  <a:cubicBezTo>
                    <a:pt x="12676" y="7707"/>
                    <a:pt x="12889" y="7635"/>
                    <a:pt x="12978" y="7481"/>
                  </a:cubicBezTo>
                  <a:cubicBezTo>
                    <a:pt x="13391" y="6766"/>
                    <a:pt x="10913" y="4561"/>
                    <a:pt x="7444" y="2558"/>
                  </a:cubicBezTo>
                  <a:cubicBezTo>
                    <a:pt x="4716" y="983"/>
                    <a:pt x="2187" y="1"/>
                    <a:pt x="10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4"/>
            <p:cNvSpPr/>
            <p:nvPr/>
          </p:nvSpPr>
          <p:spPr>
            <a:xfrm>
              <a:off x="4142800" y="3358550"/>
              <a:ext cx="50300" cy="35050"/>
            </a:xfrm>
            <a:custGeom>
              <a:avLst/>
              <a:gdLst/>
              <a:ahLst/>
              <a:cxnLst/>
              <a:rect l="l" t="t" r="r" b="b"/>
              <a:pathLst>
                <a:path w="2012" h="1402" extrusionOk="0">
                  <a:moveTo>
                    <a:pt x="1009" y="1"/>
                  </a:moveTo>
                  <a:cubicBezTo>
                    <a:pt x="400" y="1"/>
                    <a:pt x="0" y="923"/>
                    <a:pt x="659" y="1303"/>
                  </a:cubicBezTo>
                  <a:cubicBezTo>
                    <a:pt x="777" y="1372"/>
                    <a:pt x="893" y="1401"/>
                    <a:pt x="1002" y="1401"/>
                  </a:cubicBezTo>
                  <a:cubicBezTo>
                    <a:pt x="1611" y="1401"/>
                    <a:pt x="2012" y="478"/>
                    <a:pt x="1353" y="99"/>
                  </a:cubicBezTo>
                  <a:cubicBezTo>
                    <a:pt x="1235" y="31"/>
                    <a:pt x="1119" y="1"/>
                    <a:pt x="10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4"/>
            <p:cNvSpPr/>
            <p:nvPr/>
          </p:nvSpPr>
          <p:spPr>
            <a:xfrm>
              <a:off x="4153975" y="3431525"/>
              <a:ext cx="67075" cy="46725"/>
            </a:xfrm>
            <a:custGeom>
              <a:avLst/>
              <a:gdLst/>
              <a:ahLst/>
              <a:cxnLst/>
              <a:rect l="l" t="t" r="r" b="b"/>
              <a:pathLst>
                <a:path w="2683" h="1869" extrusionOk="0">
                  <a:moveTo>
                    <a:pt x="1347" y="0"/>
                  </a:moveTo>
                  <a:cubicBezTo>
                    <a:pt x="534" y="0"/>
                    <a:pt x="0" y="1231"/>
                    <a:pt x="878" y="1737"/>
                  </a:cubicBezTo>
                  <a:cubicBezTo>
                    <a:pt x="1036" y="1828"/>
                    <a:pt x="1191" y="1868"/>
                    <a:pt x="1337" y="1868"/>
                  </a:cubicBezTo>
                  <a:cubicBezTo>
                    <a:pt x="2149" y="1868"/>
                    <a:pt x="2682" y="637"/>
                    <a:pt x="1806" y="131"/>
                  </a:cubicBezTo>
                  <a:cubicBezTo>
                    <a:pt x="1648" y="40"/>
                    <a:pt x="1493" y="0"/>
                    <a:pt x="13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4"/>
            <p:cNvSpPr/>
            <p:nvPr/>
          </p:nvSpPr>
          <p:spPr>
            <a:xfrm>
              <a:off x="4203875" y="3400150"/>
              <a:ext cx="25175" cy="17525"/>
            </a:xfrm>
            <a:custGeom>
              <a:avLst/>
              <a:gdLst/>
              <a:ahLst/>
              <a:cxnLst/>
              <a:rect l="l" t="t" r="r" b="b"/>
              <a:pathLst>
                <a:path w="1007" h="701" extrusionOk="0">
                  <a:moveTo>
                    <a:pt x="505" y="1"/>
                  </a:moveTo>
                  <a:cubicBezTo>
                    <a:pt x="200" y="1"/>
                    <a:pt x="0" y="462"/>
                    <a:pt x="329" y="652"/>
                  </a:cubicBezTo>
                  <a:cubicBezTo>
                    <a:pt x="388" y="686"/>
                    <a:pt x="446" y="701"/>
                    <a:pt x="501" y="701"/>
                  </a:cubicBezTo>
                  <a:cubicBezTo>
                    <a:pt x="806" y="701"/>
                    <a:pt x="1007" y="239"/>
                    <a:pt x="678" y="50"/>
                  </a:cubicBezTo>
                  <a:cubicBezTo>
                    <a:pt x="619" y="16"/>
                    <a:pt x="560" y="1"/>
                    <a:pt x="5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4"/>
            <p:cNvSpPr/>
            <p:nvPr/>
          </p:nvSpPr>
          <p:spPr>
            <a:xfrm>
              <a:off x="4130375" y="3299875"/>
              <a:ext cx="25175" cy="17550"/>
            </a:xfrm>
            <a:custGeom>
              <a:avLst/>
              <a:gdLst/>
              <a:ahLst/>
              <a:cxnLst/>
              <a:rect l="l" t="t" r="r" b="b"/>
              <a:pathLst>
                <a:path w="1007" h="702" extrusionOk="0">
                  <a:moveTo>
                    <a:pt x="506" y="1"/>
                  </a:moveTo>
                  <a:cubicBezTo>
                    <a:pt x="201" y="1"/>
                    <a:pt x="0" y="463"/>
                    <a:pt x="330" y="652"/>
                  </a:cubicBezTo>
                  <a:cubicBezTo>
                    <a:pt x="389" y="686"/>
                    <a:pt x="447" y="701"/>
                    <a:pt x="502" y="701"/>
                  </a:cubicBezTo>
                  <a:cubicBezTo>
                    <a:pt x="807" y="701"/>
                    <a:pt x="1007" y="240"/>
                    <a:pt x="678" y="50"/>
                  </a:cubicBezTo>
                  <a:cubicBezTo>
                    <a:pt x="619" y="16"/>
                    <a:pt x="560" y="1"/>
                    <a:pt x="5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4"/>
            <p:cNvSpPr/>
            <p:nvPr/>
          </p:nvSpPr>
          <p:spPr>
            <a:xfrm>
              <a:off x="4332450" y="3446675"/>
              <a:ext cx="25200" cy="17550"/>
            </a:xfrm>
            <a:custGeom>
              <a:avLst/>
              <a:gdLst/>
              <a:ahLst/>
              <a:cxnLst/>
              <a:rect l="l" t="t" r="r" b="b"/>
              <a:pathLst>
                <a:path w="1008" h="702" extrusionOk="0">
                  <a:moveTo>
                    <a:pt x="506" y="1"/>
                  </a:moveTo>
                  <a:cubicBezTo>
                    <a:pt x="200" y="1"/>
                    <a:pt x="1" y="462"/>
                    <a:pt x="330" y="652"/>
                  </a:cubicBezTo>
                  <a:cubicBezTo>
                    <a:pt x="389" y="686"/>
                    <a:pt x="447" y="701"/>
                    <a:pt x="501" y="701"/>
                  </a:cubicBezTo>
                  <a:cubicBezTo>
                    <a:pt x="807" y="701"/>
                    <a:pt x="1008" y="240"/>
                    <a:pt x="678" y="50"/>
                  </a:cubicBezTo>
                  <a:cubicBezTo>
                    <a:pt x="619" y="16"/>
                    <a:pt x="561" y="1"/>
                    <a:pt x="5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4"/>
            <p:cNvSpPr/>
            <p:nvPr/>
          </p:nvSpPr>
          <p:spPr>
            <a:xfrm>
              <a:off x="4296400" y="3474250"/>
              <a:ext cx="41925" cy="29200"/>
            </a:xfrm>
            <a:custGeom>
              <a:avLst/>
              <a:gdLst/>
              <a:ahLst/>
              <a:cxnLst/>
              <a:rect l="l" t="t" r="r" b="b"/>
              <a:pathLst>
                <a:path w="1677" h="1168" extrusionOk="0">
                  <a:moveTo>
                    <a:pt x="841" y="0"/>
                  </a:moveTo>
                  <a:cubicBezTo>
                    <a:pt x="333" y="0"/>
                    <a:pt x="0" y="769"/>
                    <a:pt x="549" y="1086"/>
                  </a:cubicBezTo>
                  <a:cubicBezTo>
                    <a:pt x="647" y="1143"/>
                    <a:pt x="744" y="1168"/>
                    <a:pt x="835" y="1168"/>
                  </a:cubicBezTo>
                  <a:cubicBezTo>
                    <a:pt x="1342" y="1168"/>
                    <a:pt x="1676" y="398"/>
                    <a:pt x="1128" y="82"/>
                  </a:cubicBezTo>
                  <a:cubicBezTo>
                    <a:pt x="1029" y="25"/>
                    <a:pt x="932" y="0"/>
                    <a:pt x="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4"/>
            <p:cNvSpPr/>
            <p:nvPr/>
          </p:nvSpPr>
          <p:spPr>
            <a:xfrm>
              <a:off x="4213025" y="3478475"/>
              <a:ext cx="33575" cy="23375"/>
            </a:xfrm>
            <a:custGeom>
              <a:avLst/>
              <a:gdLst/>
              <a:ahLst/>
              <a:cxnLst/>
              <a:rect l="l" t="t" r="r" b="b"/>
              <a:pathLst>
                <a:path w="1343" h="935" extrusionOk="0">
                  <a:moveTo>
                    <a:pt x="675" y="0"/>
                  </a:moveTo>
                  <a:cubicBezTo>
                    <a:pt x="268" y="0"/>
                    <a:pt x="1" y="616"/>
                    <a:pt x="440" y="870"/>
                  </a:cubicBezTo>
                  <a:cubicBezTo>
                    <a:pt x="518" y="915"/>
                    <a:pt x="596" y="934"/>
                    <a:pt x="669" y="934"/>
                  </a:cubicBezTo>
                  <a:cubicBezTo>
                    <a:pt x="1075" y="934"/>
                    <a:pt x="1343" y="318"/>
                    <a:pt x="904" y="66"/>
                  </a:cubicBezTo>
                  <a:cubicBezTo>
                    <a:pt x="825" y="20"/>
                    <a:pt x="748" y="0"/>
                    <a:pt x="6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4"/>
            <p:cNvSpPr/>
            <p:nvPr/>
          </p:nvSpPr>
          <p:spPr>
            <a:xfrm>
              <a:off x="4376050" y="3442400"/>
              <a:ext cx="33550" cy="23400"/>
            </a:xfrm>
            <a:custGeom>
              <a:avLst/>
              <a:gdLst/>
              <a:ahLst/>
              <a:cxnLst/>
              <a:rect l="l" t="t" r="r" b="b"/>
              <a:pathLst>
                <a:path w="1342" h="936" extrusionOk="0">
                  <a:moveTo>
                    <a:pt x="674" y="1"/>
                  </a:moveTo>
                  <a:cubicBezTo>
                    <a:pt x="268" y="1"/>
                    <a:pt x="1" y="616"/>
                    <a:pt x="439" y="870"/>
                  </a:cubicBezTo>
                  <a:cubicBezTo>
                    <a:pt x="518" y="915"/>
                    <a:pt x="595" y="935"/>
                    <a:pt x="668" y="935"/>
                  </a:cubicBezTo>
                  <a:cubicBezTo>
                    <a:pt x="1075" y="935"/>
                    <a:pt x="1342" y="320"/>
                    <a:pt x="904" y="66"/>
                  </a:cubicBezTo>
                  <a:cubicBezTo>
                    <a:pt x="825" y="21"/>
                    <a:pt x="747" y="1"/>
                    <a:pt x="6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4"/>
            <p:cNvSpPr/>
            <p:nvPr/>
          </p:nvSpPr>
          <p:spPr>
            <a:xfrm>
              <a:off x="4358500" y="2957975"/>
              <a:ext cx="204025" cy="147775"/>
            </a:xfrm>
            <a:custGeom>
              <a:avLst/>
              <a:gdLst/>
              <a:ahLst/>
              <a:cxnLst/>
              <a:rect l="l" t="t" r="r" b="b"/>
              <a:pathLst>
                <a:path w="8161" h="5911" extrusionOk="0">
                  <a:moveTo>
                    <a:pt x="2621" y="0"/>
                  </a:moveTo>
                  <a:cubicBezTo>
                    <a:pt x="1736" y="0"/>
                    <a:pt x="1016" y="297"/>
                    <a:pt x="675" y="888"/>
                  </a:cubicBezTo>
                  <a:cubicBezTo>
                    <a:pt x="1" y="2054"/>
                    <a:pt x="1059" y="3925"/>
                    <a:pt x="3037" y="5067"/>
                  </a:cubicBezTo>
                  <a:cubicBezTo>
                    <a:pt x="4012" y="5630"/>
                    <a:pt x="5029" y="5911"/>
                    <a:pt x="5890" y="5911"/>
                  </a:cubicBezTo>
                  <a:cubicBezTo>
                    <a:pt x="6776" y="5911"/>
                    <a:pt x="7496" y="5614"/>
                    <a:pt x="7838" y="5023"/>
                  </a:cubicBezTo>
                  <a:cubicBezTo>
                    <a:pt x="8161" y="4463"/>
                    <a:pt x="8094" y="3708"/>
                    <a:pt x="7650" y="2925"/>
                  </a:cubicBezTo>
                  <a:cubicBezTo>
                    <a:pt x="7207" y="2140"/>
                    <a:pt x="6425" y="1392"/>
                    <a:pt x="5474" y="844"/>
                  </a:cubicBezTo>
                  <a:cubicBezTo>
                    <a:pt x="4499" y="281"/>
                    <a:pt x="3482" y="0"/>
                    <a:pt x="26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4"/>
            <p:cNvSpPr/>
            <p:nvPr/>
          </p:nvSpPr>
          <p:spPr>
            <a:xfrm>
              <a:off x="4410050" y="2975550"/>
              <a:ext cx="129700" cy="89850"/>
            </a:xfrm>
            <a:custGeom>
              <a:avLst/>
              <a:gdLst/>
              <a:ahLst/>
              <a:cxnLst/>
              <a:rect l="l" t="t" r="r" b="b"/>
              <a:pathLst>
                <a:path w="5188" h="3594" extrusionOk="0">
                  <a:moveTo>
                    <a:pt x="1114" y="0"/>
                  </a:moveTo>
                  <a:cubicBezTo>
                    <a:pt x="639" y="0"/>
                    <a:pt x="270" y="143"/>
                    <a:pt x="101" y="436"/>
                  </a:cubicBezTo>
                  <a:cubicBezTo>
                    <a:pt x="32" y="556"/>
                    <a:pt x="1" y="691"/>
                    <a:pt x="6" y="837"/>
                  </a:cubicBezTo>
                  <a:cubicBezTo>
                    <a:pt x="21" y="1489"/>
                    <a:pt x="717" y="2356"/>
                    <a:pt x="1780" y="2970"/>
                  </a:cubicBezTo>
                  <a:cubicBezTo>
                    <a:pt x="2493" y="3382"/>
                    <a:pt x="3222" y="3593"/>
                    <a:pt x="3798" y="3593"/>
                  </a:cubicBezTo>
                  <a:cubicBezTo>
                    <a:pt x="4081" y="3593"/>
                    <a:pt x="4326" y="3542"/>
                    <a:pt x="4515" y="3440"/>
                  </a:cubicBezTo>
                  <a:cubicBezTo>
                    <a:pt x="4642" y="3371"/>
                    <a:pt x="4743" y="3276"/>
                    <a:pt x="4812" y="3157"/>
                  </a:cubicBezTo>
                  <a:cubicBezTo>
                    <a:pt x="5187" y="2509"/>
                    <a:pt x="4434" y="1375"/>
                    <a:pt x="3134" y="623"/>
                  </a:cubicBezTo>
                  <a:cubicBezTo>
                    <a:pt x="2421" y="212"/>
                    <a:pt x="1690" y="0"/>
                    <a:pt x="11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4"/>
            <p:cNvSpPr/>
            <p:nvPr/>
          </p:nvSpPr>
          <p:spPr>
            <a:xfrm>
              <a:off x="4410175" y="2992600"/>
              <a:ext cx="112750" cy="72800"/>
            </a:xfrm>
            <a:custGeom>
              <a:avLst/>
              <a:gdLst/>
              <a:ahLst/>
              <a:cxnLst/>
              <a:rect l="l" t="t" r="r" b="b"/>
              <a:pathLst>
                <a:path w="4510" h="2912" extrusionOk="0">
                  <a:moveTo>
                    <a:pt x="718" y="1"/>
                  </a:moveTo>
                  <a:cubicBezTo>
                    <a:pt x="435" y="1"/>
                    <a:pt x="190" y="52"/>
                    <a:pt x="1" y="155"/>
                  </a:cubicBezTo>
                  <a:cubicBezTo>
                    <a:pt x="16" y="807"/>
                    <a:pt x="712" y="1674"/>
                    <a:pt x="1775" y="2288"/>
                  </a:cubicBezTo>
                  <a:cubicBezTo>
                    <a:pt x="2488" y="2700"/>
                    <a:pt x="3217" y="2911"/>
                    <a:pt x="3793" y="2911"/>
                  </a:cubicBezTo>
                  <a:cubicBezTo>
                    <a:pt x="4076" y="2911"/>
                    <a:pt x="4321" y="2860"/>
                    <a:pt x="4510" y="2758"/>
                  </a:cubicBezTo>
                  <a:cubicBezTo>
                    <a:pt x="4493" y="2105"/>
                    <a:pt x="3799" y="1236"/>
                    <a:pt x="2736" y="624"/>
                  </a:cubicBezTo>
                  <a:cubicBezTo>
                    <a:pt x="2023" y="212"/>
                    <a:pt x="1294" y="1"/>
                    <a:pt x="718"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4"/>
            <p:cNvSpPr/>
            <p:nvPr/>
          </p:nvSpPr>
          <p:spPr>
            <a:xfrm>
              <a:off x="4062675" y="3259900"/>
              <a:ext cx="438600" cy="298500"/>
            </a:xfrm>
            <a:custGeom>
              <a:avLst/>
              <a:gdLst/>
              <a:ahLst/>
              <a:cxnLst/>
              <a:rect l="l" t="t" r="r" b="b"/>
              <a:pathLst>
                <a:path w="17544" h="11940" extrusionOk="0">
                  <a:moveTo>
                    <a:pt x="16442" y="1"/>
                  </a:moveTo>
                  <a:cubicBezTo>
                    <a:pt x="16672" y="1035"/>
                    <a:pt x="16687" y="2121"/>
                    <a:pt x="16506" y="3170"/>
                  </a:cubicBezTo>
                  <a:cubicBezTo>
                    <a:pt x="16215" y="4847"/>
                    <a:pt x="15427" y="6421"/>
                    <a:pt x="14334" y="7723"/>
                  </a:cubicBezTo>
                  <a:cubicBezTo>
                    <a:pt x="13420" y="8816"/>
                    <a:pt x="12259" y="9746"/>
                    <a:pt x="10892" y="10138"/>
                  </a:cubicBezTo>
                  <a:cubicBezTo>
                    <a:pt x="10356" y="10291"/>
                    <a:pt x="9802" y="10358"/>
                    <a:pt x="9246" y="10358"/>
                  </a:cubicBezTo>
                  <a:cubicBezTo>
                    <a:pt x="8630" y="10358"/>
                    <a:pt x="8010" y="10276"/>
                    <a:pt x="7409" y="10138"/>
                  </a:cubicBezTo>
                  <a:cubicBezTo>
                    <a:pt x="5422" y="9684"/>
                    <a:pt x="3564" y="8609"/>
                    <a:pt x="2269" y="7037"/>
                  </a:cubicBezTo>
                  <a:cubicBezTo>
                    <a:pt x="1194" y="5730"/>
                    <a:pt x="527" y="4077"/>
                    <a:pt x="444" y="2390"/>
                  </a:cubicBezTo>
                  <a:lnTo>
                    <a:pt x="444" y="2390"/>
                  </a:lnTo>
                  <a:cubicBezTo>
                    <a:pt x="1" y="5673"/>
                    <a:pt x="1534" y="9050"/>
                    <a:pt x="4582" y="10809"/>
                  </a:cubicBezTo>
                  <a:cubicBezTo>
                    <a:pt x="5909" y="11575"/>
                    <a:pt x="7358" y="11939"/>
                    <a:pt x="8787" y="11939"/>
                  </a:cubicBezTo>
                  <a:cubicBezTo>
                    <a:pt x="11698" y="11939"/>
                    <a:pt x="14529" y="10429"/>
                    <a:pt x="16089" y="7727"/>
                  </a:cubicBezTo>
                  <a:cubicBezTo>
                    <a:pt x="17508" y="5269"/>
                    <a:pt x="17544" y="2396"/>
                    <a:pt x="16442"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4"/>
            <p:cNvSpPr/>
            <p:nvPr/>
          </p:nvSpPr>
          <p:spPr>
            <a:xfrm>
              <a:off x="4138825" y="3155750"/>
              <a:ext cx="171850" cy="90600"/>
            </a:xfrm>
            <a:custGeom>
              <a:avLst/>
              <a:gdLst/>
              <a:ahLst/>
              <a:cxnLst/>
              <a:rect l="l" t="t" r="r" b="b"/>
              <a:pathLst>
                <a:path w="6874" h="3624" extrusionOk="0">
                  <a:moveTo>
                    <a:pt x="4931" y="0"/>
                  </a:moveTo>
                  <a:cubicBezTo>
                    <a:pt x="4341" y="0"/>
                    <a:pt x="3649" y="118"/>
                    <a:pt x="2939" y="362"/>
                  </a:cubicBezTo>
                  <a:cubicBezTo>
                    <a:pt x="1194" y="962"/>
                    <a:pt x="0" y="2097"/>
                    <a:pt x="276" y="2898"/>
                  </a:cubicBezTo>
                  <a:cubicBezTo>
                    <a:pt x="439" y="3373"/>
                    <a:pt x="1082" y="3624"/>
                    <a:pt x="1942" y="3624"/>
                  </a:cubicBezTo>
                  <a:cubicBezTo>
                    <a:pt x="2532" y="3624"/>
                    <a:pt x="3225" y="3506"/>
                    <a:pt x="3935" y="3262"/>
                  </a:cubicBezTo>
                  <a:cubicBezTo>
                    <a:pt x="5681" y="2662"/>
                    <a:pt x="6873" y="1527"/>
                    <a:pt x="6600" y="726"/>
                  </a:cubicBezTo>
                  <a:cubicBezTo>
                    <a:pt x="6436" y="251"/>
                    <a:pt x="5792" y="0"/>
                    <a:pt x="493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4" name="Google Shape;2014;p34"/>
          <p:cNvGrpSpPr/>
          <p:nvPr/>
        </p:nvGrpSpPr>
        <p:grpSpPr>
          <a:xfrm flipH="1">
            <a:off x="7465589" y="3221825"/>
            <a:ext cx="1830170" cy="1833813"/>
            <a:chOff x="5350350" y="3341850"/>
            <a:chExt cx="452050" cy="452950"/>
          </a:xfrm>
        </p:grpSpPr>
        <p:sp>
          <p:nvSpPr>
            <p:cNvPr id="2015" name="Google Shape;2015;p34"/>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4"/>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4"/>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8" name="Google Shape;2018;p34"/>
            <p:cNvGrpSpPr/>
            <p:nvPr/>
          </p:nvGrpSpPr>
          <p:grpSpPr>
            <a:xfrm>
              <a:off x="5514150" y="3526675"/>
              <a:ext cx="117325" cy="98700"/>
              <a:chOff x="5514150" y="3526675"/>
              <a:chExt cx="117325" cy="98700"/>
            </a:xfrm>
          </p:grpSpPr>
          <p:sp>
            <p:nvSpPr>
              <p:cNvPr id="2019" name="Google Shape;2019;p34"/>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4"/>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21" name="Google Shape;2021;p34"/>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4"/>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4"/>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4"/>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4"/>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4"/>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4"/>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4"/>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4"/>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4"/>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4"/>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4"/>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4"/>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4"/>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4"/>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6" name="Google Shape;2036;p34"/>
          <p:cNvSpPr/>
          <p:nvPr/>
        </p:nvSpPr>
        <p:spPr>
          <a:xfrm>
            <a:off x="4408188" y="697672"/>
            <a:ext cx="327817" cy="327801"/>
          </a:xfrm>
          <a:custGeom>
            <a:avLst/>
            <a:gdLst/>
            <a:ahLst/>
            <a:cxnLst/>
            <a:rect l="l" t="t" r="r" b="b"/>
            <a:pathLst>
              <a:path w="6455" h="6455" extrusionOk="0">
                <a:moveTo>
                  <a:pt x="1937" y="0"/>
                </a:moveTo>
                <a:lnTo>
                  <a:pt x="1937" y="1936"/>
                </a:lnTo>
                <a:lnTo>
                  <a:pt x="1" y="1936"/>
                </a:lnTo>
                <a:lnTo>
                  <a:pt x="1" y="4519"/>
                </a:lnTo>
                <a:lnTo>
                  <a:pt x="1937" y="4519"/>
                </a:lnTo>
                <a:lnTo>
                  <a:pt x="1937" y="6455"/>
                </a:lnTo>
                <a:lnTo>
                  <a:pt x="4519" y="6455"/>
                </a:lnTo>
                <a:lnTo>
                  <a:pt x="4519" y="4519"/>
                </a:lnTo>
                <a:lnTo>
                  <a:pt x="6455" y="4519"/>
                </a:lnTo>
                <a:lnTo>
                  <a:pt x="6455" y="1936"/>
                </a:lnTo>
                <a:lnTo>
                  <a:pt x="4519" y="1936"/>
                </a:lnTo>
                <a:lnTo>
                  <a:pt x="4519" y="0"/>
                </a:ln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37" name="Google Shape;2037;p34"/>
          <p:cNvGrpSpPr/>
          <p:nvPr/>
        </p:nvGrpSpPr>
        <p:grpSpPr>
          <a:xfrm rot="2699917">
            <a:off x="3640846" y="4369231"/>
            <a:ext cx="294067" cy="478544"/>
            <a:chOff x="2082225" y="585025"/>
            <a:chExt cx="100300" cy="163225"/>
          </a:xfrm>
        </p:grpSpPr>
        <p:sp>
          <p:nvSpPr>
            <p:cNvPr id="2038" name="Google Shape;2038;p34"/>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4"/>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4"/>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4"/>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2" name="Google Shape;2042;p34"/>
          <p:cNvGrpSpPr/>
          <p:nvPr/>
        </p:nvGrpSpPr>
        <p:grpSpPr>
          <a:xfrm>
            <a:off x="5837310" y="4355507"/>
            <a:ext cx="219681" cy="219775"/>
            <a:chOff x="3331975" y="2330200"/>
            <a:chExt cx="63125" cy="63150"/>
          </a:xfrm>
        </p:grpSpPr>
        <p:sp>
          <p:nvSpPr>
            <p:cNvPr id="2043" name="Google Shape;2043;p34"/>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4"/>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4"/>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6" name="Google Shape;2046;p34"/>
          <p:cNvGrpSpPr/>
          <p:nvPr/>
        </p:nvGrpSpPr>
        <p:grpSpPr>
          <a:xfrm rot="2161014">
            <a:off x="1584539" y="3808084"/>
            <a:ext cx="373517" cy="318330"/>
            <a:chOff x="1832650" y="462425"/>
            <a:chExt cx="182075" cy="155175"/>
          </a:xfrm>
        </p:grpSpPr>
        <p:sp>
          <p:nvSpPr>
            <p:cNvPr id="2047" name="Google Shape;2047;p34"/>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4"/>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4"/>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0" name="Google Shape;2050;p34"/>
          <p:cNvGrpSpPr/>
          <p:nvPr/>
        </p:nvGrpSpPr>
        <p:grpSpPr>
          <a:xfrm rot="5143560">
            <a:off x="8091942" y="2245297"/>
            <a:ext cx="294065" cy="478535"/>
            <a:chOff x="2082225" y="585025"/>
            <a:chExt cx="100300" cy="163225"/>
          </a:xfrm>
        </p:grpSpPr>
        <p:sp>
          <p:nvSpPr>
            <p:cNvPr id="2051" name="Google Shape;2051;p34"/>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4"/>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4"/>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4"/>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055"/>
        <p:cNvGrpSpPr/>
        <p:nvPr/>
      </p:nvGrpSpPr>
      <p:grpSpPr>
        <a:xfrm>
          <a:off x="0" y="0"/>
          <a:ext cx="0" cy="0"/>
          <a:chOff x="0" y="0"/>
          <a:chExt cx="0" cy="0"/>
        </a:xfrm>
      </p:grpSpPr>
      <p:grpSp>
        <p:nvGrpSpPr>
          <p:cNvPr id="2056" name="Google Shape;2056;p35"/>
          <p:cNvGrpSpPr/>
          <p:nvPr/>
        </p:nvGrpSpPr>
        <p:grpSpPr>
          <a:xfrm>
            <a:off x="-310696" y="-666744"/>
            <a:ext cx="9765392" cy="4356327"/>
            <a:chOff x="2034200" y="1733575"/>
            <a:chExt cx="1265275" cy="660550"/>
          </a:xfrm>
        </p:grpSpPr>
        <p:sp>
          <p:nvSpPr>
            <p:cNvPr id="2057" name="Google Shape;2057;p35"/>
            <p:cNvSpPr/>
            <p:nvPr/>
          </p:nvSpPr>
          <p:spPr>
            <a:xfrm>
              <a:off x="2034200" y="2005950"/>
              <a:ext cx="1265275" cy="388175"/>
            </a:xfrm>
            <a:custGeom>
              <a:avLst/>
              <a:gdLst/>
              <a:ahLst/>
              <a:cxnLst/>
              <a:rect l="l" t="t" r="r" b="b"/>
              <a:pathLst>
                <a:path w="50611" h="15527" extrusionOk="0">
                  <a:moveTo>
                    <a:pt x="37123" y="1"/>
                  </a:moveTo>
                  <a:cubicBezTo>
                    <a:pt x="36918" y="1"/>
                    <a:pt x="36716" y="14"/>
                    <a:pt x="36517" y="41"/>
                  </a:cubicBezTo>
                  <a:cubicBezTo>
                    <a:pt x="34566" y="303"/>
                    <a:pt x="33061" y="1800"/>
                    <a:pt x="31967" y="3076"/>
                  </a:cubicBezTo>
                  <a:cubicBezTo>
                    <a:pt x="31172" y="4004"/>
                    <a:pt x="30419" y="4998"/>
                    <a:pt x="29692" y="5959"/>
                  </a:cubicBezTo>
                  <a:cubicBezTo>
                    <a:pt x="28335" y="7753"/>
                    <a:pt x="26931" y="9606"/>
                    <a:pt x="25203" y="11087"/>
                  </a:cubicBezTo>
                  <a:cubicBezTo>
                    <a:pt x="21428" y="14322"/>
                    <a:pt x="16916" y="15367"/>
                    <a:pt x="12661" y="15367"/>
                  </a:cubicBezTo>
                  <a:cubicBezTo>
                    <a:pt x="7479" y="15367"/>
                    <a:pt x="2680" y="13816"/>
                    <a:pt x="60" y="12784"/>
                  </a:cubicBezTo>
                  <a:lnTo>
                    <a:pt x="0" y="12933"/>
                  </a:lnTo>
                  <a:cubicBezTo>
                    <a:pt x="2632" y="13971"/>
                    <a:pt x="7454" y="15527"/>
                    <a:pt x="12663" y="15527"/>
                  </a:cubicBezTo>
                  <a:cubicBezTo>
                    <a:pt x="16949" y="15527"/>
                    <a:pt x="21499" y="14473"/>
                    <a:pt x="25308" y="11207"/>
                  </a:cubicBezTo>
                  <a:cubicBezTo>
                    <a:pt x="27049" y="9715"/>
                    <a:pt x="28458" y="7854"/>
                    <a:pt x="29820" y="6054"/>
                  </a:cubicBezTo>
                  <a:cubicBezTo>
                    <a:pt x="30545" y="5096"/>
                    <a:pt x="31298" y="4104"/>
                    <a:pt x="32089" y="3179"/>
                  </a:cubicBezTo>
                  <a:cubicBezTo>
                    <a:pt x="33163" y="1925"/>
                    <a:pt x="34640" y="453"/>
                    <a:pt x="36538" y="200"/>
                  </a:cubicBezTo>
                  <a:cubicBezTo>
                    <a:pt x="36729" y="174"/>
                    <a:pt x="36924" y="161"/>
                    <a:pt x="37121" y="161"/>
                  </a:cubicBezTo>
                  <a:cubicBezTo>
                    <a:pt x="38365" y="161"/>
                    <a:pt x="39738" y="668"/>
                    <a:pt x="41297" y="1701"/>
                  </a:cubicBezTo>
                  <a:cubicBezTo>
                    <a:pt x="41682" y="1955"/>
                    <a:pt x="42064" y="2227"/>
                    <a:pt x="42435" y="2492"/>
                  </a:cubicBezTo>
                  <a:cubicBezTo>
                    <a:pt x="43452" y="3215"/>
                    <a:pt x="44504" y="3963"/>
                    <a:pt x="45687" y="4422"/>
                  </a:cubicBezTo>
                  <a:cubicBezTo>
                    <a:pt x="46306" y="4661"/>
                    <a:pt x="47062" y="4827"/>
                    <a:pt x="47831" y="4827"/>
                  </a:cubicBezTo>
                  <a:cubicBezTo>
                    <a:pt x="48827" y="4827"/>
                    <a:pt x="49844" y="4547"/>
                    <a:pt x="50610" y="3786"/>
                  </a:cubicBezTo>
                  <a:lnTo>
                    <a:pt x="50497" y="3672"/>
                  </a:lnTo>
                  <a:cubicBezTo>
                    <a:pt x="49765" y="4400"/>
                    <a:pt x="48790" y="4667"/>
                    <a:pt x="47832" y="4667"/>
                  </a:cubicBezTo>
                  <a:cubicBezTo>
                    <a:pt x="47085" y="4667"/>
                    <a:pt x="46348" y="4505"/>
                    <a:pt x="45745" y="4272"/>
                  </a:cubicBezTo>
                  <a:cubicBezTo>
                    <a:pt x="44581" y="3822"/>
                    <a:pt x="43538" y="3080"/>
                    <a:pt x="42529" y="2362"/>
                  </a:cubicBezTo>
                  <a:cubicBezTo>
                    <a:pt x="42157" y="2096"/>
                    <a:pt x="41773" y="1823"/>
                    <a:pt x="41387" y="1568"/>
                  </a:cubicBezTo>
                  <a:cubicBezTo>
                    <a:pt x="39801" y="517"/>
                    <a:pt x="38399" y="1"/>
                    <a:pt x="37123" y="1"/>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5"/>
            <p:cNvSpPr/>
            <p:nvPr/>
          </p:nvSpPr>
          <p:spPr>
            <a:xfrm>
              <a:off x="2041675" y="1733575"/>
              <a:ext cx="1247975" cy="643350"/>
            </a:xfrm>
            <a:custGeom>
              <a:avLst/>
              <a:gdLst/>
              <a:ahLst/>
              <a:cxnLst/>
              <a:rect l="l" t="t" r="r" b="b"/>
              <a:pathLst>
                <a:path w="49919" h="25734" extrusionOk="0">
                  <a:moveTo>
                    <a:pt x="1227" y="1"/>
                  </a:moveTo>
                  <a:cubicBezTo>
                    <a:pt x="1545" y="4064"/>
                    <a:pt x="1" y="9783"/>
                    <a:pt x="798" y="13779"/>
                  </a:cubicBezTo>
                  <a:cubicBezTo>
                    <a:pt x="1759" y="18594"/>
                    <a:pt x="4973" y="23063"/>
                    <a:pt x="9528" y="24898"/>
                  </a:cubicBezTo>
                  <a:cubicBezTo>
                    <a:pt x="10920" y="25458"/>
                    <a:pt x="12428" y="25734"/>
                    <a:pt x="13935" y="25734"/>
                  </a:cubicBezTo>
                  <a:cubicBezTo>
                    <a:pt x="17357" y="25734"/>
                    <a:pt x="20774" y="24314"/>
                    <a:pt x="22828" y="21592"/>
                  </a:cubicBezTo>
                  <a:cubicBezTo>
                    <a:pt x="24731" y="19072"/>
                    <a:pt x="25344" y="15820"/>
                    <a:pt x="26808" y="13021"/>
                  </a:cubicBezTo>
                  <a:cubicBezTo>
                    <a:pt x="27941" y="10858"/>
                    <a:pt x="29629" y="8942"/>
                    <a:pt x="31791" y="7807"/>
                  </a:cubicBezTo>
                  <a:cubicBezTo>
                    <a:pt x="33079" y="7130"/>
                    <a:pt x="34542" y="6755"/>
                    <a:pt x="35992" y="6755"/>
                  </a:cubicBezTo>
                  <a:cubicBezTo>
                    <a:pt x="36977" y="6755"/>
                    <a:pt x="37956" y="6928"/>
                    <a:pt x="38871" y="7298"/>
                  </a:cubicBezTo>
                  <a:cubicBezTo>
                    <a:pt x="40805" y="8081"/>
                    <a:pt x="42312" y="9644"/>
                    <a:pt x="44144" y="10641"/>
                  </a:cubicBezTo>
                  <a:cubicBezTo>
                    <a:pt x="45049" y="11133"/>
                    <a:pt x="46138" y="11447"/>
                    <a:pt x="47171" y="11447"/>
                  </a:cubicBezTo>
                  <a:cubicBezTo>
                    <a:pt x="48228" y="11447"/>
                    <a:pt x="49226" y="11118"/>
                    <a:pt x="49908" y="10314"/>
                  </a:cubicBezTo>
                  <a:lnTo>
                    <a:pt x="49918" y="352"/>
                  </a:lnTo>
                  <a:cubicBezTo>
                    <a:pt x="49216" y="352"/>
                    <a:pt x="48514" y="1"/>
                    <a:pt x="47812" y="1"/>
                  </a:cubicBezTo>
                  <a:close/>
                </a:path>
              </a:pathLst>
            </a:custGeom>
            <a:solidFill>
              <a:srgbClr val="89DCE0">
                <a:alpha val="30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9" name="Google Shape;2059;p35"/>
          <p:cNvGrpSpPr/>
          <p:nvPr/>
        </p:nvGrpSpPr>
        <p:grpSpPr>
          <a:xfrm flipH="1">
            <a:off x="7487058" y="77424"/>
            <a:ext cx="1579846" cy="1369181"/>
            <a:chOff x="3906375" y="2478675"/>
            <a:chExt cx="551950" cy="478350"/>
          </a:xfrm>
        </p:grpSpPr>
        <p:sp>
          <p:nvSpPr>
            <p:cNvPr id="2060" name="Google Shape;2060;p35"/>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5"/>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5"/>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5"/>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5"/>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5"/>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5"/>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5"/>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5"/>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9" name="Google Shape;2069;p35"/>
          <p:cNvGrpSpPr/>
          <p:nvPr/>
        </p:nvGrpSpPr>
        <p:grpSpPr>
          <a:xfrm rot="-1818689">
            <a:off x="209065" y="-227667"/>
            <a:ext cx="1579842" cy="1369177"/>
            <a:chOff x="3906375" y="2478675"/>
            <a:chExt cx="551950" cy="478350"/>
          </a:xfrm>
        </p:grpSpPr>
        <p:sp>
          <p:nvSpPr>
            <p:cNvPr id="2070" name="Google Shape;2070;p35"/>
            <p:cNvSpPr/>
            <p:nvPr/>
          </p:nvSpPr>
          <p:spPr>
            <a:xfrm>
              <a:off x="4009025" y="2656475"/>
              <a:ext cx="141400" cy="122800"/>
            </a:xfrm>
            <a:custGeom>
              <a:avLst/>
              <a:gdLst/>
              <a:ahLst/>
              <a:cxnLst/>
              <a:rect l="l" t="t" r="r" b="b"/>
              <a:pathLst>
                <a:path w="5656" h="4912" extrusionOk="0">
                  <a:moveTo>
                    <a:pt x="4147" y="170"/>
                  </a:moveTo>
                  <a:lnTo>
                    <a:pt x="5465" y="2454"/>
                  </a:lnTo>
                  <a:lnTo>
                    <a:pt x="4147" y="4738"/>
                  </a:lnTo>
                  <a:lnTo>
                    <a:pt x="1510" y="4738"/>
                  </a:lnTo>
                  <a:lnTo>
                    <a:pt x="190" y="2454"/>
                  </a:lnTo>
                  <a:lnTo>
                    <a:pt x="1510" y="170"/>
                  </a:lnTo>
                  <a:close/>
                  <a:moveTo>
                    <a:pt x="1460" y="0"/>
                  </a:moveTo>
                  <a:cubicBezTo>
                    <a:pt x="1429" y="0"/>
                    <a:pt x="1400" y="16"/>
                    <a:pt x="1384" y="43"/>
                  </a:cubicBezTo>
                  <a:lnTo>
                    <a:pt x="16" y="2413"/>
                  </a:lnTo>
                  <a:cubicBezTo>
                    <a:pt x="0" y="2440"/>
                    <a:pt x="0" y="2472"/>
                    <a:pt x="16" y="2499"/>
                  </a:cubicBezTo>
                  <a:lnTo>
                    <a:pt x="1384" y="4869"/>
                  </a:lnTo>
                  <a:cubicBezTo>
                    <a:pt x="1400" y="4895"/>
                    <a:pt x="1429" y="4911"/>
                    <a:pt x="1460" y="4911"/>
                  </a:cubicBezTo>
                  <a:lnTo>
                    <a:pt x="4196" y="4911"/>
                  </a:lnTo>
                  <a:cubicBezTo>
                    <a:pt x="4227" y="4911"/>
                    <a:pt x="4256" y="4895"/>
                    <a:pt x="4272" y="4869"/>
                  </a:cubicBezTo>
                  <a:lnTo>
                    <a:pt x="5640" y="2499"/>
                  </a:lnTo>
                  <a:cubicBezTo>
                    <a:pt x="5656" y="2472"/>
                    <a:pt x="5656" y="2440"/>
                    <a:pt x="5640" y="2413"/>
                  </a:cubicBezTo>
                  <a:lnTo>
                    <a:pt x="4272" y="43"/>
                  </a:lnTo>
                  <a:cubicBezTo>
                    <a:pt x="4256" y="17"/>
                    <a:pt x="4227" y="0"/>
                    <a:pt x="41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5"/>
            <p:cNvSpPr/>
            <p:nvPr/>
          </p:nvSpPr>
          <p:spPr>
            <a:xfrm>
              <a:off x="4008800" y="2597200"/>
              <a:ext cx="39175" cy="63550"/>
            </a:xfrm>
            <a:custGeom>
              <a:avLst/>
              <a:gdLst/>
              <a:ahLst/>
              <a:cxnLst/>
              <a:rect l="l" t="t" r="r" b="b"/>
              <a:pathLst>
                <a:path w="1567" h="2542" extrusionOk="0">
                  <a:moveTo>
                    <a:pt x="99" y="0"/>
                  </a:moveTo>
                  <a:cubicBezTo>
                    <a:pt x="85" y="0"/>
                    <a:pt x="70" y="4"/>
                    <a:pt x="56" y="12"/>
                  </a:cubicBezTo>
                  <a:cubicBezTo>
                    <a:pt x="15" y="35"/>
                    <a:pt x="0" y="88"/>
                    <a:pt x="25" y="130"/>
                  </a:cubicBezTo>
                  <a:lnTo>
                    <a:pt x="1393" y="2499"/>
                  </a:lnTo>
                  <a:cubicBezTo>
                    <a:pt x="1411" y="2526"/>
                    <a:pt x="1439" y="2541"/>
                    <a:pt x="1469" y="2541"/>
                  </a:cubicBezTo>
                  <a:cubicBezTo>
                    <a:pt x="1482" y="2541"/>
                    <a:pt x="1499" y="2537"/>
                    <a:pt x="1511" y="2530"/>
                  </a:cubicBezTo>
                  <a:cubicBezTo>
                    <a:pt x="1552" y="2506"/>
                    <a:pt x="1567" y="2454"/>
                    <a:pt x="1542" y="2412"/>
                  </a:cubicBezTo>
                  <a:lnTo>
                    <a:pt x="173" y="43"/>
                  </a:lnTo>
                  <a:cubicBezTo>
                    <a:pt x="158" y="15"/>
                    <a:pt x="129" y="0"/>
                    <a:pt x="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5"/>
            <p:cNvSpPr/>
            <p:nvPr/>
          </p:nvSpPr>
          <p:spPr>
            <a:xfrm>
              <a:off x="4111675" y="2597200"/>
              <a:ext cx="141375" cy="122775"/>
            </a:xfrm>
            <a:custGeom>
              <a:avLst/>
              <a:gdLst/>
              <a:ahLst/>
              <a:cxnLst/>
              <a:rect l="l" t="t" r="r" b="b"/>
              <a:pathLst>
                <a:path w="5655" h="4911" extrusionOk="0">
                  <a:moveTo>
                    <a:pt x="4145" y="170"/>
                  </a:moveTo>
                  <a:lnTo>
                    <a:pt x="5464" y="2455"/>
                  </a:lnTo>
                  <a:lnTo>
                    <a:pt x="4145" y="4740"/>
                  </a:lnTo>
                  <a:lnTo>
                    <a:pt x="1508" y="4740"/>
                  </a:lnTo>
                  <a:lnTo>
                    <a:pt x="190" y="2455"/>
                  </a:lnTo>
                  <a:lnTo>
                    <a:pt x="1508" y="170"/>
                  </a:lnTo>
                  <a:close/>
                  <a:moveTo>
                    <a:pt x="1460" y="1"/>
                  </a:moveTo>
                  <a:cubicBezTo>
                    <a:pt x="1429" y="1"/>
                    <a:pt x="1400" y="16"/>
                    <a:pt x="1385" y="43"/>
                  </a:cubicBezTo>
                  <a:lnTo>
                    <a:pt x="16" y="2412"/>
                  </a:lnTo>
                  <a:cubicBezTo>
                    <a:pt x="1" y="2439"/>
                    <a:pt x="1" y="2472"/>
                    <a:pt x="16" y="2499"/>
                  </a:cubicBezTo>
                  <a:lnTo>
                    <a:pt x="1385" y="4869"/>
                  </a:lnTo>
                  <a:cubicBezTo>
                    <a:pt x="1400" y="4894"/>
                    <a:pt x="1429" y="4911"/>
                    <a:pt x="1460" y="4911"/>
                  </a:cubicBezTo>
                  <a:lnTo>
                    <a:pt x="4196" y="4911"/>
                  </a:lnTo>
                  <a:cubicBezTo>
                    <a:pt x="4227" y="4911"/>
                    <a:pt x="4255" y="4895"/>
                    <a:pt x="4270" y="4869"/>
                  </a:cubicBezTo>
                  <a:lnTo>
                    <a:pt x="5639" y="2499"/>
                  </a:lnTo>
                  <a:cubicBezTo>
                    <a:pt x="5655" y="2472"/>
                    <a:pt x="5655" y="2439"/>
                    <a:pt x="5639" y="2412"/>
                  </a:cubicBezTo>
                  <a:lnTo>
                    <a:pt x="4272" y="43"/>
                  </a:lnTo>
                  <a:cubicBezTo>
                    <a:pt x="4257"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5"/>
            <p:cNvSpPr/>
            <p:nvPr/>
          </p:nvSpPr>
          <p:spPr>
            <a:xfrm>
              <a:off x="4248600" y="2656425"/>
              <a:ext cx="72775" cy="4325"/>
            </a:xfrm>
            <a:custGeom>
              <a:avLst/>
              <a:gdLst/>
              <a:ahLst/>
              <a:cxnLst/>
              <a:rect l="l" t="t" r="r" b="b"/>
              <a:pathLst>
                <a:path w="2911" h="173" extrusionOk="0">
                  <a:moveTo>
                    <a:pt x="87" y="0"/>
                  </a:moveTo>
                  <a:cubicBezTo>
                    <a:pt x="40" y="0"/>
                    <a:pt x="0" y="38"/>
                    <a:pt x="0" y="86"/>
                  </a:cubicBezTo>
                  <a:cubicBezTo>
                    <a:pt x="0" y="134"/>
                    <a:pt x="40" y="172"/>
                    <a:pt x="87" y="172"/>
                  </a:cubicBezTo>
                  <a:lnTo>
                    <a:pt x="2825" y="172"/>
                  </a:lnTo>
                  <a:cubicBezTo>
                    <a:pt x="2873" y="172"/>
                    <a:pt x="2911" y="134"/>
                    <a:pt x="2911" y="86"/>
                  </a:cubicBezTo>
                  <a:cubicBezTo>
                    <a:pt x="2911" y="38"/>
                    <a:pt x="2873" y="0"/>
                    <a:pt x="28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5"/>
            <p:cNvSpPr/>
            <p:nvPr/>
          </p:nvSpPr>
          <p:spPr>
            <a:xfrm>
              <a:off x="4111675" y="2715700"/>
              <a:ext cx="141400" cy="122800"/>
            </a:xfrm>
            <a:custGeom>
              <a:avLst/>
              <a:gdLst/>
              <a:ahLst/>
              <a:cxnLst/>
              <a:rect l="l" t="t" r="r" b="b"/>
              <a:pathLst>
                <a:path w="5656" h="4912" extrusionOk="0">
                  <a:moveTo>
                    <a:pt x="4145" y="171"/>
                  </a:moveTo>
                  <a:lnTo>
                    <a:pt x="5464" y="2456"/>
                  </a:lnTo>
                  <a:lnTo>
                    <a:pt x="4145" y="4741"/>
                  </a:lnTo>
                  <a:lnTo>
                    <a:pt x="1508" y="4741"/>
                  </a:lnTo>
                  <a:lnTo>
                    <a:pt x="190" y="2456"/>
                  </a:lnTo>
                  <a:lnTo>
                    <a:pt x="1508" y="171"/>
                  </a:lnTo>
                  <a:close/>
                  <a:moveTo>
                    <a:pt x="1460" y="1"/>
                  </a:moveTo>
                  <a:cubicBezTo>
                    <a:pt x="1429" y="1"/>
                    <a:pt x="1400" y="16"/>
                    <a:pt x="1385" y="44"/>
                  </a:cubicBezTo>
                  <a:lnTo>
                    <a:pt x="16" y="2413"/>
                  </a:lnTo>
                  <a:cubicBezTo>
                    <a:pt x="1" y="2440"/>
                    <a:pt x="1" y="2472"/>
                    <a:pt x="16" y="2500"/>
                  </a:cubicBezTo>
                  <a:lnTo>
                    <a:pt x="1385" y="4870"/>
                  </a:lnTo>
                  <a:cubicBezTo>
                    <a:pt x="1400" y="4895"/>
                    <a:pt x="1429" y="4912"/>
                    <a:pt x="1460" y="4912"/>
                  </a:cubicBezTo>
                  <a:lnTo>
                    <a:pt x="4196" y="4912"/>
                  </a:lnTo>
                  <a:cubicBezTo>
                    <a:pt x="4227" y="4912"/>
                    <a:pt x="4255" y="4895"/>
                    <a:pt x="4272" y="4870"/>
                  </a:cubicBezTo>
                  <a:lnTo>
                    <a:pt x="5641" y="2500"/>
                  </a:lnTo>
                  <a:cubicBezTo>
                    <a:pt x="5656" y="2472"/>
                    <a:pt x="5656" y="2440"/>
                    <a:pt x="5641" y="2413"/>
                  </a:cubicBezTo>
                  <a:lnTo>
                    <a:pt x="4272" y="44"/>
                  </a:lnTo>
                  <a:cubicBezTo>
                    <a:pt x="4257" y="18"/>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5"/>
            <p:cNvSpPr/>
            <p:nvPr/>
          </p:nvSpPr>
          <p:spPr>
            <a:xfrm>
              <a:off x="4316925" y="2597200"/>
              <a:ext cx="141400" cy="122775"/>
            </a:xfrm>
            <a:custGeom>
              <a:avLst/>
              <a:gdLst/>
              <a:ahLst/>
              <a:cxnLst/>
              <a:rect l="l" t="t" r="r" b="b"/>
              <a:pathLst>
                <a:path w="5656" h="4911" extrusionOk="0">
                  <a:moveTo>
                    <a:pt x="4147" y="170"/>
                  </a:moveTo>
                  <a:lnTo>
                    <a:pt x="5466" y="2455"/>
                  </a:lnTo>
                  <a:lnTo>
                    <a:pt x="4147" y="4740"/>
                  </a:lnTo>
                  <a:lnTo>
                    <a:pt x="1509" y="4740"/>
                  </a:lnTo>
                  <a:lnTo>
                    <a:pt x="191" y="2455"/>
                  </a:lnTo>
                  <a:lnTo>
                    <a:pt x="1509" y="170"/>
                  </a:lnTo>
                  <a:close/>
                  <a:moveTo>
                    <a:pt x="1459" y="1"/>
                  </a:moveTo>
                  <a:cubicBezTo>
                    <a:pt x="1428" y="1"/>
                    <a:pt x="1400" y="16"/>
                    <a:pt x="1384" y="43"/>
                  </a:cubicBezTo>
                  <a:lnTo>
                    <a:pt x="16" y="2412"/>
                  </a:lnTo>
                  <a:cubicBezTo>
                    <a:pt x="0" y="2439"/>
                    <a:pt x="0" y="2472"/>
                    <a:pt x="16" y="2499"/>
                  </a:cubicBezTo>
                  <a:lnTo>
                    <a:pt x="1384" y="4869"/>
                  </a:lnTo>
                  <a:cubicBezTo>
                    <a:pt x="1400" y="4894"/>
                    <a:pt x="1428" y="4911"/>
                    <a:pt x="1459" y="4911"/>
                  </a:cubicBezTo>
                  <a:lnTo>
                    <a:pt x="4196" y="4911"/>
                  </a:lnTo>
                  <a:cubicBezTo>
                    <a:pt x="4227" y="4911"/>
                    <a:pt x="4256" y="4895"/>
                    <a:pt x="4272" y="4869"/>
                  </a:cubicBezTo>
                  <a:lnTo>
                    <a:pt x="5640" y="2499"/>
                  </a:lnTo>
                  <a:cubicBezTo>
                    <a:pt x="5656" y="2472"/>
                    <a:pt x="5656" y="2439"/>
                    <a:pt x="5640" y="2412"/>
                  </a:cubicBezTo>
                  <a:lnTo>
                    <a:pt x="4272" y="43"/>
                  </a:lnTo>
                  <a:cubicBezTo>
                    <a:pt x="4256" y="17"/>
                    <a:pt x="4227" y="1"/>
                    <a:pt x="41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5"/>
            <p:cNvSpPr/>
            <p:nvPr/>
          </p:nvSpPr>
          <p:spPr>
            <a:xfrm>
              <a:off x="3906375" y="2834225"/>
              <a:ext cx="141400" cy="122800"/>
            </a:xfrm>
            <a:custGeom>
              <a:avLst/>
              <a:gdLst/>
              <a:ahLst/>
              <a:cxnLst/>
              <a:rect l="l" t="t" r="r" b="b"/>
              <a:pathLst>
                <a:path w="5656" h="4912" extrusionOk="0">
                  <a:moveTo>
                    <a:pt x="4147" y="170"/>
                  </a:moveTo>
                  <a:lnTo>
                    <a:pt x="5464" y="2454"/>
                  </a:lnTo>
                  <a:lnTo>
                    <a:pt x="4147" y="4739"/>
                  </a:lnTo>
                  <a:lnTo>
                    <a:pt x="1510" y="4739"/>
                  </a:lnTo>
                  <a:lnTo>
                    <a:pt x="191" y="2454"/>
                  </a:lnTo>
                  <a:lnTo>
                    <a:pt x="1510" y="170"/>
                  </a:lnTo>
                  <a:close/>
                  <a:moveTo>
                    <a:pt x="1459" y="1"/>
                  </a:moveTo>
                  <a:cubicBezTo>
                    <a:pt x="1428" y="1"/>
                    <a:pt x="1400" y="16"/>
                    <a:pt x="1385" y="43"/>
                  </a:cubicBezTo>
                  <a:lnTo>
                    <a:pt x="16" y="2413"/>
                  </a:lnTo>
                  <a:cubicBezTo>
                    <a:pt x="0" y="2440"/>
                    <a:pt x="0" y="2472"/>
                    <a:pt x="16" y="2499"/>
                  </a:cubicBezTo>
                  <a:lnTo>
                    <a:pt x="1385" y="4870"/>
                  </a:lnTo>
                  <a:cubicBezTo>
                    <a:pt x="1399" y="4895"/>
                    <a:pt x="1428" y="4912"/>
                    <a:pt x="1459" y="4912"/>
                  </a:cubicBezTo>
                  <a:lnTo>
                    <a:pt x="4197" y="4912"/>
                  </a:lnTo>
                  <a:cubicBezTo>
                    <a:pt x="4228" y="4912"/>
                    <a:pt x="4256" y="4895"/>
                    <a:pt x="4271" y="4870"/>
                  </a:cubicBezTo>
                  <a:lnTo>
                    <a:pt x="5640" y="2499"/>
                  </a:lnTo>
                  <a:cubicBezTo>
                    <a:pt x="5655" y="2472"/>
                    <a:pt x="5655" y="2440"/>
                    <a:pt x="5640" y="2413"/>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5"/>
            <p:cNvSpPr/>
            <p:nvPr/>
          </p:nvSpPr>
          <p:spPr>
            <a:xfrm>
              <a:off x="4008850" y="2774950"/>
              <a:ext cx="39150" cy="63550"/>
            </a:xfrm>
            <a:custGeom>
              <a:avLst/>
              <a:gdLst/>
              <a:ahLst/>
              <a:cxnLst/>
              <a:rect l="l" t="t" r="r" b="b"/>
              <a:pathLst>
                <a:path w="1566" h="2542" extrusionOk="0">
                  <a:moveTo>
                    <a:pt x="1466" y="0"/>
                  </a:moveTo>
                  <a:cubicBezTo>
                    <a:pt x="1437" y="0"/>
                    <a:pt x="1408" y="16"/>
                    <a:pt x="1393" y="43"/>
                  </a:cubicBezTo>
                  <a:lnTo>
                    <a:pt x="24" y="2413"/>
                  </a:lnTo>
                  <a:cubicBezTo>
                    <a:pt x="0" y="2454"/>
                    <a:pt x="14" y="2507"/>
                    <a:pt x="55" y="2531"/>
                  </a:cubicBezTo>
                  <a:cubicBezTo>
                    <a:pt x="68" y="2538"/>
                    <a:pt x="84" y="2542"/>
                    <a:pt x="98" y="2542"/>
                  </a:cubicBezTo>
                  <a:cubicBezTo>
                    <a:pt x="127" y="2542"/>
                    <a:pt x="157" y="2526"/>
                    <a:pt x="172" y="2500"/>
                  </a:cubicBezTo>
                  <a:lnTo>
                    <a:pt x="1541" y="130"/>
                  </a:lnTo>
                  <a:cubicBezTo>
                    <a:pt x="1566" y="89"/>
                    <a:pt x="1551" y="35"/>
                    <a:pt x="1510" y="13"/>
                  </a:cubicBezTo>
                  <a:cubicBezTo>
                    <a:pt x="1496" y="4"/>
                    <a:pt x="1481" y="0"/>
                    <a:pt x="1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5"/>
            <p:cNvSpPr/>
            <p:nvPr/>
          </p:nvSpPr>
          <p:spPr>
            <a:xfrm>
              <a:off x="3906375" y="2478675"/>
              <a:ext cx="141400" cy="122800"/>
            </a:xfrm>
            <a:custGeom>
              <a:avLst/>
              <a:gdLst/>
              <a:ahLst/>
              <a:cxnLst/>
              <a:rect l="l" t="t" r="r" b="b"/>
              <a:pathLst>
                <a:path w="5656" h="4912" extrusionOk="0">
                  <a:moveTo>
                    <a:pt x="4147" y="171"/>
                  </a:moveTo>
                  <a:lnTo>
                    <a:pt x="5464" y="2455"/>
                  </a:lnTo>
                  <a:lnTo>
                    <a:pt x="4147" y="4740"/>
                  </a:lnTo>
                  <a:lnTo>
                    <a:pt x="1510" y="4740"/>
                  </a:lnTo>
                  <a:lnTo>
                    <a:pt x="191" y="2455"/>
                  </a:lnTo>
                  <a:lnTo>
                    <a:pt x="1510" y="171"/>
                  </a:lnTo>
                  <a:close/>
                  <a:moveTo>
                    <a:pt x="1459" y="1"/>
                  </a:moveTo>
                  <a:cubicBezTo>
                    <a:pt x="1428" y="1"/>
                    <a:pt x="1400" y="16"/>
                    <a:pt x="1385" y="43"/>
                  </a:cubicBezTo>
                  <a:lnTo>
                    <a:pt x="16" y="2412"/>
                  </a:lnTo>
                  <a:cubicBezTo>
                    <a:pt x="0" y="2440"/>
                    <a:pt x="0" y="2472"/>
                    <a:pt x="16" y="2499"/>
                  </a:cubicBezTo>
                  <a:lnTo>
                    <a:pt x="1385" y="4869"/>
                  </a:lnTo>
                  <a:cubicBezTo>
                    <a:pt x="1399" y="4894"/>
                    <a:pt x="1428" y="4912"/>
                    <a:pt x="1459" y="4912"/>
                  </a:cubicBezTo>
                  <a:lnTo>
                    <a:pt x="4197" y="4912"/>
                  </a:lnTo>
                  <a:cubicBezTo>
                    <a:pt x="4228" y="4912"/>
                    <a:pt x="4256" y="4897"/>
                    <a:pt x="4271" y="4869"/>
                  </a:cubicBezTo>
                  <a:lnTo>
                    <a:pt x="5640" y="2499"/>
                  </a:lnTo>
                  <a:cubicBezTo>
                    <a:pt x="5655" y="2472"/>
                    <a:pt x="5655" y="2440"/>
                    <a:pt x="5640" y="2412"/>
                  </a:cubicBezTo>
                  <a:lnTo>
                    <a:pt x="4271" y="43"/>
                  </a:lnTo>
                  <a:cubicBezTo>
                    <a:pt x="4256" y="17"/>
                    <a:pt x="4228" y="1"/>
                    <a:pt x="4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9" name="Google Shape;2079;p35"/>
          <p:cNvSpPr/>
          <p:nvPr/>
        </p:nvSpPr>
        <p:spPr>
          <a:xfrm>
            <a:off x="155900" y="4511663"/>
            <a:ext cx="392858" cy="392858"/>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5"/>
          <p:cNvSpPr/>
          <p:nvPr/>
        </p:nvSpPr>
        <p:spPr>
          <a:xfrm>
            <a:off x="4545813" y="224437"/>
            <a:ext cx="498933" cy="498933"/>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81" name="Google Shape;2081;p35"/>
          <p:cNvGrpSpPr/>
          <p:nvPr/>
        </p:nvGrpSpPr>
        <p:grpSpPr>
          <a:xfrm>
            <a:off x="889199" y="4740263"/>
            <a:ext cx="219599" cy="219686"/>
            <a:chOff x="3331975" y="2330200"/>
            <a:chExt cx="63125" cy="63150"/>
          </a:xfrm>
        </p:grpSpPr>
        <p:sp>
          <p:nvSpPr>
            <p:cNvPr id="2082" name="Google Shape;2082;p3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5" name="Google Shape;2085;p35"/>
          <p:cNvGrpSpPr/>
          <p:nvPr/>
        </p:nvGrpSpPr>
        <p:grpSpPr>
          <a:xfrm>
            <a:off x="1485992" y="158513"/>
            <a:ext cx="373363" cy="314091"/>
            <a:chOff x="1876970" y="-81211"/>
            <a:chExt cx="5178410" cy="4356326"/>
          </a:xfrm>
        </p:grpSpPr>
        <p:sp>
          <p:nvSpPr>
            <p:cNvPr id="2086" name="Google Shape;2086;p35"/>
            <p:cNvSpPr/>
            <p:nvPr/>
          </p:nvSpPr>
          <p:spPr>
            <a:xfrm>
              <a:off x="1876970" y="-81211"/>
              <a:ext cx="4790958" cy="4199058"/>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87" name="Google Shape;2087;p35"/>
            <p:cNvGrpSpPr/>
            <p:nvPr/>
          </p:nvGrpSpPr>
          <p:grpSpPr>
            <a:xfrm>
              <a:off x="1876970" y="-81211"/>
              <a:ext cx="5178410" cy="4356326"/>
              <a:chOff x="4807450" y="3561550"/>
              <a:chExt cx="90550" cy="76175"/>
            </a:xfrm>
          </p:grpSpPr>
          <p:sp>
            <p:nvSpPr>
              <p:cNvPr id="2088" name="Google Shape;2088;p35"/>
              <p:cNvSpPr/>
              <p:nvPr/>
            </p:nvSpPr>
            <p:spPr>
              <a:xfrm>
                <a:off x="4814200" y="35643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5"/>
              <p:cNvSpPr/>
              <p:nvPr/>
            </p:nvSpPr>
            <p:spPr>
              <a:xfrm>
                <a:off x="4807450" y="35615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5"/>
              <p:cNvSpPr/>
              <p:nvPr/>
            </p:nvSpPr>
            <p:spPr>
              <a:xfrm>
                <a:off x="4826675" y="35840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91" name="Google Shape;2091;p35"/>
          <p:cNvSpPr/>
          <p:nvPr/>
        </p:nvSpPr>
        <p:spPr>
          <a:xfrm>
            <a:off x="259050" y="3284220"/>
            <a:ext cx="293954" cy="293850"/>
          </a:xfrm>
          <a:custGeom>
            <a:avLst/>
            <a:gdLst/>
            <a:ahLst/>
            <a:cxnLst/>
            <a:rect l="l" t="t" r="r" b="b"/>
            <a:pathLst>
              <a:path w="3043" h="3042" extrusionOk="0">
                <a:moveTo>
                  <a:pt x="914" y="0"/>
                </a:moveTo>
                <a:lnTo>
                  <a:pt x="914" y="911"/>
                </a:lnTo>
                <a:lnTo>
                  <a:pt x="1" y="911"/>
                </a:lnTo>
                <a:lnTo>
                  <a:pt x="1" y="2129"/>
                </a:lnTo>
                <a:lnTo>
                  <a:pt x="914" y="2129"/>
                </a:lnTo>
                <a:lnTo>
                  <a:pt x="914" y="3041"/>
                </a:lnTo>
                <a:lnTo>
                  <a:pt x="2130" y="3041"/>
                </a:lnTo>
                <a:lnTo>
                  <a:pt x="2130" y="2129"/>
                </a:lnTo>
                <a:lnTo>
                  <a:pt x="3043" y="2129"/>
                </a:lnTo>
                <a:lnTo>
                  <a:pt x="3043" y="911"/>
                </a:lnTo>
                <a:lnTo>
                  <a:pt x="2130" y="911"/>
                </a:lnTo>
                <a:lnTo>
                  <a:pt x="21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92" name="Google Shape;2092;p35"/>
          <p:cNvGrpSpPr/>
          <p:nvPr/>
        </p:nvGrpSpPr>
        <p:grpSpPr>
          <a:xfrm>
            <a:off x="6692162" y="297817"/>
            <a:ext cx="373381" cy="318217"/>
            <a:chOff x="1832650" y="462425"/>
            <a:chExt cx="182075" cy="155175"/>
          </a:xfrm>
        </p:grpSpPr>
        <p:sp>
          <p:nvSpPr>
            <p:cNvPr id="2093" name="Google Shape;2093;p35"/>
            <p:cNvSpPr/>
            <p:nvPr/>
          </p:nvSpPr>
          <p:spPr>
            <a:xfrm>
              <a:off x="1845850" y="467800"/>
              <a:ext cx="168875" cy="149800"/>
            </a:xfrm>
            <a:custGeom>
              <a:avLst/>
              <a:gdLst/>
              <a:ahLst/>
              <a:cxnLst/>
              <a:rect l="l" t="t" r="r" b="b"/>
              <a:pathLst>
                <a:path w="6755" h="5992" extrusionOk="0">
                  <a:moveTo>
                    <a:pt x="5501" y="1"/>
                  </a:moveTo>
                  <a:lnTo>
                    <a:pt x="4538" y="871"/>
                  </a:lnTo>
                  <a:cubicBezTo>
                    <a:pt x="3914" y="1147"/>
                    <a:pt x="3204" y="1616"/>
                    <a:pt x="2521" y="2233"/>
                  </a:cubicBezTo>
                  <a:cubicBezTo>
                    <a:pt x="1838" y="2851"/>
                    <a:pt x="1301" y="3511"/>
                    <a:pt x="964" y="4104"/>
                  </a:cubicBezTo>
                  <a:lnTo>
                    <a:pt x="1" y="4975"/>
                  </a:lnTo>
                  <a:lnTo>
                    <a:pt x="726" y="5776"/>
                  </a:lnTo>
                  <a:cubicBezTo>
                    <a:pt x="858" y="5922"/>
                    <a:pt x="1062" y="5991"/>
                    <a:pt x="1317" y="5991"/>
                  </a:cubicBezTo>
                  <a:cubicBezTo>
                    <a:pt x="2077" y="5991"/>
                    <a:pt x="3294" y="5373"/>
                    <a:pt x="4431" y="4344"/>
                  </a:cubicBezTo>
                  <a:cubicBezTo>
                    <a:pt x="5949" y="2970"/>
                    <a:pt x="6754" y="1385"/>
                    <a:pt x="6227" y="802"/>
                  </a:cubicBezTo>
                  <a:lnTo>
                    <a:pt x="5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5"/>
            <p:cNvSpPr/>
            <p:nvPr/>
          </p:nvSpPr>
          <p:spPr>
            <a:xfrm>
              <a:off x="1832650" y="462425"/>
              <a:ext cx="163900" cy="135150"/>
            </a:xfrm>
            <a:custGeom>
              <a:avLst/>
              <a:gdLst/>
              <a:ahLst/>
              <a:cxnLst/>
              <a:rect l="l" t="t" r="r" b="b"/>
              <a:pathLst>
                <a:path w="6556" h="5406" extrusionOk="0">
                  <a:moveTo>
                    <a:pt x="5439" y="1"/>
                  </a:moveTo>
                  <a:cubicBezTo>
                    <a:pt x="4679" y="1"/>
                    <a:pt x="3462" y="619"/>
                    <a:pt x="2323" y="1647"/>
                  </a:cubicBezTo>
                  <a:cubicBezTo>
                    <a:pt x="804" y="3020"/>
                    <a:pt x="0" y="4607"/>
                    <a:pt x="528" y="5190"/>
                  </a:cubicBezTo>
                  <a:cubicBezTo>
                    <a:pt x="660" y="5336"/>
                    <a:pt x="863" y="5405"/>
                    <a:pt x="1118" y="5405"/>
                  </a:cubicBezTo>
                  <a:cubicBezTo>
                    <a:pt x="1878" y="5405"/>
                    <a:pt x="3095" y="4787"/>
                    <a:pt x="4233" y="3758"/>
                  </a:cubicBezTo>
                  <a:cubicBezTo>
                    <a:pt x="5753" y="2385"/>
                    <a:pt x="6556" y="799"/>
                    <a:pt x="6028" y="216"/>
                  </a:cubicBezTo>
                  <a:cubicBezTo>
                    <a:pt x="5896" y="70"/>
                    <a:pt x="5693" y="1"/>
                    <a:pt x="5439"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5"/>
            <p:cNvSpPr/>
            <p:nvPr/>
          </p:nvSpPr>
          <p:spPr>
            <a:xfrm>
              <a:off x="1864175" y="515925"/>
              <a:ext cx="101800" cy="25725"/>
            </a:xfrm>
            <a:custGeom>
              <a:avLst/>
              <a:gdLst/>
              <a:ahLst/>
              <a:cxnLst/>
              <a:rect l="l" t="t" r="r" b="b"/>
              <a:pathLst>
                <a:path w="4072" h="1029" extrusionOk="0">
                  <a:moveTo>
                    <a:pt x="3920" y="0"/>
                  </a:moveTo>
                  <a:cubicBezTo>
                    <a:pt x="3610" y="0"/>
                    <a:pt x="3308" y="31"/>
                    <a:pt x="3008" y="75"/>
                  </a:cubicBezTo>
                  <a:cubicBezTo>
                    <a:pt x="2660" y="125"/>
                    <a:pt x="2316" y="192"/>
                    <a:pt x="1977" y="279"/>
                  </a:cubicBezTo>
                  <a:cubicBezTo>
                    <a:pt x="1638" y="364"/>
                    <a:pt x="1303" y="467"/>
                    <a:pt x="973" y="587"/>
                  </a:cubicBezTo>
                  <a:cubicBezTo>
                    <a:pt x="642" y="707"/>
                    <a:pt x="315" y="843"/>
                    <a:pt x="0" y="1025"/>
                  </a:cubicBezTo>
                  <a:cubicBezTo>
                    <a:pt x="53" y="1027"/>
                    <a:pt x="106" y="1028"/>
                    <a:pt x="159" y="1028"/>
                  </a:cubicBezTo>
                  <a:cubicBezTo>
                    <a:pt x="467" y="1028"/>
                    <a:pt x="767" y="996"/>
                    <a:pt x="1065" y="953"/>
                  </a:cubicBezTo>
                  <a:cubicBezTo>
                    <a:pt x="1412" y="901"/>
                    <a:pt x="1757" y="834"/>
                    <a:pt x="2095" y="750"/>
                  </a:cubicBezTo>
                  <a:cubicBezTo>
                    <a:pt x="2435" y="666"/>
                    <a:pt x="2770" y="563"/>
                    <a:pt x="3101" y="442"/>
                  </a:cubicBezTo>
                  <a:cubicBezTo>
                    <a:pt x="3431" y="323"/>
                    <a:pt x="3757" y="186"/>
                    <a:pt x="4072" y="3"/>
                  </a:cubicBezTo>
                  <a:cubicBezTo>
                    <a:pt x="4021" y="1"/>
                    <a:pt x="3970"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6" name="Google Shape;2096;p35"/>
          <p:cNvGrpSpPr/>
          <p:nvPr/>
        </p:nvGrpSpPr>
        <p:grpSpPr>
          <a:xfrm>
            <a:off x="5832087" y="205726"/>
            <a:ext cx="219599" cy="219686"/>
            <a:chOff x="3331975" y="2330200"/>
            <a:chExt cx="63125" cy="63150"/>
          </a:xfrm>
        </p:grpSpPr>
        <p:sp>
          <p:nvSpPr>
            <p:cNvPr id="2097" name="Google Shape;2097;p3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0" name="Google Shape;2100;p35"/>
          <p:cNvSpPr/>
          <p:nvPr/>
        </p:nvSpPr>
        <p:spPr>
          <a:xfrm>
            <a:off x="2026413" y="429520"/>
            <a:ext cx="293954" cy="293850"/>
          </a:xfrm>
          <a:custGeom>
            <a:avLst/>
            <a:gdLst/>
            <a:ahLst/>
            <a:cxnLst/>
            <a:rect l="l" t="t" r="r" b="b"/>
            <a:pathLst>
              <a:path w="3043" h="3042" extrusionOk="0">
                <a:moveTo>
                  <a:pt x="914" y="0"/>
                </a:moveTo>
                <a:lnTo>
                  <a:pt x="914" y="911"/>
                </a:lnTo>
                <a:lnTo>
                  <a:pt x="1" y="911"/>
                </a:lnTo>
                <a:lnTo>
                  <a:pt x="1" y="2129"/>
                </a:lnTo>
                <a:lnTo>
                  <a:pt x="914" y="2129"/>
                </a:lnTo>
                <a:lnTo>
                  <a:pt x="914" y="3041"/>
                </a:lnTo>
                <a:lnTo>
                  <a:pt x="2130" y="3041"/>
                </a:lnTo>
                <a:lnTo>
                  <a:pt x="2130" y="2129"/>
                </a:lnTo>
                <a:lnTo>
                  <a:pt x="3043" y="2129"/>
                </a:lnTo>
                <a:lnTo>
                  <a:pt x="3043" y="911"/>
                </a:lnTo>
                <a:lnTo>
                  <a:pt x="2130" y="911"/>
                </a:lnTo>
                <a:lnTo>
                  <a:pt x="21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01" name="Google Shape;2101;p35"/>
          <p:cNvGrpSpPr/>
          <p:nvPr/>
        </p:nvGrpSpPr>
        <p:grpSpPr>
          <a:xfrm rot="5143689">
            <a:off x="8388206" y="4610940"/>
            <a:ext cx="293943" cy="478354"/>
            <a:chOff x="2082225" y="585025"/>
            <a:chExt cx="100300" cy="163225"/>
          </a:xfrm>
        </p:grpSpPr>
        <p:sp>
          <p:nvSpPr>
            <p:cNvPr id="2102" name="Google Shape;2102;p35"/>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5"/>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5"/>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5"/>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35"/>
          <p:cNvGrpSpPr/>
          <p:nvPr/>
        </p:nvGrpSpPr>
        <p:grpSpPr>
          <a:xfrm rot="1195952">
            <a:off x="7591859" y="1780472"/>
            <a:ext cx="1443522" cy="1788246"/>
            <a:chOff x="4463600" y="387275"/>
            <a:chExt cx="449175" cy="556425"/>
          </a:xfrm>
        </p:grpSpPr>
        <p:sp>
          <p:nvSpPr>
            <p:cNvPr id="2107" name="Google Shape;2107;p35"/>
            <p:cNvSpPr/>
            <p:nvPr/>
          </p:nvSpPr>
          <p:spPr>
            <a:xfrm>
              <a:off x="4463900" y="396050"/>
              <a:ext cx="159475" cy="126800"/>
            </a:xfrm>
            <a:custGeom>
              <a:avLst/>
              <a:gdLst/>
              <a:ahLst/>
              <a:cxnLst/>
              <a:rect l="l" t="t" r="r" b="b"/>
              <a:pathLst>
                <a:path w="6379" h="5072" extrusionOk="0">
                  <a:moveTo>
                    <a:pt x="1655" y="0"/>
                  </a:moveTo>
                  <a:cubicBezTo>
                    <a:pt x="1640" y="0"/>
                    <a:pt x="1625" y="0"/>
                    <a:pt x="1610" y="1"/>
                  </a:cubicBezTo>
                  <a:cubicBezTo>
                    <a:pt x="1087" y="16"/>
                    <a:pt x="588" y="329"/>
                    <a:pt x="320" y="780"/>
                  </a:cubicBezTo>
                  <a:cubicBezTo>
                    <a:pt x="303" y="810"/>
                    <a:pt x="286" y="841"/>
                    <a:pt x="271" y="872"/>
                  </a:cubicBezTo>
                  <a:cubicBezTo>
                    <a:pt x="256" y="897"/>
                    <a:pt x="245" y="925"/>
                    <a:pt x="233" y="950"/>
                  </a:cubicBezTo>
                  <a:cubicBezTo>
                    <a:pt x="0" y="1491"/>
                    <a:pt x="92" y="2155"/>
                    <a:pt x="448" y="2624"/>
                  </a:cubicBezTo>
                  <a:cubicBezTo>
                    <a:pt x="851" y="3155"/>
                    <a:pt x="1511" y="3405"/>
                    <a:pt x="2139" y="3631"/>
                  </a:cubicBezTo>
                  <a:lnTo>
                    <a:pt x="4786" y="4587"/>
                  </a:lnTo>
                  <a:cubicBezTo>
                    <a:pt x="5142" y="4715"/>
                    <a:pt x="5736" y="5025"/>
                    <a:pt x="6112" y="5067"/>
                  </a:cubicBezTo>
                  <a:cubicBezTo>
                    <a:pt x="6136" y="5070"/>
                    <a:pt x="6158" y="5071"/>
                    <a:pt x="6178" y="5071"/>
                  </a:cubicBezTo>
                  <a:cubicBezTo>
                    <a:pt x="6223" y="5071"/>
                    <a:pt x="6258" y="5064"/>
                    <a:pt x="6283" y="5051"/>
                  </a:cubicBezTo>
                  <a:cubicBezTo>
                    <a:pt x="6320" y="5035"/>
                    <a:pt x="6341" y="5005"/>
                    <a:pt x="6347" y="4969"/>
                  </a:cubicBezTo>
                  <a:cubicBezTo>
                    <a:pt x="6378" y="4818"/>
                    <a:pt x="6200" y="4533"/>
                    <a:pt x="6096" y="4318"/>
                  </a:cubicBezTo>
                  <a:cubicBezTo>
                    <a:pt x="5442" y="2926"/>
                    <a:pt x="4468" y="1683"/>
                    <a:pt x="3269" y="722"/>
                  </a:cubicBezTo>
                  <a:cubicBezTo>
                    <a:pt x="2799" y="346"/>
                    <a:pt x="2253" y="0"/>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35"/>
            <p:cNvSpPr/>
            <p:nvPr/>
          </p:nvSpPr>
          <p:spPr>
            <a:xfrm>
              <a:off x="4470650" y="415525"/>
              <a:ext cx="401775" cy="528175"/>
            </a:xfrm>
            <a:custGeom>
              <a:avLst/>
              <a:gdLst/>
              <a:ahLst/>
              <a:cxnLst/>
              <a:rect l="l" t="t" r="r" b="b"/>
              <a:pathLst>
                <a:path w="16071" h="21127" extrusionOk="0">
                  <a:moveTo>
                    <a:pt x="50" y="0"/>
                  </a:moveTo>
                  <a:cubicBezTo>
                    <a:pt x="33" y="30"/>
                    <a:pt x="16" y="61"/>
                    <a:pt x="1" y="92"/>
                  </a:cubicBezTo>
                  <a:cubicBezTo>
                    <a:pt x="1015" y="637"/>
                    <a:pt x="2002" y="1235"/>
                    <a:pt x="2953" y="1888"/>
                  </a:cubicBezTo>
                  <a:cubicBezTo>
                    <a:pt x="4020" y="2620"/>
                    <a:pt x="5042" y="3416"/>
                    <a:pt x="6013" y="4271"/>
                  </a:cubicBezTo>
                  <a:cubicBezTo>
                    <a:pt x="6435" y="4646"/>
                    <a:pt x="6849" y="5029"/>
                    <a:pt x="7252" y="5423"/>
                  </a:cubicBezTo>
                  <a:cubicBezTo>
                    <a:pt x="8611" y="6758"/>
                    <a:pt x="9848" y="8214"/>
                    <a:pt x="10943" y="9771"/>
                  </a:cubicBezTo>
                  <a:cubicBezTo>
                    <a:pt x="12071" y="11373"/>
                    <a:pt x="13050" y="13080"/>
                    <a:pt x="13863" y="14861"/>
                  </a:cubicBezTo>
                  <a:cubicBezTo>
                    <a:pt x="14677" y="16640"/>
                    <a:pt x="15327" y="18495"/>
                    <a:pt x="15798" y="20394"/>
                  </a:cubicBezTo>
                  <a:cubicBezTo>
                    <a:pt x="15855" y="20624"/>
                    <a:pt x="15911" y="20859"/>
                    <a:pt x="15963" y="21092"/>
                  </a:cubicBezTo>
                  <a:cubicBezTo>
                    <a:pt x="15968" y="21116"/>
                    <a:pt x="15985" y="21126"/>
                    <a:pt x="16004" y="21126"/>
                  </a:cubicBezTo>
                  <a:cubicBezTo>
                    <a:pt x="16035" y="21126"/>
                    <a:pt x="16071" y="21096"/>
                    <a:pt x="16062" y="21056"/>
                  </a:cubicBezTo>
                  <a:cubicBezTo>
                    <a:pt x="15628" y="19132"/>
                    <a:pt x="15017" y="17252"/>
                    <a:pt x="14235" y="15443"/>
                  </a:cubicBezTo>
                  <a:cubicBezTo>
                    <a:pt x="13459" y="13643"/>
                    <a:pt x="12517" y="11913"/>
                    <a:pt x="11425" y="10286"/>
                  </a:cubicBezTo>
                  <a:cubicBezTo>
                    <a:pt x="10359" y="8699"/>
                    <a:pt x="9147" y="7211"/>
                    <a:pt x="7814" y="5841"/>
                  </a:cubicBezTo>
                  <a:cubicBezTo>
                    <a:pt x="7257" y="5268"/>
                    <a:pt x="6676" y="4718"/>
                    <a:pt x="6076" y="4190"/>
                  </a:cubicBezTo>
                  <a:cubicBezTo>
                    <a:pt x="5272" y="3481"/>
                    <a:pt x="4433" y="2812"/>
                    <a:pt x="3562" y="2188"/>
                  </a:cubicBezTo>
                  <a:cubicBezTo>
                    <a:pt x="2440" y="1383"/>
                    <a:pt x="1267" y="652"/>
                    <a:pt x="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5"/>
            <p:cNvSpPr/>
            <p:nvPr/>
          </p:nvSpPr>
          <p:spPr>
            <a:xfrm>
              <a:off x="4596250" y="387275"/>
              <a:ext cx="92950" cy="180025"/>
            </a:xfrm>
            <a:custGeom>
              <a:avLst/>
              <a:gdLst/>
              <a:ahLst/>
              <a:cxnLst/>
              <a:rect l="l" t="t" r="r" b="b"/>
              <a:pathLst>
                <a:path w="3718" h="7201" extrusionOk="0">
                  <a:moveTo>
                    <a:pt x="1654" y="0"/>
                  </a:moveTo>
                  <a:cubicBezTo>
                    <a:pt x="1474" y="0"/>
                    <a:pt x="1293" y="30"/>
                    <a:pt x="1123" y="89"/>
                  </a:cubicBezTo>
                  <a:cubicBezTo>
                    <a:pt x="1091" y="101"/>
                    <a:pt x="1057" y="113"/>
                    <a:pt x="1025" y="128"/>
                  </a:cubicBezTo>
                  <a:cubicBezTo>
                    <a:pt x="999" y="138"/>
                    <a:pt x="971" y="150"/>
                    <a:pt x="945" y="164"/>
                  </a:cubicBezTo>
                  <a:cubicBezTo>
                    <a:pt x="419" y="428"/>
                    <a:pt x="65" y="995"/>
                    <a:pt x="35" y="1583"/>
                  </a:cubicBezTo>
                  <a:cubicBezTo>
                    <a:pt x="1" y="2248"/>
                    <a:pt x="345" y="2865"/>
                    <a:pt x="680" y="3442"/>
                  </a:cubicBezTo>
                  <a:lnTo>
                    <a:pt x="2092" y="5876"/>
                  </a:lnTo>
                  <a:cubicBezTo>
                    <a:pt x="2281" y="6202"/>
                    <a:pt x="2539" y="6821"/>
                    <a:pt x="2799" y="7097"/>
                  </a:cubicBezTo>
                  <a:cubicBezTo>
                    <a:pt x="2854" y="7155"/>
                    <a:pt x="2901" y="7186"/>
                    <a:pt x="2941" y="7196"/>
                  </a:cubicBezTo>
                  <a:cubicBezTo>
                    <a:pt x="2952" y="7199"/>
                    <a:pt x="2962" y="7200"/>
                    <a:pt x="2972" y="7200"/>
                  </a:cubicBezTo>
                  <a:cubicBezTo>
                    <a:pt x="2998" y="7200"/>
                    <a:pt x="3022" y="7191"/>
                    <a:pt x="3043" y="7174"/>
                  </a:cubicBezTo>
                  <a:cubicBezTo>
                    <a:pt x="3163" y="7078"/>
                    <a:pt x="3209" y="6744"/>
                    <a:pt x="3270" y="6514"/>
                  </a:cubicBezTo>
                  <a:cubicBezTo>
                    <a:pt x="3663" y="5028"/>
                    <a:pt x="3718" y="3450"/>
                    <a:pt x="3417" y="1942"/>
                  </a:cubicBezTo>
                  <a:cubicBezTo>
                    <a:pt x="3296" y="1337"/>
                    <a:pt x="3095" y="705"/>
                    <a:pt x="2612" y="323"/>
                  </a:cubicBezTo>
                  <a:cubicBezTo>
                    <a:pt x="2342" y="108"/>
                    <a:pt x="1998" y="0"/>
                    <a:pt x="1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35"/>
            <p:cNvSpPr/>
            <p:nvPr/>
          </p:nvSpPr>
          <p:spPr>
            <a:xfrm>
              <a:off x="4621875" y="389500"/>
              <a:ext cx="50450" cy="177800"/>
            </a:xfrm>
            <a:custGeom>
              <a:avLst/>
              <a:gdLst/>
              <a:ahLst/>
              <a:cxnLst/>
              <a:rect l="l" t="t" r="r" b="b"/>
              <a:pathLst>
                <a:path w="2018" h="7112" extrusionOk="0">
                  <a:moveTo>
                    <a:pt x="98" y="1"/>
                  </a:moveTo>
                  <a:cubicBezTo>
                    <a:pt x="66" y="12"/>
                    <a:pt x="32" y="24"/>
                    <a:pt x="0" y="39"/>
                  </a:cubicBezTo>
                  <a:cubicBezTo>
                    <a:pt x="429" y="1108"/>
                    <a:pt x="799" y="2202"/>
                    <a:pt x="1107" y="3313"/>
                  </a:cubicBezTo>
                  <a:cubicBezTo>
                    <a:pt x="1452" y="4559"/>
                    <a:pt x="1724" y="5827"/>
                    <a:pt x="1916" y="7107"/>
                  </a:cubicBezTo>
                  <a:cubicBezTo>
                    <a:pt x="1927" y="7110"/>
                    <a:pt x="1937" y="7111"/>
                    <a:pt x="1947" y="7111"/>
                  </a:cubicBezTo>
                  <a:cubicBezTo>
                    <a:pt x="1973" y="7111"/>
                    <a:pt x="1997" y="7102"/>
                    <a:pt x="2018" y="7085"/>
                  </a:cubicBezTo>
                  <a:cubicBezTo>
                    <a:pt x="1859" y="6025"/>
                    <a:pt x="1645" y="4973"/>
                    <a:pt x="1379" y="3935"/>
                  </a:cubicBezTo>
                  <a:cubicBezTo>
                    <a:pt x="1038" y="2597"/>
                    <a:pt x="610" y="1282"/>
                    <a:pt x="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35"/>
            <p:cNvSpPr/>
            <p:nvPr/>
          </p:nvSpPr>
          <p:spPr>
            <a:xfrm>
              <a:off x="4690225" y="439125"/>
              <a:ext cx="85875" cy="183000"/>
            </a:xfrm>
            <a:custGeom>
              <a:avLst/>
              <a:gdLst/>
              <a:ahLst/>
              <a:cxnLst/>
              <a:rect l="l" t="t" r="r" b="b"/>
              <a:pathLst>
                <a:path w="3435" h="7320" extrusionOk="0">
                  <a:moveTo>
                    <a:pt x="1794" y="0"/>
                  </a:moveTo>
                  <a:cubicBezTo>
                    <a:pt x="1760" y="0"/>
                    <a:pt x="1724" y="0"/>
                    <a:pt x="1688" y="3"/>
                  </a:cubicBezTo>
                  <a:cubicBezTo>
                    <a:pt x="1660" y="3"/>
                    <a:pt x="1632" y="5"/>
                    <a:pt x="1602" y="10"/>
                  </a:cubicBezTo>
                  <a:cubicBezTo>
                    <a:pt x="1017" y="77"/>
                    <a:pt x="488" y="485"/>
                    <a:pt x="259" y="1029"/>
                  </a:cubicBezTo>
                  <a:cubicBezTo>
                    <a:pt x="0" y="1641"/>
                    <a:pt x="111" y="2341"/>
                    <a:pt x="227" y="2996"/>
                  </a:cubicBezTo>
                  <a:cubicBezTo>
                    <a:pt x="390" y="3921"/>
                    <a:pt x="553" y="4844"/>
                    <a:pt x="717" y="5768"/>
                  </a:cubicBezTo>
                  <a:cubicBezTo>
                    <a:pt x="782" y="6140"/>
                    <a:pt x="812" y="6809"/>
                    <a:pt x="961" y="7156"/>
                  </a:cubicBezTo>
                  <a:cubicBezTo>
                    <a:pt x="993" y="7228"/>
                    <a:pt x="1027" y="7275"/>
                    <a:pt x="1060" y="7299"/>
                  </a:cubicBezTo>
                  <a:cubicBezTo>
                    <a:pt x="1081" y="7313"/>
                    <a:pt x="1102" y="7320"/>
                    <a:pt x="1124" y="7320"/>
                  </a:cubicBezTo>
                  <a:cubicBezTo>
                    <a:pt x="1137" y="7320"/>
                    <a:pt x="1150" y="7317"/>
                    <a:pt x="1163" y="7312"/>
                  </a:cubicBezTo>
                  <a:cubicBezTo>
                    <a:pt x="1308" y="7265"/>
                    <a:pt x="1467" y="6966"/>
                    <a:pt x="1603" y="6772"/>
                  </a:cubicBezTo>
                  <a:cubicBezTo>
                    <a:pt x="2484" y="5511"/>
                    <a:pt x="3077" y="4049"/>
                    <a:pt x="3313" y="2529"/>
                  </a:cubicBezTo>
                  <a:cubicBezTo>
                    <a:pt x="3407" y="1920"/>
                    <a:pt x="3435" y="1257"/>
                    <a:pt x="3113" y="732"/>
                  </a:cubicBezTo>
                  <a:cubicBezTo>
                    <a:pt x="2838" y="283"/>
                    <a:pt x="2319" y="9"/>
                    <a:pt x="1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35"/>
            <p:cNvSpPr/>
            <p:nvPr/>
          </p:nvSpPr>
          <p:spPr>
            <a:xfrm>
              <a:off x="4716700" y="439125"/>
              <a:ext cx="19375" cy="183000"/>
            </a:xfrm>
            <a:custGeom>
              <a:avLst/>
              <a:gdLst/>
              <a:ahLst/>
              <a:cxnLst/>
              <a:rect l="l" t="t" r="r" b="b"/>
              <a:pathLst>
                <a:path w="775" h="7320" extrusionOk="0">
                  <a:moveTo>
                    <a:pt x="735" y="0"/>
                  </a:moveTo>
                  <a:cubicBezTo>
                    <a:pt x="701" y="0"/>
                    <a:pt x="665" y="0"/>
                    <a:pt x="629" y="3"/>
                  </a:cubicBezTo>
                  <a:cubicBezTo>
                    <a:pt x="665" y="1154"/>
                    <a:pt x="636" y="2309"/>
                    <a:pt x="544" y="3457"/>
                  </a:cubicBezTo>
                  <a:cubicBezTo>
                    <a:pt x="441" y="4746"/>
                    <a:pt x="259" y="6030"/>
                    <a:pt x="1" y="7299"/>
                  </a:cubicBezTo>
                  <a:cubicBezTo>
                    <a:pt x="22" y="7313"/>
                    <a:pt x="43" y="7320"/>
                    <a:pt x="65" y="7320"/>
                  </a:cubicBezTo>
                  <a:cubicBezTo>
                    <a:pt x="78" y="7320"/>
                    <a:pt x="91" y="7317"/>
                    <a:pt x="104" y="7312"/>
                  </a:cubicBezTo>
                  <a:cubicBezTo>
                    <a:pt x="319" y="6262"/>
                    <a:pt x="480" y="5201"/>
                    <a:pt x="587" y="4137"/>
                  </a:cubicBezTo>
                  <a:cubicBezTo>
                    <a:pt x="724" y="2761"/>
                    <a:pt x="775" y="1380"/>
                    <a:pt x="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35"/>
            <p:cNvSpPr/>
            <p:nvPr/>
          </p:nvSpPr>
          <p:spPr>
            <a:xfrm>
              <a:off x="4759825" y="543075"/>
              <a:ext cx="85350" cy="181850"/>
            </a:xfrm>
            <a:custGeom>
              <a:avLst/>
              <a:gdLst/>
              <a:ahLst/>
              <a:cxnLst/>
              <a:rect l="l" t="t" r="r" b="b"/>
              <a:pathLst>
                <a:path w="3414" h="7274" extrusionOk="0">
                  <a:moveTo>
                    <a:pt x="1784" y="0"/>
                  </a:moveTo>
                  <a:cubicBezTo>
                    <a:pt x="1749" y="0"/>
                    <a:pt x="1714" y="0"/>
                    <a:pt x="1680" y="3"/>
                  </a:cubicBezTo>
                  <a:cubicBezTo>
                    <a:pt x="1651" y="3"/>
                    <a:pt x="1623" y="5"/>
                    <a:pt x="1593" y="9"/>
                  </a:cubicBezTo>
                  <a:cubicBezTo>
                    <a:pt x="1011" y="76"/>
                    <a:pt x="488" y="483"/>
                    <a:pt x="258" y="1022"/>
                  </a:cubicBezTo>
                  <a:cubicBezTo>
                    <a:pt x="0" y="1632"/>
                    <a:pt x="112" y="2326"/>
                    <a:pt x="226" y="2978"/>
                  </a:cubicBezTo>
                  <a:cubicBezTo>
                    <a:pt x="390" y="3896"/>
                    <a:pt x="552" y="4813"/>
                    <a:pt x="715" y="5732"/>
                  </a:cubicBezTo>
                  <a:cubicBezTo>
                    <a:pt x="780" y="6100"/>
                    <a:pt x="810" y="6766"/>
                    <a:pt x="957" y="7111"/>
                  </a:cubicBezTo>
                  <a:cubicBezTo>
                    <a:pt x="988" y="7183"/>
                    <a:pt x="1021" y="7228"/>
                    <a:pt x="1055" y="7251"/>
                  </a:cubicBezTo>
                  <a:cubicBezTo>
                    <a:pt x="1076" y="7266"/>
                    <a:pt x="1097" y="7273"/>
                    <a:pt x="1119" y="7273"/>
                  </a:cubicBezTo>
                  <a:cubicBezTo>
                    <a:pt x="1132" y="7273"/>
                    <a:pt x="1145" y="7270"/>
                    <a:pt x="1158" y="7265"/>
                  </a:cubicBezTo>
                  <a:cubicBezTo>
                    <a:pt x="1303" y="7219"/>
                    <a:pt x="1460" y="6924"/>
                    <a:pt x="1594" y="6728"/>
                  </a:cubicBezTo>
                  <a:cubicBezTo>
                    <a:pt x="2469" y="5475"/>
                    <a:pt x="3057" y="4022"/>
                    <a:pt x="3291" y="2512"/>
                  </a:cubicBezTo>
                  <a:cubicBezTo>
                    <a:pt x="3384" y="1906"/>
                    <a:pt x="3413" y="1248"/>
                    <a:pt x="3093" y="727"/>
                  </a:cubicBezTo>
                  <a:cubicBezTo>
                    <a:pt x="2821" y="281"/>
                    <a:pt x="2305" y="8"/>
                    <a:pt x="1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35"/>
            <p:cNvSpPr/>
            <p:nvPr/>
          </p:nvSpPr>
          <p:spPr>
            <a:xfrm>
              <a:off x="4786200" y="543075"/>
              <a:ext cx="19225" cy="181850"/>
            </a:xfrm>
            <a:custGeom>
              <a:avLst/>
              <a:gdLst/>
              <a:ahLst/>
              <a:cxnLst/>
              <a:rect l="l" t="t" r="r" b="b"/>
              <a:pathLst>
                <a:path w="769" h="7274" extrusionOk="0">
                  <a:moveTo>
                    <a:pt x="729" y="0"/>
                  </a:moveTo>
                  <a:cubicBezTo>
                    <a:pt x="694" y="0"/>
                    <a:pt x="659" y="0"/>
                    <a:pt x="625" y="3"/>
                  </a:cubicBezTo>
                  <a:cubicBezTo>
                    <a:pt x="659" y="1147"/>
                    <a:pt x="631" y="2294"/>
                    <a:pt x="539" y="3436"/>
                  </a:cubicBezTo>
                  <a:cubicBezTo>
                    <a:pt x="437" y="4716"/>
                    <a:pt x="256" y="5992"/>
                    <a:pt x="0" y="7251"/>
                  </a:cubicBezTo>
                  <a:cubicBezTo>
                    <a:pt x="21" y="7266"/>
                    <a:pt x="42" y="7273"/>
                    <a:pt x="64" y="7273"/>
                  </a:cubicBezTo>
                  <a:cubicBezTo>
                    <a:pt x="77" y="7273"/>
                    <a:pt x="90" y="7270"/>
                    <a:pt x="103" y="7265"/>
                  </a:cubicBezTo>
                  <a:cubicBezTo>
                    <a:pt x="316" y="6223"/>
                    <a:pt x="476" y="5169"/>
                    <a:pt x="581" y="4109"/>
                  </a:cubicBezTo>
                  <a:cubicBezTo>
                    <a:pt x="719" y="2744"/>
                    <a:pt x="769" y="1372"/>
                    <a:pt x="7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35"/>
            <p:cNvSpPr/>
            <p:nvPr/>
          </p:nvSpPr>
          <p:spPr>
            <a:xfrm>
              <a:off x="4826450" y="640075"/>
              <a:ext cx="86325" cy="177525"/>
            </a:xfrm>
            <a:custGeom>
              <a:avLst/>
              <a:gdLst/>
              <a:ahLst/>
              <a:cxnLst/>
              <a:rect l="l" t="t" r="r" b="b"/>
              <a:pathLst>
                <a:path w="3453" h="7101" extrusionOk="0">
                  <a:moveTo>
                    <a:pt x="1784" y="1"/>
                  </a:moveTo>
                  <a:cubicBezTo>
                    <a:pt x="1222" y="1"/>
                    <a:pt x="672" y="314"/>
                    <a:pt x="374" y="790"/>
                  </a:cubicBezTo>
                  <a:cubicBezTo>
                    <a:pt x="22" y="1350"/>
                    <a:pt x="21" y="2053"/>
                    <a:pt x="29" y="2715"/>
                  </a:cubicBezTo>
                  <a:cubicBezTo>
                    <a:pt x="43" y="3648"/>
                    <a:pt x="57" y="4578"/>
                    <a:pt x="70" y="5511"/>
                  </a:cubicBezTo>
                  <a:cubicBezTo>
                    <a:pt x="75" y="5887"/>
                    <a:pt x="0" y="6549"/>
                    <a:pt x="90" y="6912"/>
                  </a:cubicBezTo>
                  <a:cubicBezTo>
                    <a:pt x="109" y="6988"/>
                    <a:pt x="135" y="7039"/>
                    <a:pt x="165" y="7067"/>
                  </a:cubicBezTo>
                  <a:cubicBezTo>
                    <a:pt x="188" y="7090"/>
                    <a:pt x="215" y="7100"/>
                    <a:pt x="243" y="7100"/>
                  </a:cubicBezTo>
                  <a:cubicBezTo>
                    <a:pt x="250" y="7100"/>
                    <a:pt x="257" y="7100"/>
                    <a:pt x="264" y="7099"/>
                  </a:cubicBezTo>
                  <a:cubicBezTo>
                    <a:pt x="414" y="7074"/>
                    <a:pt x="616" y="6808"/>
                    <a:pt x="780" y="6635"/>
                  </a:cubicBezTo>
                  <a:cubicBezTo>
                    <a:pt x="1844" y="5538"/>
                    <a:pt x="2658" y="4198"/>
                    <a:pt x="3130" y="2745"/>
                  </a:cubicBezTo>
                  <a:cubicBezTo>
                    <a:pt x="3319" y="2162"/>
                    <a:pt x="3452" y="1517"/>
                    <a:pt x="3220" y="950"/>
                  </a:cubicBezTo>
                  <a:cubicBezTo>
                    <a:pt x="3021" y="467"/>
                    <a:pt x="2556" y="114"/>
                    <a:pt x="2043" y="23"/>
                  </a:cubicBezTo>
                  <a:cubicBezTo>
                    <a:pt x="2008" y="17"/>
                    <a:pt x="1973" y="12"/>
                    <a:pt x="1938" y="10"/>
                  </a:cubicBezTo>
                  <a:cubicBezTo>
                    <a:pt x="1910" y="7"/>
                    <a:pt x="1881" y="5"/>
                    <a:pt x="1852" y="3"/>
                  </a:cubicBezTo>
                  <a:cubicBezTo>
                    <a:pt x="1830" y="2"/>
                    <a:pt x="1807" y="1"/>
                    <a:pt x="1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35"/>
            <p:cNvSpPr/>
            <p:nvPr/>
          </p:nvSpPr>
          <p:spPr>
            <a:xfrm>
              <a:off x="4830575" y="640325"/>
              <a:ext cx="47000" cy="177275"/>
            </a:xfrm>
            <a:custGeom>
              <a:avLst/>
              <a:gdLst/>
              <a:ahLst/>
              <a:cxnLst/>
              <a:rect l="l" t="t" r="r" b="b"/>
              <a:pathLst>
                <a:path w="1880" h="7091" extrusionOk="0">
                  <a:moveTo>
                    <a:pt x="1775" y="1"/>
                  </a:moveTo>
                  <a:cubicBezTo>
                    <a:pt x="1627" y="1135"/>
                    <a:pt x="1415" y="2263"/>
                    <a:pt x="1143" y="3375"/>
                  </a:cubicBezTo>
                  <a:cubicBezTo>
                    <a:pt x="837" y="4624"/>
                    <a:pt x="454" y="5854"/>
                    <a:pt x="0" y="7057"/>
                  </a:cubicBezTo>
                  <a:cubicBezTo>
                    <a:pt x="23" y="7080"/>
                    <a:pt x="50" y="7090"/>
                    <a:pt x="78" y="7090"/>
                  </a:cubicBezTo>
                  <a:cubicBezTo>
                    <a:pt x="85" y="7090"/>
                    <a:pt x="92" y="7090"/>
                    <a:pt x="99" y="7089"/>
                  </a:cubicBezTo>
                  <a:cubicBezTo>
                    <a:pt x="476" y="6093"/>
                    <a:pt x="802" y="5077"/>
                    <a:pt x="1079" y="4047"/>
                  </a:cubicBezTo>
                  <a:cubicBezTo>
                    <a:pt x="1432" y="2721"/>
                    <a:pt x="1700" y="1374"/>
                    <a:pt x="1879" y="15"/>
                  </a:cubicBezTo>
                  <a:cubicBezTo>
                    <a:pt x="1844" y="8"/>
                    <a:pt x="1809" y="3"/>
                    <a:pt x="1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5"/>
            <p:cNvSpPr/>
            <p:nvPr/>
          </p:nvSpPr>
          <p:spPr>
            <a:xfrm>
              <a:off x="4463600" y="498550"/>
              <a:ext cx="185400" cy="82950"/>
            </a:xfrm>
            <a:custGeom>
              <a:avLst/>
              <a:gdLst/>
              <a:ahLst/>
              <a:cxnLst/>
              <a:rect l="l" t="t" r="r" b="b"/>
              <a:pathLst>
                <a:path w="7416" h="3318" extrusionOk="0">
                  <a:moveTo>
                    <a:pt x="1795" y="0"/>
                  </a:moveTo>
                  <a:cubicBezTo>
                    <a:pt x="1652" y="0"/>
                    <a:pt x="1509" y="14"/>
                    <a:pt x="1367" y="46"/>
                  </a:cubicBezTo>
                  <a:cubicBezTo>
                    <a:pt x="792" y="176"/>
                    <a:pt x="296" y="624"/>
                    <a:pt x="127" y="1188"/>
                  </a:cubicBezTo>
                  <a:cubicBezTo>
                    <a:pt x="119" y="1217"/>
                    <a:pt x="111" y="1245"/>
                    <a:pt x="105" y="1271"/>
                  </a:cubicBezTo>
                  <a:cubicBezTo>
                    <a:pt x="96" y="1305"/>
                    <a:pt x="90" y="1341"/>
                    <a:pt x="85" y="1375"/>
                  </a:cubicBezTo>
                  <a:cubicBezTo>
                    <a:pt x="0" y="1893"/>
                    <a:pt x="181" y="2452"/>
                    <a:pt x="573" y="2802"/>
                  </a:cubicBezTo>
                  <a:cubicBezTo>
                    <a:pt x="1033" y="3211"/>
                    <a:pt x="1689" y="3299"/>
                    <a:pt x="2307" y="3315"/>
                  </a:cubicBezTo>
                  <a:cubicBezTo>
                    <a:pt x="2382" y="3316"/>
                    <a:pt x="2457" y="3317"/>
                    <a:pt x="2532" y="3317"/>
                  </a:cubicBezTo>
                  <a:cubicBezTo>
                    <a:pt x="3995" y="3317"/>
                    <a:pt x="5456" y="2993"/>
                    <a:pt x="6783" y="2380"/>
                  </a:cubicBezTo>
                  <a:cubicBezTo>
                    <a:pt x="7001" y="2282"/>
                    <a:pt x="7322" y="2180"/>
                    <a:pt x="7394" y="2044"/>
                  </a:cubicBezTo>
                  <a:cubicBezTo>
                    <a:pt x="7412" y="2012"/>
                    <a:pt x="7416" y="1977"/>
                    <a:pt x="7397" y="1940"/>
                  </a:cubicBezTo>
                  <a:cubicBezTo>
                    <a:pt x="7381" y="1903"/>
                    <a:pt x="7342" y="1862"/>
                    <a:pt x="7276" y="1817"/>
                  </a:cubicBezTo>
                  <a:cubicBezTo>
                    <a:pt x="6959" y="1610"/>
                    <a:pt x="6306" y="1462"/>
                    <a:pt x="5952" y="1332"/>
                  </a:cubicBezTo>
                  <a:cubicBezTo>
                    <a:pt x="5071" y="1008"/>
                    <a:pt x="4191" y="684"/>
                    <a:pt x="3310" y="361"/>
                  </a:cubicBezTo>
                  <a:cubicBezTo>
                    <a:pt x="2821" y="181"/>
                    <a:pt x="2307" y="0"/>
                    <a:pt x="1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35"/>
            <p:cNvSpPr/>
            <p:nvPr/>
          </p:nvSpPr>
          <p:spPr>
            <a:xfrm>
              <a:off x="4465700" y="530400"/>
              <a:ext cx="183300" cy="19525"/>
            </a:xfrm>
            <a:custGeom>
              <a:avLst/>
              <a:gdLst/>
              <a:ahLst/>
              <a:cxnLst/>
              <a:rect l="l" t="t" r="r" b="b"/>
              <a:pathLst>
                <a:path w="7332" h="781" extrusionOk="0">
                  <a:moveTo>
                    <a:pt x="21" y="0"/>
                  </a:moveTo>
                  <a:cubicBezTo>
                    <a:pt x="12" y="34"/>
                    <a:pt x="6" y="69"/>
                    <a:pt x="1" y="104"/>
                  </a:cubicBezTo>
                  <a:cubicBezTo>
                    <a:pt x="1352" y="386"/>
                    <a:pt x="2720" y="580"/>
                    <a:pt x="4098" y="687"/>
                  </a:cubicBezTo>
                  <a:cubicBezTo>
                    <a:pt x="4904" y="749"/>
                    <a:pt x="5713" y="780"/>
                    <a:pt x="6522" y="780"/>
                  </a:cubicBezTo>
                  <a:cubicBezTo>
                    <a:pt x="6785" y="780"/>
                    <a:pt x="7048" y="777"/>
                    <a:pt x="7310" y="770"/>
                  </a:cubicBezTo>
                  <a:cubicBezTo>
                    <a:pt x="7328" y="738"/>
                    <a:pt x="7332" y="703"/>
                    <a:pt x="7313" y="666"/>
                  </a:cubicBezTo>
                  <a:lnTo>
                    <a:pt x="7313" y="666"/>
                  </a:lnTo>
                  <a:cubicBezTo>
                    <a:pt x="7056" y="672"/>
                    <a:pt x="6798" y="675"/>
                    <a:pt x="6541" y="675"/>
                  </a:cubicBezTo>
                  <a:cubicBezTo>
                    <a:pt x="5505" y="675"/>
                    <a:pt x="4469" y="625"/>
                    <a:pt x="3437" y="524"/>
                  </a:cubicBezTo>
                  <a:cubicBezTo>
                    <a:pt x="2291" y="412"/>
                    <a:pt x="1149" y="237"/>
                    <a:pt x="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5"/>
            <p:cNvSpPr/>
            <p:nvPr/>
          </p:nvSpPr>
          <p:spPr>
            <a:xfrm>
              <a:off x="4529750" y="585700"/>
              <a:ext cx="182950" cy="81375"/>
            </a:xfrm>
            <a:custGeom>
              <a:avLst/>
              <a:gdLst/>
              <a:ahLst/>
              <a:cxnLst/>
              <a:rect l="l" t="t" r="r" b="b"/>
              <a:pathLst>
                <a:path w="7318" h="3255" extrusionOk="0">
                  <a:moveTo>
                    <a:pt x="1837" y="1"/>
                  </a:moveTo>
                  <a:cubicBezTo>
                    <a:pt x="1589" y="1"/>
                    <a:pt x="1344" y="34"/>
                    <a:pt x="1110" y="121"/>
                  </a:cubicBezTo>
                  <a:cubicBezTo>
                    <a:pt x="559" y="323"/>
                    <a:pt x="129" y="828"/>
                    <a:pt x="34" y="1406"/>
                  </a:cubicBezTo>
                  <a:cubicBezTo>
                    <a:pt x="29" y="1434"/>
                    <a:pt x="26" y="1463"/>
                    <a:pt x="23" y="1491"/>
                  </a:cubicBezTo>
                  <a:cubicBezTo>
                    <a:pt x="19" y="1526"/>
                    <a:pt x="17" y="1561"/>
                    <a:pt x="17" y="1597"/>
                  </a:cubicBezTo>
                  <a:cubicBezTo>
                    <a:pt x="0" y="2118"/>
                    <a:pt x="249" y="2645"/>
                    <a:pt x="679" y="2939"/>
                  </a:cubicBezTo>
                  <a:cubicBezTo>
                    <a:pt x="1035" y="3182"/>
                    <a:pt x="1467" y="3255"/>
                    <a:pt x="1904" y="3255"/>
                  </a:cubicBezTo>
                  <a:cubicBezTo>
                    <a:pt x="2088" y="3255"/>
                    <a:pt x="2273" y="3242"/>
                    <a:pt x="2453" y="3223"/>
                  </a:cubicBezTo>
                  <a:cubicBezTo>
                    <a:pt x="3973" y="3060"/>
                    <a:pt x="5452" y="2542"/>
                    <a:pt x="6745" y="1727"/>
                  </a:cubicBezTo>
                  <a:cubicBezTo>
                    <a:pt x="6946" y="1598"/>
                    <a:pt x="7250" y="1455"/>
                    <a:pt x="7304" y="1314"/>
                  </a:cubicBezTo>
                  <a:cubicBezTo>
                    <a:pt x="7318" y="1281"/>
                    <a:pt x="7317" y="1244"/>
                    <a:pt x="7293" y="1211"/>
                  </a:cubicBezTo>
                  <a:cubicBezTo>
                    <a:pt x="7272" y="1176"/>
                    <a:pt x="7227" y="1140"/>
                    <a:pt x="7157" y="1106"/>
                  </a:cubicBezTo>
                  <a:cubicBezTo>
                    <a:pt x="6819" y="942"/>
                    <a:pt x="6156" y="881"/>
                    <a:pt x="5791" y="798"/>
                  </a:cubicBezTo>
                  <a:cubicBezTo>
                    <a:pt x="4881" y="592"/>
                    <a:pt x="3971" y="386"/>
                    <a:pt x="3063" y="182"/>
                  </a:cubicBezTo>
                  <a:cubicBezTo>
                    <a:pt x="2662" y="91"/>
                    <a:pt x="2245" y="1"/>
                    <a:pt x="1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35"/>
            <p:cNvSpPr/>
            <p:nvPr/>
          </p:nvSpPr>
          <p:spPr>
            <a:xfrm>
              <a:off x="4530150" y="615950"/>
              <a:ext cx="182550" cy="11975"/>
            </a:xfrm>
            <a:custGeom>
              <a:avLst/>
              <a:gdLst/>
              <a:ahLst/>
              <a:cxnLst/>
              <a:rect l="l" t="t" r="r" b="b"/>
              <a:pathLst>
                <a:path w="7302" h="479" extrusionOk="0">
                  <a:moveTo>
                    <a:pt x="7277" y="1"/>
                  </a:moveTo>
                  <a:cubicBezTo>
                    <a:pt x="6007" y="198"/>
                    <a:pt x="4724" y="317"/>
                    <a:pt x="3439" y="359"/>
                  </a:cubicBezTo>
                  <a:cubicBezTo>
                    <a:pt x="3098" y="370"/>
                    <a:pt x="2756" y="376"/>
                    <a:pt x="2415" y="376"/>
                  </a:cubicBezTo>
                  <a:cubicBezTo>
                    <a:pt x="1611" y="376"/>
                    <a:pt x="807" y="344"/>
                    <a:pt x="7" y="281"/>
                  </a:cubicBezTo>
                  <a:cubicBezTo>
                    <a:pt x="3" y="316"/>
                    <a:pt x="1" y="351"/>
                    <a:pt x="1" y="387"/>
                  </a:cubicBezTo>
                  <a:cubicBezTo>
                    <a:pt x="806" y="448"/>
                    <a:pt x="1614" y="479"/>
                    <a:pt x="2422" y="479"/>
                  </a:cubicBezTo>
                  <a:cubicBezTo>
                    <a:pt x="2986" y="479"/>
                    <a:pt x="3549" y="464"/>
                    <a:pt x="4112" y="434"/>
                  </a:cubicBezTo>
                  <a:cubicBezTo>
                    <a:pt x="5175" y="377"/>
                    <a:pt x="6236" y="268"/>
                    <a:pt x="7288" y="104"/>
                  </a:cubicBezTo>
                  <a:cubicBezTo>
                    <a:pt x="7302" y="71"/>
                    <a:pt x="7301" y="34"/>
                    <a:pt x="72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35"/>
            <p:cNvSpPr/>
            <p:nvPr/>
          </p:nvSpPr>
          <p:spPr>
            <a:xfrm>
              <a:off x="4592775" y="670525"/>
              <a:ext cx="183850" cy="81550"/>
            </a:xfrm>
            <a:custGeom>
              <a:avLst/>
              <a:gdLst/>
              <a:ahLst/>
              <a:cxnLst/>
              <a:rect l="l" t="t" r="r" b="b"/>
              <a:pathLst>
                <a:path w="7354" h="3262" extrusionOk="0">
                  <a:moveTo>
                    <a:pt x="1814" y="0"/>
                  </a:moveTo>
                  <a:cubicBezTo>
                    <a:pt x="1610" y="0"/>
                    <a:pt x="1408" y="25"/>
                    <a:pt x="1211" y="87"/>
                  </a:cubicBezTo>
                  <a:cubicBezTo>
                    <a:pt x="653" y="261"/>
                    <a:pt x="195" y="743"/>
                    <a:pt x="73" y="1316"/>
                  </a:cubicBezTo>
                  <a:cubicBezTo>
                    <a:pt x="66" y="1345"/>
                    <a:pt x="61" y="1373"/>
                    <a:pt x="57" y="1402"/>
                  </a:cubicBezTo>
                  <a:cubicBezTo>
                    <a:pt x="51" y="1436"/>
                    <a:pt x="47" y="1471"/>
                    <a:pt x="45" y="1506"/>
                  </a:cubicBezTo>
                  <a:cubicBezTo>
                    <a:pt x="0" y="2026"/>
                    <a:pt x="223" y="2565"/>
                    <a:pt x="640" y="2880"/>
                  </a:cubicBezTo>
                  <a:cubicBezTo>
                    <a:pt x="1040" y="3182"/>
                    <a:pt x="1554" y="3261"/>
                    <a:pt x="2063" y="3261"/>
                  </a:cubicBezTo>
                  <a:cubicBezTo>
                    <a:pt x="2175" y="3261"/>
                    <a:pt x="2287" y="3257"/>
                    <a:pt x="2398" y="3251"/>
                  </a:cubicBezTo>
                  <a:cubicBezTo>
                    <a:pt x="3924" y="3164"/>
                    <a:pt x="5427" y="2721"/>
                    <a:pt x="6759" y="1971"/>
                  </a:cubicBezTo>
                  <a:cubicBezTo>
                    <a:pt x="6966" y="1853"/>
                    <a:pt x="7276" y="1725"/>
                    <a:pt x="7338" y="1585"/>
                  </a:cubicBezTo>
                  <a:cubicBezTo>
                    <a:pt x="7353" y="1552"/>
                    <a:pt x="7353" y="1517"/>
                    <a:pt x="7333" y="1482"/>
                  </a:cubicBezTo>
                  <a:cubicBezTo>
                    <a:pt x="7314" y="1446"/>
                    <a:pt x="7271" y="1409"/>
                    <a:pt x="7203" y="1372"/>
                  </a:cubicBezTo>
                  <a:cubicBezTo>
                    <a:pt x="6873" y="1191"/>
                    <a:pt x="6215" y="1097"/>
                    <a:pt x="5854" y="996"/>
                  </a:cubicBezTo>
                  <a:cubicBezTo>
                    <a:pt x="4956" y="746"/>
                    <a:pt x="4058" y="495"/>
                    <a:pt x="3160" y="244"/>
                  </a:cubicBezTo>
                  <a:cubicBezTo>
                    <a:pt x="2722" y="122"/>
                    <a:pt x="2263" y="0"/>
                    <a:pt x="1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35"/>
            <p:cNvSpPr/>
            <p:nvPr/>
          </p:nvSpPr>
          <p:spPr>
            <a:xfrm>
              <a:off x="4593875" y="705500"/>
              <a:ext cx="182750" cy="8975"/>
            </a:xfrm>
            <a:custGeom>
              <a:avLst/>
              <a:gdLst/>
              <a:ahLst/>
              <a:cxnLst/>
              <a:rect l="l" t="t" r="r" b="b"/>
              <a:pathLst>
                <a:path w="7310" h="359" extrusionOk="0">
                  <a:moveTo>
                    <a:pt x="13" y="1"/>
                  </a:moveTo>
                  <a:cubicBezTo>
                    <a:pt x="7" y="36"/>
                    <a:pt x="3" y="71"/>
                    <a:pt x="1" y="106"/>
                  </a:cubicBezTo>
                  <a:cubicBezTo>
                    <a:pt x="1338" y="275"/>
                    <a:pt x="2682" y="359"/>
                    <a:pt x="4030" y="359"/>
                  </a:cubicBezTo>
                  <a:cubicBezTo>
                    <a:pt x="4055" y="359"/>
                    <a:pt x="4079" y="359"/>
                    <a:pt x="4104" y="359"/>
                  </a:cubicBezTo>
                  <a:cubicBezTo>
                    <a:pt x="5170" y="355"/>
                    <a:pt x="6235" y="299"/>
                    <a:pt x="7294" y="186"/>
                  </a:cubicBezTo>
                  <a:cubicBezTo>
                    <a:pt x="7309" y="153"/>
                    <a:pt x="7309" y="118"/>
                    <a:pt x="7289" y="83"/>
                  </a:cubicBezTo>
                  <a:cubicBezTo>
                    <a:pt x="6190" y="198"/>
                    <a:pt x="5083" y="255"/>
                    <a:pt x="3978" y="255"/>
                  </a:cubicBezTo>
                  <a:cubicBezTo>
                    <a:pt x="3798" y="255"/>
                    <a:pt x="3618" y="253"/>
                    <a:pt x="3438" y="250"/>
                  </a:cubicBezTo>
                  <a:cubicBezTo>
                    <a:pt x="2293" y="231"/>
                    <a:pt x="1148" y="147"/>
                    <a:pt x="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35"/>
            <p:cNvSpPr/>
            <p:nvPr/>
          </p:nvSpPr>
          <p:spPr>
            <a:xfrm>
              <a:off x="4658000" y="754900"/>
              <a:ext cx="179700" cy="91050"/>
            </a:xfrm>
            <a:custGeom>
              <a:avLst/>
              <a:gdLst/>
              <a:ahLst/>
              <a:cxnLst/>
              <a:rect l="l" t="t" r="r" b="b"/>
              <a:pathLst>
                <a:path w="7188" h="3642" extrusionOk="0">
                  <a:moveTo>
                    <a:pt x="1732" y="1"/>
                  </a:moveTo>
                  <a:cubicBezTo>
                    <a:pt x="1725" y="1"/>
                    <a:pt x="1718" y="1"/>
                    <a:pt x="1710" y="1"/>
                  </a:cubicBezTo>
                  <a:cubicBezTo>
                    <a:pt x="1125" y="9"/>
                    <a:pt x="551" y="341"/>
                    <a:pt x="270" y="855"/>
                  </a:cubicBezTo>
                  <a:cubicBezTo>
                    <a:pt x="255" y="881"/>
                    <a:pt x="243" y="907"/>
                    <a:pt x="231" y="933"/>
                  </a:cubicBezTo>
                  <a:cubicBezTo>
                    <a:pt x="215" y="964"/>
                    <a:pt x="201" y="996"/>
                    <a:pt x="189" y="1030"/>
                  </a:cubicBezTo>
                  <a:cubicBezTo>
                    <a:pt x="0" y="1515"/>
                    <a:pt x="59" y="2096"/>
                    <a:pt x="369" y="2517"/>
                  </a:cubicBezTo>
                  <a:cubicBezTo>
                    <a:pt x="731" y="3009"/>
                    <a:pt x="1352" y="3231"/>
                    <a:pt x="1947" y="3375"/>
                  </a:cubicBezTo>
                  <a:cubicBezTo>
                    <a:pt x="2701" y="3553"/>
                    <a:pt x="3475" y="3642"/>
                    <a:pt x="4250" y="3642"/>
                  </a:cubicBezTo>
                  <a:cubicBezTo>
                    <a:pt x="5004" y="3642"/>
                    <a:pt x="5757" y="3558"/>
                    <a:pt x="6491" y="3391"/>
                  </a:cubicBezTo>
                  <a:cubicBezTo>
                    <a:pt x="6721" y="3337"/>
                    <a:pt x="7055" y="3303"/>
                    <a:pt x="7153" y="3188"/>
                  </a:cubicBezTo>
                  <a:cubicBezTo>
                    <a:pt x="7178" y="3161"/>
                    <a:pt x="7188" y="3127"/>
                    <a:pt x="7179" y="3087"/>
                  </a:cubicBezTo>
                  <a:cubicBezTo>
                    <a:pt x="7169" y="3047"/>
                    <a:pt x="7141" y="2999"/>
                    <a:pt x="7086" y="2942"/>
                  </a:cubicBezTo>
                  <a:cubicBezTo>
                    <a:pt x="6822" y="2676"/>
                    <a:pt x="6217" y="2397"/>
                    <a:pt x="5900" y="2198"/>
                  </a:cubicBezTo>
                  <a:cubicBezTo>
                    <a:pt x="5111" y="1702"/>
                    <a:pt x="4323" y="1205"/>
                    <a:pt x="3534" y="708"/>
                  </a:cubicBezTo>
                  <a:cubicBezTo>
                    <a:pt x="2980" y="360"/>
                    <a:pt x="2386" y="1"/>
                    <a:pt x="17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35"/>
            <p:cNvSpPr/>
            <p:nvPr/>
          </p:nvSpPr>
          <p:spPr>
            <a:xfrm>
              <a:off x="4662650" y="778200"/>
              <a:ext cx="175050" cy="56400"/>
            </a:xfrm>
            <a:custGeom>
              <a:avLst/>
              <a:gdLst/>
              <a:ahLst/>
              <a:cxnLst/>
              <a:rect l="l" t="t" r="r" b="b"/>
              <a:pathLst>
                <a:path w="7002" h="2256" extrusionOk="0">
                  <a:moveTo>
                    <a:pt x="42" y="1"/>
                  </a:moveTo>
                  <a:cubicBezTo>
                    <a:pt x="27" y="32"/>
                    <a:pt x="12" y="64"/>
                    <a:pt x="1" y="98"/>
                  </a:cubicBezTo>
                  <a:cubicBezTo>
                    <a:pt x="1255" y="651"/>
                    <a:pt x="2546" y="1123"/>
                    <a:pt x="3862" y="1510"/>
                  </a:cubicBezTo>
                  <a:cubicBezTo>
                    <a:pt x="4883" y="1811"/>
                    <a:pt x="5920" y="2061"/>
                    <a:pt x="6967" y="2256"/>
                  </a:cubicBezTo>
                  <a:cubicBezTo>
                    <a:pt x="6992" y="2229"/>
                    <a:pt x="7002" y="2195"/>
                    <a:pt x="6993" y="2155"/>
                  </a:cubicBezTo>
                  <a:cubicBezTo>
                    <a:pt x="5730" y="1917"/>
                    <a:pt x="4480" y="1605"/>
                    <a:pt x="3255" y="1215"/>
                  </a:cubicBezTo>
                  <a:cubicBezTo>
                    <a:pt x="2163" y="870"/>
                    <a:pt x="1090" y="464"/>
                    <a:pt x="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5" name="Google Shape;2125;p35"/>
          <p:cNvGrpSpPr/>
          <p:nvPr/>
        </p:nvGrpSpPr>
        <p:grpSpPr>
          <a:xfrm rot="-514551" flipH="1">
            <a:off x="6585751" y="2764154"/>
            <a:ext cx="1313351" cy="1102436"/>
            <a:chOff x="4980800" y="405075"/>
            <a:chExt cx="402725" cy="338050"/>
          </a:xfrm>
        </p:grpSpPr>
        <p:sp>
          <p:nvSpPr>
            <p:cNvPr id="2126" name="Google Shape;2126;p35"/>
            <p:cNvSpPr/>
            <p:nvPr/>
          </p:nvSpPr>
          <p:spPr>
            <a:xfrm>
              <a:off x="4980800" y="405075"/>
              <a:ext cx="402675" cy="338050"/>
            </a:xfrm>
            <a:custGeom>
              <a:avLst/>
              <a:gdLst/>
              <a:ahLst/>
              <a:cxnLst/>
              <a:rect l="l" t="t" r="r" b="b"/>
              <a:pathLst>
                <a:path w="16107" h="13522" extrusionOk="0">
                  <a:moveTo>
                    <a:pt x="16107" y="0"/>
                  </a:moveTo>
                  <a:cubicBezTo>
                    <a:pt x="16106" y="1"/>
                    <a:pt x="16106" y="1"/>
                    <a:pt x="16106" y="2"/>
                  </a:cubicBezTo>
                  <a:lnTo>
                    <a:pt x="16107" y="2"/>
                  </a:lnTo>
                  <a:lnTo>
                    <a:pt x="16107" y="0"/>
                  </a:lnTo>
                  <a:close/>
                  <a:moveTo>
                    <a:pt x="16050" y="2"/>
                  </a:moveTo>
                  <a:cubicBezTo>
                    <a:pt x="14593" y="3"/>
                    <a:pt x="13150" y="181"/>
                    <a:pt x="11745" y="518"/>
                  </a:cubicBezTo>
                  <a:cubicBezTo>
                    <a:pt x="11685" y="532"/>
                    <a:pt x="11624" y="547"/>
                    <a:pt x="11564" y="562"/>
                  </a:cubicBezTo>
                  <a:cubicBezTo>
                    <a:pt x="10597" y="803"/>
                    <a:pt x="9648" y="1122"/>
                    <a:pt x="8726" y="1511"/>
                  </a:cubicBezTo>
                  <a:cubicBezTo>
                    <a:pt x="8669" y="1536"/>
                    <a:pt x="8615" y="1560"/>
                    <a:pt x="8558" y="1584"/>
                  </a:cubicBezTo>
                  <a:cubicBezTo>
                    <a:pt x="7598" y="1999"/>
                    <a:pt x="6667" y="2491"/>
                    <a:pt x="5779" y="3057"/>
                  </a:cubicBezTo>
                  <a:cubicBezTo>
                    <a:pt x="5867" y="2636"/>
                    <a:pt x="5955" y="2233"/>
                    <a:pt x="6046" y="1813"/>
                  </a:cubicBezTo>
                  <a:lnTo>
                    <a:pt x="6046" y="1813"/>
                  </a:lnTo>
                  <a:cubicBezTo>
                    <a:pt x="5611" y="2054"/>
                    <a:pt x="5205" y="2334"/>
                    <a:pt x="4830" y="2649"/>
                  </a:cubicBezTo>
                  <a:cubicBezTo>
                    <a:pt x="4773" y="2696"/>
                    <a:pt x="4717" y="2745"/>
                    <a:pt x="4662" y="2795"/>
                  </a:cubicBezTo>
                  <a:cubicBezTo>
                    <a:pt x="3828" y="3537"/>
                    <a:pt x="3168" y="4458"/>
                    <a:pt x="2723" y="5505"/>
                  </a:cubicBezTo>
                  <a:cubicBezTo>
                    <a:pt x="2745" y="5085"/>
                    <a:pt x="2756" y="4657"/>
                    <a:pt x="2779" y="4238"/>
                  </a:cubicBezTo>
                  <a:lnTo>
                    <a:pt x="2779" y="4238"/>
                  </a:lnTo>
                  <a:cubicBezTo>
                    <a:pt x="2223" y="5036"/>
                    <a:pt x="1750" y="5890"/>
                    <a:pt x="1362" y="6779"/>
                  </a:cubicBezTo>
                  <a:cubicBezTo>
                    <a:pt x="1308" y="6904"/>
                    <a:pt x="1253" y="7031"/>
                    <a:pt x="1205" y="7157"/>
                  </a:cubicBezTo>
                  <a:cubicBezTo>
                    <a:pt x="386" y="9167"/>
                    <a:pt x="0" y="11352"/>
                    <a:pt x="93" y="13521"/>
                  </a:cubicBezTo>
                  <a:cubicBezTo>
                    <a:pt x="119" y="13518"/>
                    <a:pt x="145" y="13514"/>
                    <a:pt x="171" y="13511"/>
                  </a:cubicBezTo>
                  <a:cubicBezTo>
                    <a:pt x="235" y="13503"/>
                    <a:pt x="299" y="13495"/>
                    <a:pt x="364" y="13487"/>
                  </a:cubicBezTo>
                  <a:cubicBezTo>
                    <a:pt x="3759" y="13048"/>
                    <a:pt x="7245" y="12167"/>
                    <a:pt x="10197" y="10444"/>
                  </a:cubicBezTo>
                  <a:cubicBezTo>
                    <a:pt x="10279" y="10396"/>
                    <a:pt x="10364" y="10348"/>
                    <a:pt x="10446" y="10296"/>
                  </a:cubicBezTo>
                  <a:cubicBezTo>
                    <a:pt x="10866" y="10041"/>
                    <a:pt x="11274" y="9771"/>
                    <a:pt x="11669" y="9481"/>
                  </a:cubicBezTo>
                  <a:lnTo>
                    <a:pt x="11669" y="9481"/>
                  </a:lnTo>
                  <a:cubicBezTo>
                    <a:pt x="11150" y="9553"/>
                    <a:pt x="10752" y="9610"/>
                    <a:pt x="10276" y="9612"/>
                  </a:cubicBezTo>
                  <a:cubicBezTo>
                    <a:pt x="11363" y="8880"/>
                    <a:pt x="12304" y="7935"/>
                    <a:pt x="13035" y="6850"/>
                  </a:cubicBezTo>
                  <a:cubicBezTo>
                    <a:pt x="13070" y="6799"/>
                    <a:pt x="13105" y="6748"/>
                    <a:pt x="13137" y="6697"/>
                  </a:cubicBezTo>
                  <a:cubicBezTo>
                    <a:pt x="13437" y="6232"/>
                    <a:pt x="13699" y="5745"/>
                    <a:pt x="13921" y="5239"/>
                  </a:cubicBezTo>
                  <a:lnTo>
                    <a:pt x="13921" y="5239"/>
                  </a:lnTo>
                  <a:cubicBezTo>
                    <a:pt x="13568" y="5439"/>
                    <a:pt x="13238" y="5583"/>
                    <a:pt x="12884" y="5783"/>
                  </a:cubicBezTo>
                  <a:cubicBezTo>
                    <a:pt x="13256" y="5110"/>
                    <a:pt x="13630" y="4443"/>
                    <a:pt x="14000" y="3777"/>
                  </a:cubicBezTo>
                  <a:cubicBezTo>
                    <a:pt x="14029" y="3726"/>
                    <a:pt x="14059" y="3676"/>
                    <a:pt x="14086" y="3624"/>
                  </a:cubicBezTo>
                  <a:cubicBezTo>
                    <a:pt x="14725" y="2479"/>
                    <a:pt x="15362" y="1340"/>
                    <a:pt x="16006" y="183"/>
                  </a:cubicBezTo>
                  <a:cubicBezTo>
                    <a:pt x="16039" y="124"/>
                    <a:pt x="16072" y="63"/>
                    <a:pt x="16106" y="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35"/>
            <p:cNvSpPr/>
            <p:nvPr/>
          </p:nvSpPr>
          <p:spPr>
            <a:xfrm>
              <a:off x="4985050" y="405075"/>
              <a:ext cx="398475" cy="337775"/>
            </a:xfrm>
            <a:custGeom>
              <a:avLst/>
              <a:gdLst/>
              <a:ahLst/>
              <a:cxnLst/>
              <a:rect l="l" t="t" r="r" b="b"/>
              <a:pathLst>
                <a:path w="15939" h="13511" extrusionOk="0">
                  <a:moveTo>
                    <a:pt x="15883" y="0"/>
                  </a:moveTo>
                  <a:cubicBezTo>
                    <a:pt x="15071" y="373"/>
                    <a:pt x="14271" y="775"/>
                    <a:pt x="13487" y="1206"/>
                  </a:cubicBezTo>
                  <a:cubicBezTo>
                    <a:pt x="12543" y="1723"/>
                    <a:pt x="11624" y="2285"/>
                    <a:pt x="10726" y="2878"/>
                  </a:cubicBezTo>
                  <a:cubicBezTo>
                    <a:pt x="10953" y="2072"/>
                    <a:pt x="11237" y="1283"/>
                    <a:pt x="11578" y="516"/>
                  </a:cubicBezTo>
                  <a:lnTo>
                    <a:pt x="11578" y="516"/>
                  </a:lnTo>
                  <a:cubicBezTo>
                    <a:pt x="11517" y="530"/>
                    <a:pt x="11456" y="546"/>
                    <a:pt x="11397" y="561"/>
                  </a:cubicBezTo>
                  <a:cubicBezTo>
                    <a:pt x="11061" y="1331"/>
                    <a:pt x="10780" y="2125"/>
                    <a:pt x="10557" y="2936"/>
                  </a:cubicBezTo>
                  <a:cubicBezTo>
                    <a:pt x="10552" y="2955"/>
                    <a:pt x="10555" y="2971"/>
                    <a:pt x="10561" y="2985"/>
                  </a:cubicBezTo>
                  <a:cubicBezTo>
                    <a:pt x="10242" y="3198"/>
                    <a:pt x="9927" y="3418"/>
                    <a:pt x="9614" y="3641"/>
                  </a:cubicBezTo>
                  <a:cubicBezTo>
                    <a:pt x="8992" y="4086"/>
                    <a:pt x="8384" y="4549"/>
                    <a:pt x="7786" y="5030"/>
                  </a:cubicBezTo>
                  <a:cubicBezTo>
                    <a:pt x="7998" y="3847"/>
                    <a:pt x="8256" y="2672"/>
                    <a:pt x="8559" y="1510"/>
                  </a:cubicBezTo>
                  <a:lnTo>
                    <a:pt x="8559" y="1510"/>
                  </a:lnTo>
                  <a:cubicBezTo>
                    <a:pt x="8502" y="1535"/>
                    <a:pt x="8447" y="1558"/>
                    <a:pt x="8390" y="1583"/>
                  </a:cubicBezTo>
                  <a:cubicBezTo>
                    <a:pt x="8192" y="2347"/>
                    <a:pt x="8013" y="3115"/>
                    <a:pt x="7856" y="3888"/>
                  </a:cubicBezTo>
                  <a:cubicBezTo>
                    <a:pt x="7776" y="4281"/>
                    <a:pt x="7699" y="4677"/>
                    <a:pt x="7630" y="5071"/>
                  </a:cubicBezTo>
                  <a:cubicBezTo>
                    <a:pt x="7625" y="5100"/>
                    <a:pt x="7637" y="5124"/>
                    <a:pt x="7655" y="5139"/>
                  </a:cubicBezTo>
                  <a:cubicBezTo>
                    <a:pt x="7104" y="5587"/>
                    <a:pt x="6566" y="6048"/>
                    <a:pt x="6041" y="6525"/>
                  </a:cubicBezTo>
                  <a:cubicBezTo>
                    <a:pt x="5582" y="6944"/>
                    <a:pt x="5133" y="7377"/>
                    <a:pt x="4694" y="7815"/>
                  </a:cubicBezTo>
                  <a:cubicBezTo>
                    <a:pt x="4410" y="6155"/>
                    <a:pt x="4391" y="4448"/>
                    <a:pt x="4640" y="2781"/>
                  </a:cubicBezTo>
                  <a:cubicBezTo>
                    <a:pt x="4648" y="2737"/>
                    <a:pt x="4653" y="2693"/>
                    <a:pt x="4662" y="2647"/>
                  </a:cubicBezTo>
                  <a:lnTo>
                    <a:pt x="4662" y="2647"/>
                  </a:lnTo>
                  <a:cubicBezTo>
                    <a:pt x="4606" y="2694"/>
                    <a:pt x="4548" y="2744"/>
                    <a:pt x="4493" y="2794"/>
                  </a:cubicBezTo>
                  <a:cubicBezTo>
                    <a:pt x="4313" y="4011"/>
                    <a:pt x="4273" y="5252"/>
                    <a:pt x="4376" y="6480"/>
                  </a:cubicBezTo>
                  <a:cubicBezTo>
                    <a:pt x="4418" y="6965"/>
                    <a:pt x="4482" y="7446"/>
                    <a:pt x="4566" y="7926"/>
                  </a:cubicBezTo>
                  <a:cubicBezTo>
                    <a:pt x="4566" y="7930"/>
                    <a:pt x="4569" y="7935"/>
                    <a:pt x="4570" y="7939"/>
                  </a:cubicBezTo>
                  <a:cubicBezTo>
                    <a:pt x="3977" y="8540"/>
                    <a:pt x="3399" y="9158"/>
                    <a:pt x="2844" y="9797"/>
                  </a:cubicBezTo>
                  <a:cubicBezTo>
                    <a:pt x="2400" y="10309"/>
                    <a:pt x="1971" y="10834"/>
                    <a:pt x="1556" y="11370"/>
                  </a:cubicBezTo>
                  <a:cubicBezTo>
                    <a:pt x="1247" y="9861"/>
                    <a:pt x="1125" y="8316"/>
                    <a:pt x="1192" y="6779"/>
                  </a:cubicBezTo>
                  <a:lnTo>
                    <a:pt x="1192" y="6779"/>
                  </a:lnTo>
                  <a:cubicBezTo>
                    <a:pt x="1138" y="6904"/>
                    <a:pt x="1083" y="7031"/>
                    <a:pt x="1035" y="7157"/>
                  </a:cubicBezTo>
                  <a:cubicBezTo>
                    <a:pt x="1012" y="8068"/>
                    <a:pt x="1057" y="8978"/>
                    <a:pt x="1166" y="9883"/>
                  </a:cubicBezTo>
                  <a:cubicBezTo>
                    <a:pt x="1232" y="10428"/>
                    <a:pt x="1322" y="10972"/>
                    <a:pt x="1434" y="11510"/>
                  </a:cubicBezTo>
                  <a:cubicBezTo>
                    <a:pt x="1434" y="11515"/>
                    <a:pt x="1437" y="11516"/>
                    <a:pt x="1437" y="11519"/>
                  </a:cubicBezTo>
                  <a:cubicBezTo>
                    <a:pt x="958" y="12141"/>
                    <a:pt x="496" y="12778"/>
                    <a:pt x="58" y="13428"/>
                  </a:cubicBezTo>
                  <a:lnTo>
                    <a:pt x="1" y="13511"/>
                  </a:lnTo>
                  <a:cubicBezTo>
                    <a:pt x="65" y="13503"/>
                    <a:pt x="129" y="13495"/>
                    <a:pt x="194" y="13487"/>
                  </a:cubicBezTo>
                  <a:cubicBezTo>
                    <a:pt x="938" y="12386"/>
                    <a:pt x="1740" y="11325"/>
                    <a:pt x="2596" y="10310"/>
                  </a:cubicBezTo>
                  <a:cubicBezTo>
                    <a:pt x="2658" y="10237"/>
                    <a:pt x="2722" y="10168"/>
                    <a:pt x="2784" y="10095"/>
                  </a:cubicBezTo>
                  <a:cubicBezTo>
                    <a:pt x="2790" y="10100"/>
                    <a:pt x="2799" y="10102"/>
                    <a:pt x="2808" y="10103"/>
                  </a:cubicBezTo>
                  <a:cubicBezTo>
                    <a:pt x="4195" y="10234"/>
                    <a:pt x="5586" y="10327"/>
                    <a:pt x="6977" y="10382"/>
                  </a:cubicBezTo>
                  <a:cubicBezTo>
                    <a:pt x="7993" y="10422"/>
                    <a:pt x="9010" y="10444"/>
                    <a:pt x="10027" y="10446"/>
                  </a:cubicBezTo>
                  <a:cubicBezTo>
                    <a:pt x="10109" y="10397"/>
                    <a:pt x="10194" y="10349"/>
                    <a:pt x="10275" y="10297"/>
                  </a:cubicBezTo>
                  <a:lnTo>
                    <a:pt x="10275" y="10297"/>
                  </a:lnTo>
                  <a:cubicBezTo>
                    <a:pt x="10155" y="10298"/>
                    <a:pt x="10034" y="10298"/>
                    <a:pt x="9913" y="10298"/>
                  </a:cubicBezTo>
                  <a:cubicBezTo>
                    <a:pt x="9718" y="10298"/>
                    <a:pt x="9523" y="10298"/>
                    <a:pt x="9328" y="10296"/>
                  </a:cubicBezTo>
                  <a:cubicBezTo>
                    <a:pt x="7935" y="10283"/>
                    <a:pt x="6543" y="10231"/>
                    <a:pt x="5151" y="10143"/>
                  </a:cubicBezTo>
                  <a:cubicBezTo>
                    <a:pt x="4400" y="10095"/>
                    <a:pt x="3648" y="10035"/>
                    <a:pt x="2897" y="9966"/>
                  </a:cubicBezTo>
                  <a:cubicBezTo>
                    <a:pt x="3791" y="8930"/>
                    <a:pt x="4737" y="7940"/>
                    <a:pt x="5737" y="7005"/>
                  </a:cubicBezTo>
                  <a:cubicBezTo>
                    <a:pt x="5868" y="6882"/>
                    <a:pt x="6002" y="6763"/>
                    <a:pt x="6136" y="6641"/>
                  </a:cubicBezTo>
                  <a:cubicBezTo>
                    <a:pt x="6147" y="6658"/>
                    <a:pt x="6166" y="6671"/>
                    <a:pt x="6190" y="6674"/>
                  </a:cubicBezTo>
                  <a:cubicBezTo>
                    <a:pt x="7591" y="6851"/>
                    <a:pt x="9003" y="6941"/>
                    <a:pt x="10415" y="6941"/>
                  </a:cubicBezTo>
                  <a:cubicBezTo>
                    <a:pt x="11232" y="6941"/>
                    <a:pt x="12049" y="6911"/>
                    <a:pt x="12865" y="6850"/>
                  </a:cubicBezTo>
                  <a:cubicBezTo>
                    <a:pt x="12900" y="6799"/>
                    <a:pt x="12935" y="6748"/>
                    <a:pt x="12967" y="6697"/>
                  </a:cubicBezTo>
                  <a:lnTo>
                    <a:pt x="12967" y="6697"/>
                  </a:lnTo>
                  <a:cubicBezTo>
                    <a:pt x="12115" y="6762"/>
                    <a:pt x="11261" y="6795"/>
                    <a:pt x="10407" y="6795"/>
                  </a:cubicBezTo>
                  <a:cubicBezTo>
                    <a:pt x="9642" y="6795"/>
                    <a:pt x="8876" y="6768"/>
                    <a:pt x="8112" y="6716"/>
                  </a:cubicBezTo>
                  <a:cubicBezTo>
                    <a:pt x="7491" y="6674"/>
                    <a:pt x="6872" y="6613"/>
                    <a:pt x="6253" y="6536"/>
                  </a:cubicBezTo>
                  <a:cubicBezTo>
                    <a:pt x="7208" y="5674"/>
                    <a:pt x="8202" y="4856"/>
                    <a:pt x="9237" y="4094"/>
                  </a:cubicBezTo>
                  <a:cubicBezTo>
                    <a:pt x="9367" y="3999"/>
                    <a:pt x="9498" y="3908"/>
                    <a:pt x="9628" y="3815"/>
                  </a:cubicBezTo>
                  <a:cubicBezTo>
                    <a:pt x="9639" y="3821"/>
                    <a:pt x="9649" y="3826"/>
                    <a:pt x="9663" y="3827"/>
                  </a:cubicBezTo>
                  <a:cubicBezTo>
                    <a:pt x="10225" y="3853"/>
                    <a:pt x="10786" y="3867"/>
                    <a:pt x="11347" y="3867"/>
                  </a:cubicBezTo>
                  <a:cubicBezTo>
                    <a:pt x="12175" y="3867"/>
                    <a:pt x="13002" y="3838"/>
                    <a:pt x="13830" y="3779"/>
                  </a:cubicBezTo>
                  <a:cubicBezTo>
                    <a:pt x="13859" y="3728"/>
                    <a:pt x="13889" y="3677"/>
                    <a:pt x="13916" y="3625"/>
                  </a:cubicBezTo>
                  <a:lnTo>
                    <a:pt x="13916" y="3625"/>
                  </a:lnTo>
                  <a:cubicBezTo>
                    <a:pt x="13047" y="3689"/>
                    <a:pt x="12176" y="3720"/>
                    <a:pt x="11305" y="3720"/>
                  </a:cubicBezTo>
                  <a:cubicBezTo>
                    <a:pt x="11167" y="3720"/>
                    <a:pt x="11029" y="3719"/>
                    <a:pt x="10890" y="3717"/>
                  </a:cubicBezTo>
                  <a:cubicBezTo>
                    <a:pt x="10530" y="3712"/>
                    <a:pt x="10169" y="3700"/>
                    <a:pt x="9809" y="3686"/>
                  </a:cubicBezTo>
                  <a:cubicBezTo>
                    <a:pt x="10857" y="2941"/>
                    <a:pt x="11944" y="2247"/>
                    <a:pt x="13061" y="1612"/>
                  </a:cubicBezTo>
                  <a:cubicBezTo>
                    <a:pt x="13966" y="1098"/>
                    <a:pt x="14891" y="619"/>
                    <a:pt x="15839" y="182"/>
                  </a:cubicBezTo>
                  <a:cubicBezTo>
                    <a:pt x="15872" y="123"/>
                    <a:pt x="15906" y="62"/>
                    <a:pt x="159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8" name="Google Shape;2128;p35"/>
          <p:cNvGrpSpPr/>
          <p:nvPr/>
        </p:nvGrpSpPr>
        <p:grpSpPr>
          <a:xfrm flipH="1">
            <a:off x="6051676" y="3022854"/>
            <a:ext cx="3873786" cy="2261820"/>
            <a:chOff x="-517373" y="2005526"/>
            <a:chExt cx="4663279" cy="2722788"/>
          </a:xfrm>
        </p:grpSpPr>
        <p:grpSp>
          <p:nvGrpSpPr>
            <p:cNvPr id="2129" name="Google Shape;2129;p35"/>
            <p:cNvGrpSpPr/>
            <p:nvPr/>
          </p:nvGrpSpPr>
          <p:grpSpPr>
            <a:xfrm flipH="1">
              <a:off x="-517373" y="2005526"/>
              <a:ext cx="4663279" cy="2066331"/>
              <a:chOff x="5085800" y="737250"/>
              <a:chExt cx="1275200" cy="565050"/>
            </a:xfrm>
          </p:grpSpPr>
          <p:grpSp>
            <p:nvGrpSpPr>
              <p:cNvPr id="2130" name="Google Shape;2130;p35"/>
              <p:cNvGrpSpPr/>
              <p:nvPr/>
            </p:nvGrpSpPr>
            <p:grpSpPr>
              <a:xfrm>
                <a:off x="5487975" y="737250"/>
                <a:ext cx="873025" cy="565050"/>
                <a:chOff x="5487975" y="737250"/>
                <a:chExt cx="873025" cy="565050"/>
              </a:xfrm>
            </p:grpSpPr>
            <p:sp>
              <p:nvSpPr>
                <p:cNvPr id="2131" name="Google Shape;2131;p35"/>
                <p:cNvSpPr/>
                <p:nvPr/>
              </p:nvSpPr>
              <p:spPr>
                <a:xfrm>
                  <a:off x="5567025" y="737250"/>
                  <a:ext cx="793975" cy="542650"/>
                </a:xfrm>
                <a:custGeom>
                  <a:avLst/>
                  <a:gdLst/>
                  <a:ahLst/>
                  <a:cxnLst/>
                  <a:rect l="l" t="t" r="r" b="b"/>
                  <a:pathLst>
                    <a:path w="31759" h="21706" extrusionOk="0">
                      <a:moveTo>
                        <a:pt x="26442" y="0"/>
                      </a:moveTo>
                      <a:cubicBezTo>
                        <a:pt x="26322" y="0"/>
                        <a:pt x="26204" y="14"/>
                        <a:pt x="26087" y="41"/>
                      </a:cubicBezTo>
                      <a:lnTo>
                        <a:pt x="0" y="6223"/>
                      </a:lnTo>
                      <a:lnTo>
                        <a:pt x="3669" y="21706"/>
                      </a:lnTo>
                      <a:lnTo>
                        <a:pt x="29756" y="15524"/>
                      </a:lnTo>
                      <a:cubicBezTo>
                        <a:pt x="31040" y="15221"/>
                        <a:pt x="31758" y="13287"/>
                        <a:pt x="31737" y="10705"/>
                      </a:cubicBezTo>
                      <a:cubicBezTo>
                        <a:pt x="31730" y="9565"/>
                        <a:pt x="31577" y="8300"/>
                        <a:pt x="31268" y="6991"/>
                      </a:cubicBezTo>
                      <a:cubicBezTo>
                        <a:pt x="31054" y="6086"/>
                        <a:pt x="30782" y="5232"/>
                        <a:pt x="30466" y="4455"/>
                      </a:cubicBezTo>
                      <a:cubicBezTo>
                        <a:pt x="30056" y="3440"/>
                        <a:pt x="29575" y="2553"/>
                        <a:pt x="29059" y="1844"/>
                      </a:cubicBezTo>
                      <a:cubicBezTo>
                        <a:pt x="28224" y="687"/>
                        <a:pt x="27297" y="0"/>
                        <a:pt x="264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35"/>
                <p:cNvSpPr/>
                <p:nvPr/>
              </p:nvSpPr>
              <p:spPr>
                <a:xfrm>
                  <a:off x="5808800" y="774600"/>
                  <a:ext cx="395775" cy="448025"/>
                </a:xfrm>
                <a:custGeom>
                  <a:avLst/>
                  <a:gdLst/>
                  <a:ahLst/>
                  <a:cxnLst/>
                  <a:rect l="l" t="t" r="r" b="b"/>
                  <a:pathLst>
                    <a:path w="15831" h="17921" extrusionOk="0">
                      <a:moveTo>
                        <a:pt x="10362" y="1"/>
                      </a:moveTo>
                      <a:cubicBezTo>
                        <a:pt x="10310" y="1"/>
                        <a:pt x="10259" y="6"/>
                        <a:pt x="10211" y="18"/>
                      </a:cubicBezTo>
                      <a:lnTo>
                        <a:pt x="0" y="2438"/>
                      </a:lnTo>
                      <a:cubicBezTo>
                        <a:pt x="49" y="2426"/>
                        <a:pt x="101" y="2421"/>
                        <a:pt x="155" y="2421"/>
                      </a:cubicBezTo>
                      <a:cubicBezTo>
                        <a:pt x="1380" y="2421"/>
                        <a:pt x="3821" y="5385"/>
                        <a:pt x="4791" y="9480"/>
                      </a:cubicBezTo>
                      <a:cubicBezTo>
                        <a:pt x="5804" y="13756"/>
                        <a:pt x="4832" y="17644"/>
                        <a:pt x="3669" y="17921"/>
                      </a:cubicBezTo>
                      <a:lnTo>
                        <a:pt x="13880" y="15501"/>
                      </a:lnTo>
                      <a:cubicBezTo>
                        <a:pt x="15043" y="15226"/>
                        <a:pt x="15830" y="11379"/>
                        <a:pt x="14817" y="7104"/>
                      </a:cubicBezTo>
                      <a:cubicBezTo>
                        <a:pt x="13846" y="3007"/>
                        <a:pt x="11573" y="1"/>
                        <a:pt x="103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5"/>
                <p:cNvSpPr/>
                <p:nvPr/>
              </p:nvSpPr>
              <p:spPr>
                <a:xfrm>
                  <a:off x="5961767" y="891667"/>
                  <a:ext cx="152900" cy="152875"/>
                </a:xfrm>
                <a:custGeom>
                  <a:avLst/>
                  <a:gdLst/>
                  <a:ahLst/>
                  <a:cxnLst/>
                  <a:rect l="l" t="t" r="r" b="b"/>
                  <a:pathLst>
                    <a:path w="6116" h="6115" extrusionOk="0">
                      <a:moveTo>
                        <a:pt x="3207" y="0"/>
                      </a:moveTo>
                      <a:lnTo>
                        <a:pt x="1554" y="391"/>
                      </a:lnTo>
                      <a:lnTo>
                        <a:pt x="2036" y="2426"/>
                      </a:lnTo>
                      <a:lnTo>
                        <a:pt x="1" y="2909"/>
                      </a:lnTo>
                      <a:lnTo>
                        <a:pt x="393" y="4561"/>
                      </a:lnTo>
                      <a:lnTo>
                        <a:pt x="2428" y="4081"/>
                      </a:lnTo>
                      <a:lnTo>
                        <a:pt x="2910" y="6115"/>
                      </a:lnTo>
                      <a:lnTo>
                        <a:pt x="4564" y="5722"/>
                      </a:lnTo>
                      <a:lnTo>
                        <a:pt x="4081" y="3687"/>
                      </a:lnTo>
                      <a:lnTo>
                        <a:pt x="6115" y="3205"/>
                      </a:lnTo>
                      <a:lnTo>
                        <a:pt x="5725" y="1552"/>
                      </a:lnTo>
                      <a:lnTo>
                        <a:pt x="3689" y="2034"/>
                      </a:lnTo>
                      <a:lnTo>
                        <a:pt x="32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35"/>
                <p:cNvSpPr/>
                <p:nvPr/>
              </p:nvSpPr>
              <p:spPr>
                <a:xfrm>
                  <a:off x="5634300" y="1004825"/>
                  <a:ext cx="726700" cy="275075"/>
                </a:xfrm>
                <a:custGeom>
                  <a:avLst/>
                  <a:gdLst/>
                  <a:ahLst/>
                  <a:cxnLst/>
                  <a:rect l="l" t="t" r="r" b="b"/>
                  <a:pathLst>
                    <a:path w="29068" h="11003" extrusionOk="0">
                      <a:moveTo>
                        <a:pt x="29046" y="1"/>
                      </a:moveTo>
                      <a:lnTo>
                        <a:pt x="1" y="6884"/>
                      </a:lnTo>
                      <a:lnTo>
                        <a:pt x="978" y="11003"/>
                      </a:lnTo>
                      <a:lnTo>
                        <a:pt x="27065" y="4820"/>
                      </a:lnTo>
                      <a:cubicBezTo>
                        <a:pt x="28349" y="4517"/>
                        <a:pt x="29067" y="2583"/>
                        <a:pt x="29046"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35"/>
                <p:cNvSpPr/>
                <p:nvPr/>
              </p:nvSpPr>
              <p:spPr>
                <a:xfrm>
                  <a:off x="5581075" y="783350"/>
                  <a:ext cx="747575" cy="238500"/>
                </a:xfrm>
                <a:custGeom>
                  <a:avLst/>
                  <a:gdLst/>
                  <a:ahLst/>
                  <a:cxnLst/>
                  <a:rect l="l" t="t" r="r" b="b"/>
                  <a:pathLst>
                    <a:path w="29903" h="9540" extrusionOk="0">
                      <a:moveTo>
                        <a:pt x="28497" y="0"/>
                      </a:moveTo>
                      <a:lnTo>
                        <a:pt x="1" y="6753"/>
                      </a:lnTo>
                      <a:lnTo>
                        <a:pt x="661" y="9540"/>
                      </a:lnTo>
                      <a:lnTo>
                        <a:pt x="29903" y="2611"/>
                      </a:lnTo>
                      <a:cubicBezTo>
                        <a:pt x="29495" y="1596"/>
                        <a:pt x="29013" y="708"/>
                        <a:pt x="28497" y="0"/>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5"/>
                <p:cNvSpPr/>
                <p:nvPr/>
              </p:nvSpPr>
              <p:spPr>
                <a:xfrm>
                  <a:off x="5487975" y="863200"/>
                  <a:ext cx="280500" cy="439100"/>
                </a:xfrm>
                <a:custGeom>
                  <a:avLst/>
                  <a:gdLst/>
                  <a:ahLst/>
                  <a:cxnLst/>
                  <a:rect l="l" t="t" r="r" b="b"/>
                  <a:pathLst>
                    <a:path w="11220" h="17564" extrusionOk="0">
                      <a:moveTo>
                        <a:pt x="4614" y="0"/>
                      </a:moveTo>
                      <a:cubicBezTo>
                        <a:pt x="4470" y="0"/>
                        <a:pt x="4327" y="16"/>
                        <a:pt x="4186" y="50"/>
                      </a:cubicBezTo>
                      <a:lnTo>
                        <a:pt x="2963" y="341"/>
                      </a:lnTo>
                      <a:cubicBezTo>
                        <a:pt x="825" y="847"/>
                        <a:pt x="0" y="5102"/>
                        <a:pt x="1125" y="9844"/>
                      </a:cubicBezTo>
                      <a:cubicBezTo>
                        <a:pt x="2175" y="14275"/>
                        <a:pt x="4553" y="17564"/>
                        <a:pt x="6606" y="17564"/>
                      </a:cubicBezTo>
                      <a:cubicBezTo>
                        <a:pt x="6750" y="17564"/>
                        <a:pt x="6893" y="17548"/>
                        <a:pt x="7034" y="17514"/>
                      </a:cubicBezTo>
                      <a:lnTo>
                        <a:pt x="8256" y="17223"/>
                      </a:lnTo>
                      <a:cubicBezTo>
                        <a:pt x="10395" y="16716"/>
                        <a:pt x="11219" y="12462"/>
                        <a:pt x="10094" y="7719"/>
                      </a:cubicBezTo>
                      <a:cubicBezTo>
                        <a:pt x="9043" y="3288"/>
                        <a:pt x="6667" y="0"/>
                        <a:pt x="46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5"/>
                <p:cNvSpPr/>
                <p:nvPr/>
              </p:nvSpPr>
              <p:spPr>
                <a:xfrm>
                  <a:off x="5503950" y="891775"/>
                  <a:ext cx="213775" cy="389200"/>
                </a:xfrm>
                <a:custGeom>
                  <a:avLst/>
                  <a:gdLst/>
                  <a:ahLst/>
                  <a:cxnLst/>
                  <a:rect l="l" t="t" r="r" b="b"/>
                  <a:pathLst>
                    <a:path w="8551" h="15568" extrusionOk="0">
                      <a:moveTo>
                        <a:pt x="2877" y="1"/>
                      </a:moveTo>
                      <a:cubicBezTo>
                        <a:pt x="2758" y="1"/>
                        <a:pt x="2641" y="14"/>
                        <a:pt x="2525" y="42"/>
                      </a:cubicBezTo>
                      <a:cubicBezTo>
                        <a:pt x="676" y="481"/>
                        <a:pt x="0" y="4302"/>
                        <a:pt x="1014" y="8579"/>
                      </a:cubicBezTo>
                      <a:cubicBezTo>
                        <a:pt x="1962" y="12582"/>
                        <a:pt x="4058" y="15567"/>
                        <a:pt x="5838" y="15567"/>
                      </a:cubicBezTo>
                      <a:cubicBezTo>
                        <a:pt x="5958" y="15567"/>
                        <a:pt x="6077" y="15554"/>
                        <a:pt x="6193" y="15526"/>
                      </a:cubicBezTo>
                      <a:cubicBezTo>
                        <a:pt x="6497" y="15454"/>
                        <a:pt x="6768" y="15292"/>
                        <a:pt x="7004" y="15049"/>
                      </a:cubicBezTo>
                      <a:cubicBezTo>
                        <a:pt x="8217" y="13822"/>
                        <a:pt x="8550" y="10565"/>
                        <a:pt x="7704" y="6991"/>
                      </a:cubicBezTo>
                      <a:cubicBezTo>
                        <a:pt x="6856" y="3417"/>
                        <a:pt x="5096" y="655"/>
                        <a:pt x="3464" y="104"/>
                      </a:cubicBezTo>
                      <a:cubicBezTo>
                        <a:pt x="3266" y="36"/>
                        <a:pt x="3070" y="1"/>
                        <a:pt x="2877" y="1"/>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35"/>
                <p:cNvSpPr/>
                <p:nvPr/>
              </p:nvSpPr>
              <p:spPr>
                <a:xfrm>
                  <a:off x="5551875" y="894325"/>
                  <a:ext cx="165850" cy="373700"/>
                </a:xfrm>
                <a:custGeom>
                  <a:avLst/>
                  <a:gdLst/>
                  <a:ahLst/>
                  <a:cxnLst/>
                  <a:rect l="l" t="t" r="r" b="b"/>
                  <a:pathLst>
                    <a:path w="6634" h="14948" extrusionOk="0">
                      <a:moveTo>
                        <a:pt x="1546" y="1"/>
                      </a:moveTo>
                      <a:cubicBezTo>
                        <a:pt x="335" y="1229"/>
                        <a:pt x="1" y="4485"/>
                        <a:pt x="849" y="8060"/>
                      </a:cubicBezTo>
                      <a:cubicBezTo>
                        <a:pt x="1696" y="11635"/>
                        <a:pt x="3455" y="14392"/>
                        <a:pt x="5087" y="14947"/>
                      </a:cubicBezTo>
                      <a:cubicBezTo>
                        <a:pt x="6300" y="13720"/>
                        <a:pt x="6633" y="10463"/>
                        <a:pt x="5787" y="6889"/>
                      </a:cubicBezTo>
                      <a:cubicBezTo>
                        <a:pt x="4939" y="3315"/>
                        <a:pt x="3179" y="553"/>
                        <a:pt x="154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9" name="Google Shape;2139;p35"/>
              <p:cNvGrpSpPr/>
              <p:nvPr/>
            </p:nvGrpSpPr>
            <p:grpSpPr>
              <a:xfrm>
                <a:off x="5085800" y="810050"/>
                <a:ext cx="366825" cy="427450"/>
                <a:chOff x="5085800" y="810050"/>
                <a:chExt cx="366825" cy="427450"/>
              </a:xfrm>
            </p:grpSpPr>
            <p:sp>
              <p:nvSpPr>
                <p:cNvPr id="2140" name="Google Shape;2140;p35"/>
                <p:cNvSpPr/>
                <p:nvPr/>
              </p:nvSpPr>
              <p:spPr>
                <a:xfrm>
                  <a:off x="5089125" y="811700"/>
                  <a:ext cx="363500" cy="425800"/>
                </a:xfrm>
                <a:custGeom>
                  <a:avLst/>
                  <a:gdLst/>
                  <a:ahLst/>
                  <a:cxnLst/>
                  <a:rect l="l" t="t" r="r" b="b"/>
                  <a:pathLst>
                    <a:path w="14540" h="17032" extrusionOk="0">
                      <a:moveTo>
                        <a:pt x="9992" y="0"/>
                      </a:moveTo>
                      <a:cubicBezTo>
                        <a:pt x="9399" y="0"/>
                        <a:pt x="8727" y="205"/>
                        <a:pt x="8019" y="587"/>
                      </a:cubicBezTo>
                      <a:cubicBezTo>
                        <a:pt x="7291" y="974"/>
                        <a:pt x="6527" y="1549"/>
                        <a:pt x="5774" y="2279"/>
                      </a:cubicBezTo>
                      <a:cubicBezTo>
                        <a:pt x="4819" y="3197"/>
                        <a:pt x="3880" y="4363"/>
                        <a:pt x="3050" y="5709"/>
                      </a:cubicBezTo>
                      <a:cubicBezTo>
                        <a:pt x="2961" y="5855"/>
                        <a:pt x="2874" y="6000"/>
                        <a:pt x="2787" y="6147"/>
                      </a:cubicBezTo>
                      <a:cubicBezTo>
                        <a:pt x="455" y="10156"/>
                        <a:pt x="1" y="14196"/>
                        <a:pt x="1805" y="15309"/>
                      </a:cubicBezTo>
                      <a:lnTo>
                        <a:pt x="4130" y="16743"/>
                      </a:lnTo>
                      <a:cubicBezTo>
                        <a:pt x="4446" y="16938"/>
                        <a:pt x="4810" y="17031"/>
                        <a:pt x="5210" y="17031"/>
                      </a:cubicBezTo>
                      <a:cubicBezTo>
                        <a:pt x="7100" y="17031"/>
                        <a:pt x="9786" y="14958"/>
                        <a:pt x="11880" y="11753"/>
                      </a:cubicBezTo>
                      <a:cubicBezTo>
                        <a:pt x="11972" y="11612"/>
                        <a:pt x="12064" y="11468"/>
                        <a:pt x="12153" y="11323"/>
                      </a:cubicBezTo>
                      <a:cubicBezTo>
                        <a:pt x="12982" y="9977"/>
                        <a:pt x="13604" y="8614"/>
                        <a:pt x="13999" y="7350"/>
                      </a:cubicBezTo>
                      <a:cubicBezTo>
                        <a:pt x="14308" y="6350"/>
                        <a:pt x="14480" y="5410"/>
                        <a:pt x="14501" y="4587"/>
                      </a:cubicBezTo>
                      <a:cubicBezTo>
                        <a:pt x="14540" y="3239"/>
                        <a:pt x="14180" y="2206"/>
                        <a:pt x="13396" y="1722"/>
                      </a:cubicBezTo>
                      <a:lnTo>
                        <a:pt x="11070" y="287"/>
                      </a:lnTo>
                      <a:cubicBezTo>
                        <a:pt x="10756" y="93"/>
                        <a:pt x="10392" y="0"/>
                        <a:pt x="99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35"/>
                <p:cNvSpPr/>
                <p:nvPr/>
              </p:nvSpPr>
              <p:spPr>
                <a:xfrm>
                  <a:off x="5233450" y="826350"/>
                  <a:ext cx="218225" cy="169125"/>
                </a:xfrm>
                <a:custGeom>
                  <a:avLst/>
                  <a:gdLst/>
                  <a:ahLst/>
                  <a:cxnLst/>
                  <a:rect l="l" t="t" r="r" b="b"/>
                  <a:pathLst>
                    <a:path w="8729" h="6765" extrusionOk="0">
                      <a:moveTo>
                        <a:pt x="2246" y="1"/>
                      </a:moveTo>
                      <a:cubicBezTo>
                        <a:pt x="1518" y="388"/>
                        <a:pt x="754" y="963"/>
                        <a:pt x="1" y="1693"/>
                      </a:cubicBezTo>
                      <a:cubicBezTo>
                        <a:pt x="294" y="1878"/>
                        <a:pt x="588" y="2060"/>
                        <a:pt x="888" y="2246"/>
                      </a:cubicBezTo>
                      <a:lnTo>
                        <a:pt x="7330" y="6219"/>
                      </a:lnTo>
                      <a:cubicBezTo>
                        <a:pt x="7631" y="6405"/>
                        <a:pt x="7931" y="6588"/>
                        <a:pt x="8226" y="6764"/>
                      </a:cubicBezTo>
                      <a:cubicBezTo>
                        <a:pt x="8535" y="5764"/>
                        <a:pt x="8707" y="4824"/>
                        <a:pt x="8728" y="4001"/>
                      </a:cubicBezTo>
                      <a:cubicBezTo>
                        <a:pt x="8720" y="3994"/>
                        <a:pt x="8715" y="3992"/>
                        <a:pt x="8707" y="3988"/>
                      </a:cubicBezTo>
                      <a:lnTo>
                        <a:pt x="2267" y="13"/>
                      </a:lnTo>
                      <a:lnTo>
                        <a:pt x="2246"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5"/>
                <p:cNvSpPr/>
                <p:nvPr/>
              </p:nvSpPr>
              <p:spPr>
                <a:xfrm>
                  <a:off x="5089125" y="965350"/>
                  <a:ext cx="297025" cy="272150"/>
                </a:xfrm>
                <a:custGeom>
                  <a:avLst/>
                  <a:gdLst/>
                  <a:ahLst/>
                  <a:cxnLst/>
                  <a:rect l="l" t="t" r="r" b="b"/>
                  <a:pathLst>
                    <a:path w="11881" h="10886" extrusionOk="0">
                      <a:moveTo>
                        <a:pt x="2787" y="1"/>
                      </a:moveTo>
                      <a:cubicBezTo>
                        <a:pt x="455" y="4010"/>
                        <a:pt x="1" y="8050"/>
                        <a:pt x="1805" y="9163"/>
                      </a:cubicBezTo>
                      <a:lnTo>
                        <a:pt x="4130" y="10597"/>
                      </a:lnTo>
                      <a:cubicBezTo>
                        <a:pt x="4446" y="10792"/>
                        <a:pt x="4810" y="10885"/>
                        <a:pt x="5210" y="10885"/>
                      </a:cubicBezTo>
                      <a:cubicBezTo>
                        <a:pt x="7101" y="10885"/>
                        <a:pt x="9787" y="8812"/>
                        <a:pt x="11880" y="5607"/>
                      </a:cubicBezTo>
                      <a:cubicBezTo>
                        <a:pt x="11461" y="5317"/>
                        <a:pt x="11027" y="5033"/>
                        <a:pt x="10578" y="4755"/>
                      </a:cubicBezTo>
                      <a:lnTo>
                        <a:pt x="4135" y="782"/>
                      </a:lnTo>
                      <a:cubicBezTo>
                        <a:pt x="3685" y="505"/>
                        <a:pt x="3234" y="241"/>
                        <a:pt x="27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5"/>
                <p:cNvSpPr/>
                <p:nvPr/>
              </p:nvSpPr>
              <p:spPr>
                <a:xfrm>
                  <a:off x="5085800" y="810050"/>
                  <a:ext cx="314975" cy="388750"/>
                </a:xfrm>
                <a:custGeom>
                  <a:avLst/>
                  <a:gdLst/>
                  <a:ahLst/>
                  <a:cxnLst/>
                  <a:rect l="l" t="t" r="r" b="b"/>
                  <a:pathLst>
                    <a:path w="12599" h="15550" extrusionOk="0">
                      <a:moveTo>
                        <a:pt x="10066" y="1"/>
                      </a:moveTo>
                      <a:cubicBezTo>
                        <a:pt x="8152" y="1"/>
                        <a:pt x="5327" y="2296"/>
                        <a:pt x="3181" y="5774"/>
                      </a:cubicBezTo>
                      <a:cubicBezTo>
                        <a:pt x="623" y="9921"/>
                        <a:pt x="1" y="14181"/>
                        <a:pt x="1794" y="15286"/>
                      </a:cubicBezTo>
                      <a:cubicBezTo>
                        <a:pt x="2083" y="15464"/>
                        <a:pt x="2414" y="15550"/>
                        <a:pt x="2780" y="15550"/>
                      </a:cubicBezTo>
                      <a:cubicBezTo>
                        <a:pt x="2788" y="15550"/>
                        <a:pt x="2797" y="15549"/>
                        <a:pt x="2806" y="15549"/>
                      </a:cubicBezTo>
                      <a:cubicBezTo>
                        <a:pt x="4719" y="15539"/>
                        <a:pt x="7534" y="13246"/>
                        <a:pt x="9674" y="9780"/>
                      </a:cubicBezTo>
                      <a:cubicBezTo>
                        <a:pt x="11812" y="6311"/>
                        <a:pt x="12598" y="2764"/>
                        <a:pt x="11749" y="1050"/>
                      </a:cubicBezTo>
                      <a:cubicBezTo>
                        <a:pt x="11584" y="712"/>
                        <a:pt x="11356" y="446"/>
                        <a:pt x="11061" y="264"/>
                      </a:cubicBezTo>
                      <a:cubicBezTo>
                        <a:pt x="10771" y="86"/>
                        <a:pt x="10436" y="1"/>
                        <a:pt x="100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5"/>
                <p:cNvSpPr/>
                <p:nvPr/>
              </p:nvSpPr>
              <p:spPr>
                <a:xfrm>
                  <a:off x="5104850" y="830050"/>
                  <a:ext cx="276775" cy="348750"/>
                </a:xfrm>
                <a:custGeom>
                  <a:avLst/>
                  <a:gdLst/>
                  <a:ahLst/>
                  <a:cxnLst/>
                  <a:rect l="l" t="t" r="r" b="b"/>
                  <a:pathLst>
                    <a:path w="11071" h="13950" extrusionOk="0">
                      <a:moveTo>
                        <a:pt x="9077" y="1"/>
                      </a:moveTo>
                      <a:cubicBezTo>
                        <a:pt x="7452" y="1"/>
                        <a:pt x="4933" y="2131"/>
                        <a:pt x="2969" y="5313"/>
                      </a:cubicBezTo>
                      <a:cubicBezTo>
                        <a:pt x="663" y="9053"/>
                        <a:pt x="0" y="12829"/>
                        <a:pt x="1488" y="13747"/>
                      </a:cubicBezTo>
                      <a:cubicBezTo>
                        <a:pt x="1711" y="13884"/>
                        <a:pt x="1967" y="13950"/>
                        <a:pt x="2249" y="13950"/>
                      </a:cubicBezTo>
                      <a:cubicBezTo>
                        <a:pt x="2279" y="13950"/>
                        <a:pt x="2309" y="13949"/>
                        <a:pt x="2340" y="13948"/>
                      </a:cubicBezTo>
                      <a:cubicBezTo>
                        <a:pt x="3967" y="13877"/>
                        <a:pt x="6434" y="11766"/>
                        <a:pt x="8362" y="8640"/>
                      </a:cubicBezTo>
                      <a:cubicBezTo>
                        <a:pt x="10290" y="5512"/>
                        <a:pt x="11071" y="2360"/>
                        <a:pt x="10403" y="874"/>
                      </a:cubicBezTo>
                      <a:cubicBezTo>
                        <a:pt x="10274" y="581"/>
                        <a:pt x="10088" y="354"/>
                        <a:pt x="9842" y="203"/>
                      </a:cubicBezTo>
                      <a:cubicBezTo>
                        <a:pt x="9620" y="66"/>
                        <a:pt x="9362" y="1"/>
                        <a:pt x="9077" y="1"/>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45" name="Google Shape;2145;p35"/>
            <p:cNvGrpSpPr/>
            <p:nvPr/>
          </p:nvGrpSpPr>
          <p:grpSpPr>
            <a:xfrm>
              <a:off x="2151078" y="3587117"/>
              <a:ext cx="293939" cy="478347"/>
              <a:chOff x="2082225" y="585025"/>
              <a:chExt cx="100300" cy="163225"/>
            </a:xfrm>
          </p:grpSpPr>
          <p:sp>
            <p:nvSpPr>
              <p:cNvPr id="2146" name="Google Shape;2146;p35"/>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5"/>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35"/>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35"/>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0" name="Google Shape;2150;p35"/>
            <p:cNvGrpSpPr/>
            <p:nvPr/>
          </p:nvGrpSpPr>
          <p:grpSpPr>
            <a:xfrm rot="-4886298">
              <a:off x="2146254" y="2930009"/>
              <a:ext cx="293945" cy="478357"/>
              <a:chOff x="2082225" y="585025"/>
              <a:chExt cx="100300" cy="163225"/>
            </a:xfrm>
          </p:grpSpPr>
          <p:sp>
            <p:nvSpPr>
              <p:cNvPr id="2151" name="Google Shape;2151;p35"/>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5"/>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5"/>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5"/>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5" name="Google Shape;2155;p35"/>
            <p:cNvGrpSpPr/>
            <p:nvPr/>
          </p:nvGrpSpPr>
          <p:grpSpPr>
            <a:xfrm rot="-7314317">
              <a:off x="2761585" y="3590718"/>
              <a:ext cx="293945" cy="478356"/>
              <a:chOff x="2082225" y="585025"/>
              <a:chExt cx="100300" cy="163225"/>
            </a:xfrm>
          </p:grpSpPr>
          <p:sp>
            <p:nvSpPr>
              <p:cNvPr id="2156" name="Google Shape;2156;p35"/>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5"/>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5"/>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35"/>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0" name="Google Shape;2160;p35"/>
            <p:cNvGrpSpPr/>
            <p:nvPr/>
          </p:nvGrpSpPr>
          <p:grpSpPr>
            <a:xfrm rot="5143689">
              <a:off x="2034818" y="4227677"/>
              <a:ext cx="293943" cy="478354"/>
              <a:chOff x="2082225" y="585025"/>
              <a:chExt cx="100300" cy="163225"/>
            </a:xfrm>
          </p:grpSpPr>
          <p:sp>
            <p:nvSpPr>
              <p:cNvPr id="2161" name="Google Shape;2161;p35"/>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35"/>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35"/>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5"/>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5" name="Google Shape;2165;p35"/>
            <p:cNvGrpSpPr/>
            <p:nvPr/>
          </p:nvGrpSpPr>
          <p:grpSpPr>
            <a:xfrm rot="-4116770">
              <a:off x="3379649" y="3837374"/>
              <a:ext cx="293940" cy="478349"/>
              <a:chOff x="2082225" y="585025"/>
              <a:chExt cx="100300" cy="163225"/>
            </a:xfrm>
          </p:grpSpPr>
          <p:sp>
            <p:nvSpPr>
              <p:cNvPr id="2166" name="Google Shape;2166;p35"/>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35"/>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35"/>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35"/>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0" name="Google Shape;2170;p35"/>
            <p:cNvGrpSpPr/>
            <p:nvPr/>
          </p:nvGrpSpPr>
          <p:grpSpPr>
            <a:xfrm rot="-3172205">
              <a:off x="2849416" y="4227590"/>
              <a:ext cx="293942" cy="478352"/>
              <a:chOff x="2082225" y="585025"/>
              <a:chExt cx="100300" cy="163225"/>
            </a:xfrm>
          </p:grpSpPr>
          <p:sp>
            <p:nvSpPr>
              <p:cNvPr id="2171" name="Google Shape;2171;p35"/>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5"/>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5"/>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5"/>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75" name="Google Shape;2175;p35"/>
          <p:cNvGrpSpPr/>
          <p:nvPr/>
        </p:nvGrpSpPr>
        <p:grpSpPr>
          <a:xfrm rot="5175436">
            <a:off x="399900" y="-91498"/>
            <a:ext cx="975074" cy="1402405"/>
            <a:chOff x="2979850" y="946850"/>
            <a:chExt cx="475350" cy="683675"/>
          </a:xfrm>
        </p:grpSpPr>
        <p:sp>
          <p:nvSpPr>
            <p:cNvPr id="2176" name="Google Shape;2176;p35"/>
            <p:cNvSpPr/>
            <p:nvPr/>
          </p:nvSpPr>
          <p:spPr>
            <a:xfrm>
              <a:off x="2979850" y="946850"/>
              <a:ext cx="475350" cy="683675"/>
            </a:xfrm>
            <a:custGeom>
              <a:avLst/>
              <a:gdLst/>
              <a:ahLst/>
              <a:cxnLst/>
              <a:rect l="l" t="t" r="r" b="b"/>
              <a:pathLst>
                <a:path w="19014" h="27347" extrusionOk="0">
                  <a:moveTo>
                    <a:pt x="18070" y="0"/>
                  </a:moveTo>
                  <a:cubicBezTo>
                    <a:pt x="17745" y="0"/>
                    <a:pt x="17411" y="184"/>
                    <a:pt x="17210" y="507"/>
                  </a:cubicBezTo>
                  <a:lnTo>
                    <a:pt x="12142" y="6994"/>
                  </a:lnTo>
                  <a:cubicBezTo>
                    <a:pt x="12116" y="7023"/>
                    <a:pt x="12090" y="7054"/>
                    <a:pt x="12070" y="7086"/>
                  </a:cubicBezTo>
                  <a:cubicBezTo>
                    <a:pt x="12032" y="7148"/>
                    <a:pt x="12006" y="7215"/>
                    <a:pt x="11993" y="7287"/>
                  </a:cubicBezTo>
                  <a:cubicBezTo>
                    <a:pt x="11957" y="7460"/>
                    <a:pt x="11988" y="7654"/>
                    <a:pt x="12074" y="7853"/>
                  </a:cubicBezTo>
                  <a:cubicBezTo>
                    <a:pt x="12115" y="7947"/>
                    <a:pt x="12166" y="8039"/>
                    <a:pt x="12228" y="8131"/>
                  </a:cubicBezTo>
                  <a:lnTo>
                    <a:pt x="11901" y="8654"/>
                  </a:lnTo>
                  <a:lnTo>
                    <a:pt x="10926" y="8048"/>
                  </a:lnTo>
                  <a:cubicBezTo>
                    <a:pt x="10797" y="7969"/>
                    <a:pt x="10654" y="7931"/>
                    <a:pt x="10507" y="7931"/>
                  </a:cubicBezTo>
                  <a:cubicBezTo>
                    <a:pt x="10180" y="7931"/>
                    <a:pt x="9840" y="8120"/>
                    <a:pt x="9634" y="8452"/>
                  </a:cubicBezTo>
                  <a:lnTo>
                    <a:pt x="245" y="23539"/>
                  </a:lnTo>
                  <a:cubicBezTo>
                    <a:pt x="0" y="23932"/>
                    <a:pt x="7" y="24419"/>
                    <a:pt x="272" y="24723"/>
                  </a:cubicBezTo>
                  <a:cubicBezTo>
                    <a:pt x="342" y="24806"/>
                    <a:pt x="415" y="24883"/>
                    <a:pt x="490" y="24964"/>
                  </a:cubicBezTo>
                  <a:cubicBezTo>
                    <a:pt x="675" y="25161"/>
                    <a:pt x="871" y="25348"/>
                    <a:pt x="1075" y="25523"/>
                  </a:cubicBezTo>
                  <a:cubicBezTo>
                    <a:pt x="1813" y="26163"/>
                    <a:pt x="2656" y="26658"/>
                    <a:pt x="3597" y="27022"/>
                  </a:cubicBezTo>
                  <a:cubicBezTo>
                    <a:pt x="3876" y="27133"/>
                    <a:pt x="4165" y="27231"/>
                    <a:pt x="4463" y="27316"/>
                  </a:cubicBezTo>
                  <a:cubicBezTo>
                    <a:pt x="4535" y="27336"/>
                    <a:pt x="4609" y="27346"/>
                    <a:pt x="4684" y="27346"/>
                  </a:cubicBezTo>
                  <a:cubicBezTo>
                    <a:pt x="5016" y="27346"/>
                    <a:pt x="5355" y="27150"/>
                    <a:pt x="5558" y="26823"/>
                  </a:cubicBezTo>
                  <a:lnTo>
                    <a:pt x="14935" y="11753"/>
                  </a:lnTo>
                  <a:cubicBezTo>
                    <a:pt x="15234" y="11272"/>
                    <a:pt x="15141" y="10674"/>
                    <a:pt x="14729" y="10412"/>
                  </a:cubicBezTo>
                  <a:lnTo>
                    <a:pt x="13753" y="9805"/>
                  </a:lnTo>
                  <a:lnTo>
                    <a:pt x="14081" y="9282"/>
                  </a:lnTo>
                  <a:cubicBezTo>
                    <a:pt x="14166" y="9294"/>
                    <a:pt x="14248" y="9299"/>
                    <a:pt x="14327" y="9299"/>
                  </a:cubicBezTo>
                  <a:cubicBezTo>
                    <a:pt x="14669" y="9299"/>
                    <a:pt x="14946" y="9188"/>
                    <a:pt x="15087" y="8962"/>
                  </a:cubicBezTo>
                  <a:cubicBezTo>
                    <a:pt x="15107" y="8931"/>
                    <a:pt x="15125" y="8895"/>
                    <a:pt x="15139" y="8859"/>
                  </a:cubicBezTo>
                  <a:lnTo>
                    <a:pt x="18720" y="1446"/>
                  </a:lnTo>
                  <a:cubicBezTo>
                    <a:pt x="19014" y="974"/>
                    <a:pt x="18913" y="381"/>
                    <a:pt x="18498" y="121"/>
                  </a:cubicBezTo>
                  <a:cubicBezTo>
                    <a:pt x="18366" y="39"/>
                    <a:pt x="18219" y="0"/>
                    <a:pt x="18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5"/>
            <p:cNvSpPr/>
            <p:nvPr/>
          </p:nvSpPr>
          <p:spPr>
            <a:xfrm>
              <a:off x="3047425" y="1230950"/>
              <a:ext cx="278875" cy="364375"/>
            </a:xfrm>
            <a:custGeom>
              <a:avLst/>
              <a:gdLst/>
              <a:ahLst/>
              <a:cxnLst/>
              <a:rect l="l" t="t" r="r" b="b"/>
              <a:pathLst>
                <a:path w="11155" h="14575" extrusionOk="0">
                  <a:moveTo>
                    <a:pt x="7752" y="0"/>
                  </a:moveTo>
                  <a:lnTo>
                    <a:pt x="1" y="12456"/>
                  </a:lnTo>
                  <a:lnTo>
                    <a:pt x="3403" y="14574"/>
                  </a:lnTo>
                  <a:lnTo>
                    <a:pt x="11155" y="2117"/>
                  </a:lnTo>
                  <a:lnTo>
                    <a:pt x="775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5"/>
            <p:cNvSpPr/>
            <p:nvPr/>
          </p:nvSpPr>
          <p:spPr>
            <a:xfrm>
              <a:off x="3105900" y="1286900"/>
              <a:ext cx="200650" cy="277025"/>
            </a:xfrm>
            <a:custGeom>
              <a:avLst/>
              <a:gdLst/>
              <a:ahLst/>
              <a:cxnLst/>
              <a:rect l="l" t="t" r="r" b="b"/>
              <a:pathLst>
                <a:path w="8026" h="11081" extrusionOk="0">
                  <a:moveTo>
                    <a:pt x="6182" y="1"/>
                  </a:moveTo>
                  <a:lnTo>
                    <a:pt x="0" y="9934"/>
                  </a:lnTo>
                  <a:lnTo>
                    <a:pt x="1843" y="11080"/>
                  </a:lnTo>
                  <a:lnTo>
                    <a:pt x="8025" y="1148"/>
                  </a:lnTo>
                  <a:lnTo>
                    <a:pt x="6182"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5"/>
            <p:cNvSpPr/>
            <p:nvPr/>
          </p:nvSpPr>
          <p:spPr>
            <a:xfrm>
              <a:off x="3069750" y="1198275"/>
              <a:ext cx="290975" cy="432250"/>
            </a:xfrm>
            <a:custGeom>
              <a:avLst/>
              <a:gdLst/>
              <a:ahLst/>
              <a:cxnLst/>
              <a:rect l="l" t="t" r="r" b="b"/>
              <a:pathLst>
                <a:path w="11639" h="17290" extrusionOk="0">
                  <a:moveTo>
                    <a:pt x="10557" y="1"/>
                  </a:moveTo>
                  <a:lnTo>
                    <a:pt x="1" y="16965"/>
                  </a:lnTo>
                  <a:cubicBezTo>
                    <a:pt x="280" y="17076"/>
                    <a:pt x="569" y="17174"/>
                    <a:pt x="867" y="17259"/>
                  </a:cubicBezTo>
                  <a:cubicBezTo>
                    <a:pt x="939" y="17279"/>
                    <a:pt x="1013" y="17289"/>
                    <a:pt x="1088" y="17289"/>
                  </a:cubicBezTo>
                  <a:cubicBezTo>
                    <a:pt x="1420" y="17289"/>
                    <a:pt x="1759" y="17093"/>
                    <a:pt x="1962" y="16766"/>
                  </a:cubicBezTo>
                  <a:lnTo>
                    <a:pt x="11339" y="1696"/>
                  </a:lnTo>
                  <a:cubicBezTo>
                    <a:pt x="11638" y="1215"/>
                    <a:pt x="11545" y="617"/>
                    <a:pt x="11130" y="357"/>
                  </a:cubicBezTo>
                  <a:lnTo>
                    <a:pt x="10557"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5"/>
            <p:cNvSpPr/>
            <p:nvPr/>
          </p:nvSpPr>
          <p:spPr>
            <a:xfrm>
              <a:off x="2992075" y="1149075"/>
              <a:ext cx="279350" cy="435900"/>
            </a:xfrm>
            <a:custGeom>
              <a:avLst/>
              <a:gdLst/>
              <a:ahLst/>
              <a:cxnLst/>
              <a:rect l="l" t="t" r="r" b="b"/>
              <a:pathLst>
                <a:path w="11174" h="17436" extrusionOk="0">
                  <a:moveTo>
                    <a:pt x="10501" y="1"/>
                  </a:moveTo>
                  <a:lnTo>
                    <a:pt x="0" y="16875"/>
                  </a:lnTo>
                  <a:cubicBezTo>
                    <a:pt x="184" y="17072"/>
                    <a:pt x="380" y="17259"/>
                    <a:pt x="585" y="17435"/>
                  </a:cubicBezTo>
                  <a:lnTo>
                    <a:pt x="11174" y="420"/>
                  </a:lnTo>
                  <a:lnTo>
                    <a:pt x="10501"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1pPr>
            <a:lvl2pPr lvl="1"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2pPr>
            <a:lvl3pPr lvl="2"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3pPr>
            <a:lvl4pPr lvl="3"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4pPr>
            <a:lvl5pPr lvl="4"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5pPr>
            <a:lvl6pPr lvl="5"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6pPr>
            <a:lvl7pPr lvl="6"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7pPr>
            <a:lvl8pPr lvl="7"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8pPr>
            <a:lvl9pPr lvl="8"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accent5"/>
              </a:buClr>
              <a:buSzPts val="1400"/>
              <a:buFont typeface="Montserrat Medium"/>
              <a:buChar char="●"/>
              <a:defRPr>
                <a:solidFill>
                  <a:schemeClr val="accent5"/>
                </a:solidFill>
                <a:latin typeface="Montserrat Medium"/>
                <a:ea typeface="Montserrat Medium"/>
                <a:cs typeface="Montserrat Medium"/>
                <a:sym typeface="Montserrat Medium"/>
              </a:defRPr>
            </a:lvl1pPr>
            <a:lvl2pPr marL="914400" lvl="1" indent="-317500">
              <a:lnSpc>
                <a:spcPct val="115000"/>
              </a:lnSpc>
              <a:spcBef>
                <a:spcPts val="0"/>
              </a:spcBef>
              <a:spcAft>
                <a:spcPts val="0"/>
              </a:spcAft>
              <a:buClr>
                <a:schemeClr val="accent5"/>
              </a:buClr>
              <a:buSzPts val="1400"/>
              <a:buFont typeface="Montserrat Medium"/>
              <a:buChar char="○"/>
              <a:defRPr>
                <a:solidFill>
                  <a:schemeClr val="accent5"/>
                </a:solidFill>
                <a:latin typeface="Montserrat Medium"/>
                <a:ea typeface="Montserrat Medium"/>
                <a:cs typeface="Montserrat Medium"/>
                <a:sym typeface="Montserrat Medium"/>
              </a:defRPr>
            </a:lvl2pPr>
            <a:lvl3pPr marL="1371600" lvl="2" indent="-317500">
              <a:lnSpc>
                <a:spcPct val="115000"/>
              </a:lnSpc>
              <a:spcBef>
                <a:spcPts val="0"/>
              </a:spcBef>
              <a:spcAft>
                <a:spcPts val="0"/>
              </a:spcAft>
              <a:buClr>
                <a:schemeClr val="accent5"/>
              </a:buClr>
              <a:buSzPts val="1400"/>
              <a:buFont typeface="Montserrat Medium"/>
              <a:buChar char="■"/>
              <a:defRPr>
                <a:solidFill>
                  <a:schemeClr val="accent5"/>
                </a:solidFill>
                <a:latin typeface="Montserrat Medium"/>
                <a:ea typeface="Montserrat Medium"/>
                <a:cs typeface="Montserrat Medium"/>
                <a:sym typeface="Montserrat Medium"/>
              </a:defRPr>
            </a:lvl3pPr>
            <a:lvl4pPr marL="1828800" lvl="3" indent="-317500">
              <a:lnSpc>
                <a:spcPct val="115000"/>
              </a:lnSpc>
              <a:spcBef>
                <a:spcPts val="0"/>
              </a:spcBef>
              <a:spcAft>
                <a:spcPts val="0"/>
              </a:spcAft>
              <a:buClr>
                <a:schemeClr val="accent5"/>
              </a:buClr>
              <a:buSzPts val="1400"/>
              <a:buFont typeface="Montserrat Medium"/>
              <a:buChar char="●"/>
              <a:defRPr>
                <a:solidFill>
                  <a:schemeClr val="accent5"/>
                </a:solidFill>
                <a:latin typeface="Montserrat Medium"/>
                <a:ea typeface="Montserrat Medium"/>
                <a:cs typeface="Montserrat Medium"/>
                <a:sym typeface="Montserrat Medium"/>
              </a:defRPr>
            </a:lvl4pPr>
            <a:lvl5pPr marL="2286000" lvl="4" indent="-317500">
              <a:lnSpc>
                <a:spcPct val="115000"/>
              </a:lnSpc>
              <a:spcBef>
                <a:spcPts val="0"/>
              </a:spcBef>
              <a:spcAft>
                <a:spcPts val="0"/>
              </a:spcAft>
              <a:buClr>
                <a:schemeClr val="accent5"/>
              </a:buClr>
              <a:buSzPts val="1400"/>
              <a:buFont typeface="Montserrat Medium"/>
              <a:buChar char="○"/>
              <a:defRPr>
                <a:solidFill>
                  <a:schemeClr val="accent5"/>
                </a:solidFill>
                <a:latin typeface="Montserrat Medium"/>
                <a:ea typeface="Montserrat Medium"/>
                <a:cs typeface="Montserrat Medium"/>
                <a:sym typeface="Montserrat Medium"/>
              </a:defRPr>
            </a:lvl5pPr>
            <a:lvl6pPr marL="2743200" lvl="5" indent="-317500">
              <a:lnSpc>
                <a:spcPct val="115000"/>
              </a:lnSpc>
              <a:spcBef>
                <a:spcPts val="0"/>
              </a:spcBef>
              <a:spcAft>
                <a:spcPts val="0"/>
              </a:spcAft>
              <a:buClr>
                <a:schemeClr val="accent5"/>
              </a:buClr>
              <a:buSzPts val="1400"/>
              <a:buFont typeface="Montserrat Medium"/>
              <a:buChar char="■"/>
              <a:defRPr>
                <a:solidFill>
                  <a:schemeClr val="accent5"/>
                </a:solidFill>
                <a:latin typeface="Montserrat Medium"/>
                <a:ea typeface="Montserrat Medium"/>
                <a:cs typeface="Montserrat Medium"/>
                <a:sym typeface="Montserrat Medium"/>
              </a:defRPr>
            </a:lvl6pPr>
            <a:lvl7pPr marL="3200400" lvl="6" indent="-317500">
              <a:lnSpc>
                <a:spcPct val="115000"/>
              </a:lnSpc>
              <a:spcBef>
                <a:spcPts val="0"/>
              </a:spcBef>
              <a:spcAft>
                <a:spcPts val="0"/>
              </a:spcAft>
              <a:buClr>
                <a:schemeClr val="accent5"/>
              </a:buClr>
              <a:buSzPts val="1400"/>
              <a:buFont typeface="Montserrat Medium"/>
              <a:buChar char="●"/>
              <a:defRPr>
                <a:solidFill>
                  <a:schemeClr val="accent5"/>
                </a:solidFill>
                <a:latin typeface="Montserrat Medium"/>
                <a:ea typeface="Montserrat Medium"/>
                <a:cs typeface="Montserrat Medium"/>
                <a:sym typeface="Montserrat Medium"/>
              </a:defRPr>
            </a:lvl7pPr>
            <a:lvl8pPr marL="3657600" lvl="7" indent="-317500">
              <a:lnSpc>
                <a:spcPct val="115000"/>
              </a:lnSpc>
              <a:spcBef>
                <a:spcPts val="0"/>
              </a:spcBef>
              <a:spcAft>
                <a:spcPts val="0"/>
              </a:spcAft>
              <a:buClr>
                <a:schemeClr val="accent5"/>
              </a:buClr>
              <a:buSzPts val="1400"/>
              <a:buFont typeface="Montserrat Medium"/>
              <a:buChar char="○"/>
              <a:defRPr>
                <a:solidFill>
                  <a:schemeClr val="accent5"/>
                </a:solidFill>
                <a:latin typeface="Montserrat Medium"/>
                <a:ea typeface="Montserrat Medium"/>
                <a:cs typeface="Montserrat Medium"/>
                <a:sym typeface="Montserrat Medium"/>
              </a:defRPr>
            </a:lvl8pPr>
            <a:lvl9pPr marL="4114800" lvl="8" indent="-317500">
              <a:lnSpc>
                <a:spcPct val="115000"/>
              </a:lnSpc>
              <a:spcBef>
                <a:spcPts val="0"/>
              </a:spcBef>
              <a:spcAft>
                <a:spcPts val="0"/>
              </a:spcAft>
              <a:buClr>
                <a:schemeClr val="accent5"/>
              </a:buClr>
              <a:buSzPts val="1400"/>
              <a:buFont typeface="Montserrat Medium"/>
              <a:buChar char="■"/>
              <a:defRPr>
                <a:solidFill>
                  <a:schemeClr val="accent5"/>
                </a:solidFill>
                <a:latin typeface="Montserrat Medium"/>
                <a:ea typeface="Montserrat Medium"/>
                <a:cs typeface="Montserrat Medium"/>
                <a:sym typeface="Montserrat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7" r:id="rId4"/>
    <p:sldLayoutId id="2147483658" r:id="rId5"/>
    <p:sldLayoutId id="2147483659" r:id="rId6"/>
    <p:sldLayoutId id="2147483666" r:id="rId7"/>
    <p:sldLayoutId id="2147483670" r:id="rId8"/>
    <p:sldLayoutId id="2147483673" r:id="rId9"/>
    <p:sldLayoutId id="2147483677" r:id="rId10"/>
    <p:sldLayoutId id="2147483680" r:id="rId11"/>
    <p:sldLayoutId id="214748368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0.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1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7FDFF"/>
        </a:solidFill>
        <a:effectLst/>
      </p:bgPr>
    </p:bg>
    <p:spTree>
      <p:nvGrpSpPr>
        <p:cNvPr id="1" name="Shape 2196"/>
        <p:cNvGrpSpPr/>
        <p:nvPr/>
      </p:nvGrpSpPr>
      <p:grpSpPr>
        <a:xfrm>
          <a:off x="0" y="0"/>
          <a:ext cx="0" cy="0"/>
          <a:chOff x="0" y="0"/>
          <a:chExt cx="0" cy="0"/>
        </a:xfrm>
      </p:grpSpPr>
      <p:sp>
        <p:nvSpPr>
          <p:cNvPr id="2197" name="Google Shape;2197;p42"/>
          <p:cNvSpPr txBox="1">
            <a:spLocks noGrp="1"/>
          </p:cNvSpPr>
          <p:nvPr>
            <p:ph type="subTitle" idx="1"/>
          </p:nvPr>
        </p:nvSpPr>
        <p:spPr>
          <a:xfrm>
            <a:off x="2031842" y="3236018"/>
            <a:ext cx="5633700" cy="39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Done by: Mohammad jouni</a:t>
            </a:r>
            <a:endParaRPr dirty="0"/>
          </a:p>
        </p:txBody>
      </p:sp>
      <p:grpSp>
        <p:nvGrpSpPr>
          <p:cNvPr id="2198" name="Google Shape;2198;p42"/>
          <p:cNvGrpSpPr/>
          <p:nvPr/>
        </p:nvGrpSpPr>
        <p:grpSpPr>
          <a:xfrm rot="1195952">
            <a:off x="7591859" y="1780472"/>
            <a:ext cx="1443522" cy="1788246"/>
            <a:chOff x="4463600" y="387275"/>
            <a:chExt cx="449175" cy="556425"/>
          </a:xfrm>
        </p:grpSpPr>
        <p:sp>
          <p:nvSpPr>
            <p:cNvPr id="2199" name="Google Shape;2199;p42"/>
            <p:cNvSpPr/>
            <p:nvPr/>
          </p:nvSpPr>
          <p:spPr>
            <a:xfrm>
              <a:off x="4463900" y="396050"/>
              <a:ext cx="159475" cy="126800"/>
            </a:xfrm>
            <a:custGeom>
              <a:avLst/>
              <a:gdLst/>
              <a:ahLst/>
              <a:cxnLst/>
              <a:rect l="l" t="t" r="r" b="b"/>
              <a:pathLst>
                <a:path w="6379" h="5072" extrusionOk="0">
                  <a:moveTo>
                    <a:pt x="1655" y="0"/>
                  </a:moveTo>
                  <a:cubicBezTo>
                    <a:pt x="1640" y="0"/>
                    <a:pt x="1625" y="0"/>
                    <a:pt x="1610" y="1"/>
                  </a:cubicBezTo>
                  <a:cubicBezTo>
                    <a:pt x="1087" y="16"/>
                    <a:pt x="588" y="329"/>
                    <a:pt x="320" y="780"/>
                  </a:cubicBezTo>
                  <a:cubicBezTo>
                    <a:pt x="303" y="810"/>
                    <a:pt x="286" y="841"/>
                    <a:pt x="271" y="872"/>
                  </a:cubicBezTo>
                  <a:cubicBezTo>
                    <a:pt x="256" y="897"/>
                    <a:pt x="245" y="925"/>
                    <a:pt x="233" y="950"/>
                  </a:cubicBezTo>
                  <a:cubicBezTo>
                    <a:pt x="0" y="1491"/>
                    <a:pt x="92" y="2155"/>
                    <a:pt x="448" y="2624"/>
                  </a:cubicBezTo>
                  <a:cubicBezTo>
                    <a:pt x="851" y="3155"/>
                    <a:pt x="1511" y="3405"/>
                    <a:pt x="2139" y="3631"/>
                  </a:cubicBezTo>
                  <a:lnTo>
                    <a:pt x="4786" y="4587"/>
                  </a:lnTo>
                  <a:cubicBezTo>
                    <a:pt x="5142" y="4715"/>
                    <a:pt x="5736" y="5025"/>
                    <a:pt x="6112" y="5067"/>
                  </a:cubicBezTo>
                  <a:cubicBezTo>
                    <a:pt x="6136" y="5070"/>
                    <a:pt x="6158" y="5071"/>
                    <a:pt x="6178" y="5071"/>
                  </a:cubicBezTo>
                  <a:cubicBezTo>
                    <a:pt x="6223" y="5071"/>
                    <a:pt x="6258" y="5064"/>
                    <a:pt x="6283" y="5051"/>
                  </a:cubicBezTo>
                  <a:cubicBezTo>
                    <a:pt x="6320" y="5035"/>
                    <a:pt x="6341" y="5005"/>
                    <a:pt x="6347" y="4969"/>
                  </a:cubicBezTo>
                  <a:cubicBezTo>
                    <a:pt x="6378" y="4818"/>
                    <a:pt x="6200" y="4533"/>
                    <a:pt x="6096" y="4318"/>
                  </a:cubicBezTo>
                  <a:cubicBezTo>
                    <a:pt x="5442" y="2926"/>
                    <a:pt x="4468" y="1683"/>
                    <a:pt x="3269" y="722"/>
                  </a:cubicBezTo>
                  <a:cubicBezTo>
                    <a:pt x="2799" y="346"/>
                    <a:pt x="2253" y="0"/>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42"/>
            <p:cNvSpPr/>
            <p:nvPr/>
          </p:nvSpPr>
          <p:spPr>
            <a:xfrm>
              <a:off x="4470650" y="415525"/>
              <a:ext cx="401775" cy="528175"/>
            </a:xfrm>
            <a:custGeom>
              <a:avLst/>
              <a:gdLst/>
              <a:ahLst/>
              <a:cxnLst/>
              <a:rect l="l" t="t" r="r" b="b"/>
              <a:pathLst>
                <a:path w="16071" h="21127" extrusionOk="0">
                  <a:moveTo>
                    <a:pt x="50" y="0"/>
                  </a:moveTo>
                  <a:cubicBezTo>
                    <a:pt x="33" y="30"/>
                    <a:pt x="16" y="61"/>
                    <a:pt x="1" y="92"/>
                  </a:cubicBezTo>
                  <a:cubicBezTo>
                    <a:pt x="1015" y="637"/>
                    <a:pt x="2002" y="1235"/>
                    <a:pt x="2953" y="1888"/>
                  </a:cubicBezTo>
                  <a:cubicBezTo>
                    <a:pt x="4020" y="2620"/>
                    <a:pt x="5042" y="3416"/>
                    <a:pt x="6013" y="4271"/>
                  </a:cubicBezTo>
                  <a:cubicBezTo>
                    <a:pt x="6435" y="4646"/>
                    <a:pt x="6849" y="5029"/>
                    <a:pt x="7252" y="5423"/>
                  </a:cubicBezTo>
                  <a:cubicBezTo>
                    <a:pt x="8611" y="6758"/>
                    <a:pt x="9848" y="8214"/>
                    <a:pt x="10943" y="9771"/>
                  </a:cubicBezTo>
                  <a:cubicBezTo>
                    <a:pt x="12071" y="11373"/>
                    <a:pt x="13050" y="13080"/>
                    <a:pt x="13863" y="14861"/>
                  </a:cubicBezTo>
                  <a:cubicBezTo>
                    <a:pt x="14677" y="16640"/>
                    <a:pt x="15327" y="18495"/>
                    <a:pt x="15798" y="20394"/>
                  </a:cubicBezTo>
                  <a:cubicBezTo>
                    <a:pt x="15855" y="20624"/>
                    <a:pt x="15911" y="20859"/>
                    <a:pt x="15963" y="21092"/>
                  </a:cubicBezTo>
                  <a:cubicBezTo>
                    <a:pt x="15968" y="21116"/>
                    <a:pt x="15985" y="21126"/>
                    <a:pt x="16004" y="21126"/>
                  </a:cubicBezTo>
                  <a:cubicBezTo>
                    <a:pt x="16035" y="21126"/>
                    <a:pt x="16071" y="21096"/>
                    <a:pt x="16062" y="21056"/>
                  </a:cubicBezTo>
                  <a:cubicBezTo>
                    <a:pt x="15628" y="19132"/>
                    <a:pt x="15017" y="17252"/>
                    <a:pt x="14235" y="15443"/>
                  </a:cubicBezTo>
                  <a:cubicBezTo>
                    <a:pt x="13459" y="13643"/>
                    <a:pt x="12517" y="11913"/>
                    <a:pt x="11425" y="10286"/>
                  </a:cubicBezTo>
                  <a:cubicBezTo>
                    <a:pt x="10359" y="8699"/>
                    <a:pt x="9147" y="7211"/>
                    <a:pt x="7814" y="5841"/>
                  </a:cubicBezTo>
                  <a:cubicBezTo>
                    <a:pt x="7257" y="5268"/>
                    <a:pt x="6676" y="4718"/>
                    <a:pt x="6076" y="4190"/>
                  </a:cubicBezTo>
                  <a:cubicBezTo>
                    <a:pt x="5272" y="3481"/>
                    <a:pt x="4433" y="2812"/>
                    <a:pt x="3562" y="2188"/>
                  </a:cubicBezTo>
                  <a:cubicBezTo>
                    <a:pt x="2440" y="1383"/>
                    <a:pt x="1267" y="652"/>
                    <a:pt x="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42"/>
            <p:cNvSpPr/>
            <p:nvPr/>
          </p:nvSpPr>
          <p:spPr>
            <a:xfrm>
              <a:off x="4596250" y="387275"/>
              <a:ext cx="92950" cy="180025"/>
            </a:xfrm>
            <a:custGeom>
              <a:avLst/>
              <a:gdLst/>
              <a:ahLst/>
              <a:cxnLst/>
              <a:rect l="l" t="t" r="r" b="b"/>
              <a:pathLst>
                <a:path w="3718" h="7201" extrusionOk="0">
                  <a:moveTo>
                    <a:pt x="1654" y="0"/>
                  </a:moveTo>
                  <a:cubicBezTo>
                    <a:pt x="1474" y="0"/>
                    <a:pt x="1293" y="30"/>
                    <a:pt x="1123" y="89"/>
                  </a:cubicBezTo>
                  <a:cubicBezTo>
                    <a:pt x="1091" y="101"/>
                    <a:pt x="1057" y="113"/>
                    <a:pt x="1025" y="128"/>
                  </a:cubicBezTo>
                  <a:cubicBezTo>
                    <a:pt x="999" y="138"/>
                    <a:pt x="971" y="150"/>
                    <a:pt x="945" y="164"/>
                  </a:cubicBezTo>
                  <a:cubicBezTo>
                    <a:pt x="419" y="428"/>
                    <a:pt x="65" y="995"/>
                    <a:pt x="35" y="1583"/>
                  </a:cubicBezTo>
                  <a:cubicBezTo>
                    <a:pt x="1" y="2248"/>
                    <a:pt x="345" y="2865"/>
                    <a:pt x="680" y="3442"/>
                  </a:cubicBezTo>
                  <a:lnTo>
                    <a:pt x="2092" y="5876"/>
                  </a:lnTo>
                  <a:cubicBezTo>
                    <a:pt x="2281" y="6202"/>
                    <a:pt x="2539" y="6821"/>
                    <a:pt x="2799" y="7097"/>
                  </a:cubicBezTo>
                  <a:cubicBezTo>
                    <a:pt x="2854" y="7155"/>
                    <a:pt x="2901" y="7186"/>
                    <a:pt x="2941" y="7196"/>
                  </a:cubicBezTo>
                  <a:cubicBezTo>
                    <a:pt x="2952" y="7199"/>
                    <a:pt x="2962" y="7200"/>
                    <a:pt x="2972" y="7200"/>
                  </a:cubicBezTo>
                  <a:cubicBezTo>
                    <a:pt x="2998" y="7200"/>
                    <a:pt x="3022" y="7191"/>
                    <a:pt x="3043" y="7174"/>
                  </a:cubicBezTo>
                  <a:cubicBezTo>
                    <a:pt x="3163" y="7078"/>
                    <a:pt x="3209" y="6744"/>
                    <a:pt x="3270" y="6514"/>
                  </a:cubicBezTo>
                  <a:cubicBezTo>
                    <a:pt x="3663" y="5028"/>
                    <a:pt x="3718" y="3450"/>
                    <a:pt x="3417" y="1942"/>
                  </a:cubicBezTo>
                  <a:cubicBezTo>
                    <a:pt x="3296" y="1337"/>
                    <a:pt x="3095" y="705"/>
                    <a:pt x="2612" y="323"/>
                  </a:cubicBezTo>
                  <a:cubicBezTo>
                    <a:pt x="2342" y="108"/>
                    <a:pt x="1998" y="0"/>
                    <a:pt x="1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42"/>
            <p:cNvSpPr/>
            <p:nvPr/>
          </p:nvSpPr>
          <p:spPr>
            <a:xfrm>
              <a:off x="4621875" y="389500"/>
              <a:ext cx="50450" cy="177800"/>
            </a:xfrm>
            <a:custGeom>
              <a:avLst/>
              <a:gdLst/>
              <a:ahLst/>
              <a:cxnLst/>
              <a:rect l="l" t="t" r="r" b="b"/>
              <a:pathLst>
                <a:path w="2018" h="7112" extrusionOk="0">
                  <a:moveTo>
                    <a:pt x="98" y="1"/>
                  </a:moveTo>
                  <a:cubicBezTo>
                    <a:pt x="66" y="12"/>
                    <a:pt x="32" y="24"/>
                    <a:pt x="0" y="39"/>
                  </a:cubicBezTo>
                  <a:cubicBezTo>
                    <a:pt x="429" y="1108"/>
                    <a:pt x="799" y="2202"/>
                    <a:pt x="1107" y="3313"/>
                  </a:cubicBezTo>
                  <a:cubicBezTo>
                    <a:pt x="1452" y="4559"/>
                    <a:pt x="1724" y="5827"/>
                    <a:pt x="1916" y="7107"/>
                  </a:cubicBezTo>
                  <a:cubicBezTo>
                    <a:pt x="1927" y="7110"/>
                    <a:pt x="1937" y="7111"/>
                    <a:pt x="1947" y="7111"/>
                  </a:cubicBezTo>
                  <a:cubicBezTo>
                    <a:pt x="1973" y="7111"/>
                    <a:pt x="1997" y="7102"/>
                    <a:pt x="2018" y="7085"/>
                  </a:cubicBezTo>
                  <a:cubicBezTo>
                    <a:pt x="1859" y="6025"/>
                    <a:pt x="1645" y="4973"/>
                    <a:pt x="1379" y="3935"/>
                  </a:cubicBezTo>
                  <a:cubicBezTo>
                    <a:pt x="1038" y="2597"/>
                    <a:pt x="610" y="1282"/>
                    <a:pt x="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42"/>
            <p:cNvSpPr/>
            <p:nvPr/>
          </p:nvSpPr>
          <p:spPr>
            <a:xfrm>
              <a:off x="4690225" y="439125"/>
              <a:ext cx="85875" cy="183000"/>
            </a:xfrm>
            <a:custGeom>
              <a:avLst/>
              <a:gdLst/>
              <a:ahLst/>
              <a:cxnLst/>
              <a:rect l="l" t="t" r="r" b="b"/>
              <a:pathLst>
                <a:path w="3435" h="7320" extrusionOk="0">
                  <a:moveTo>
                    <a:pt x="1794" y="0"/>
                  </a:moveTo>
                  <a:cubicBezTo>
                    <a:pt x="1760" y="0"/>
                    <a:pt x="1724" y="0"/>
                    <a:pt x="1688" y="3"/>
                  </a:cubicBezTo>
                  <a:cubicBezTo>
                    <a:pt x="1660" y="3"/>
                    <a:pt x="1632" y="5"/>
                    <a:pt x="1602" y="10"/>
                  </a:cubicBezTo>
                  <a:cubicBezTo>
                    <a:pt x="1017" y="77"/>
                    <a:pt x="488" y="485"/>
                    <a:pt x="259" y="1029"/>
                  </a:cubicBezTo>
                  <a:cubicBezTo>
                    <a:pt x="0" y="1641"/>
                    <a:pt x="111" y="2341"/>
                    <a:pt x="227" y="2996"/>
                  </a:cubicBezTo>
                  <a:cubicBezTo>
                    <a:pt x="390" y="3921"/>
                    <a:pt x="553" y="4844"/>
                    <a:pt x="717" y="5768"/>
                  </a:cubicBezTo>
                  <a:cubicBezTo>
                    <a:pt x="782" y="6140"/>
                    <a:pt x="812" y="6809"/>
                    <a:pt x="961" y="7156"/>
                  </a:cubicBezTo>
                  <a:cubicBezTo>
                    <a:pt x="993" y="7228"/>
                    <a:pt x="1027" y="7275"/>
                    <a:pt x="1060" y="7299"/>
                  </a:cubicBezTo>
                  <a:cubicBezTo>
                    <a:pt x="1081" y="7313"/>
                    <a:pt x="1102" y="7320"/>
                    <a:pt x="1124" y="7320"/>
                  </a:cubicBezTo>
                  <a:cubicBezTo>
                    <a:pt x="1137" y="7320"/>
                    <a:pt x="1150" y="7317"/>
                    <a:pt x="1163" y="7312"/>
                  </a:cubicBezTo>
                  <a:cubicBezTo>
                    <a:pt x="1308" y="7265"/>
                    <a:pt x="1467" y="6966"/>
                    <a:pt x="1603" y="6772"/>
                  </a:cubicBezTo>
                  <a:cubicBezTo>
                    <a:pt x="2484" y="5511"/>
                    <a:pt x="3077" y="4049"/>
                    <a:pt x="3313" y="2529"/>
                  </a:cubicBezTo>
                  <a:cubicBezTo>
                    <a:pt x="3407" y="1920"/>
                    <a:pt x="3435" y="1257"/>
                    <a:pt x="3113" y="732"/>
                  </a:cubicBezTo>
                  <a:cubicBezTo>
                    <a:pt x="2838" y="283"/>
                    <a:pt x="2319" y="9"/>
                    <a:pt x="1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2"/>
            <p:cNvSpPr/>
            <p:nvPr/>
          </p:nvSpPr>
          <p:spPr>
            <a:xfrm>
              <a:off x="4716700" y="439125"/>
              <a:ext cx="19375" cy="183000"/>
            </a:xfrm>
            <a:custGeom>
              <a:avLst/>
              <a:gdLst/>
              <a:ahLst/>
              <a:cxnLst/>
              <a:rect l="l" t="t" r="r" b="b"/>
              <a:pathLst>
                <a:path w="775" h="7320" extrusionOk="0">
                  <a:moveTo>
                    <a:pt x="735" y="0"/>
                  </a:moveTo>
                  <a:cubicBezTo>
                    <a:pt x="701" y="0"/>
                    <a:pt x="665" y="0"/>
                    <a:pt x="629" y="3"/>
                  </a:cubicBezTo>
                  <a:cubicBezTo>
                    <a:pt x="665" y="1154"/>
                    <a:pt x="636" y="2309"/>
                    <a:pt x="544" y="3457"/>
                  </a:cubicBezTo>
                  <a:cubicBezTo>
                    <a:pt x="441" y="4746"/>
                    <a:pt x="259" y="6030"/>
                    <a:pt x="1" y="7299"/>
                  </a:cubicBezTo>
                  <a:cubicBezTo>
                    <a:pt x="22" y="7313"/>
                    <a:pt x="43" y="7320"/>
                    <a:pt x="65" y="7320"/>
                  </a:cubicBezTo>
                  <a:cubicBezTo>
                    <a:pt x="78" y="7320"/>
                    <a:pt x="91" y="7317"/>
                    <a:pt x="104" y="7312"/>
                  </a:cubicBezTo>
                  <a:cubicBezTo>
                    <a:pt x="319" y="6262"/>
                    <a:pt x="480" y="5201"/>
                    <a:pt x="587" y="4137"/>
                  </a:cubicBezTo>
                  <a:cubicBezTo>
                    <a:pt x="724" y="2761"/>
                    <a:pt x="775" y="1380"/>
                    <a:pt x="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2"/>
            <p:cNvSpPr/>
            <p:nvPr/>
          </p:nvSpPr>
          <p:spPr>
            <a:xfrm>
              <a:off x="4759825" y="543075"/>
              <a:ext cx="85350" cy="181850"/>
            </a:xfrm>
            <a:custGeom>
              <a:avLst/>
              <a:gdLst/>
              <a:ahLst/>
              <a:cxnLst/>
              <a:rect l="l" t="t" r="r" b="b"/>
              <a:pathLst>
                <a:path w="3414" h="7274" extrusionOk="0">
                  <a:moveTo>
                    <a:pt x="1784" y="0"/>
                  </a:moveTo>
                  <a:cubicBezTo>
                    <a:pt x="1749" y="0"/>
                    <a:pt x="1714" y="0"/>
                    <a:pt x="1680" y="3"/>
                  </a:cubicBezTo>
                  <a:cubicBezTo>
                    <a:pt x="1651" y="3"/>
                    <a:pt x="1623" y="5"/>
                    <a:pt x="1593" y="9"/>
                  </a:cubicBezTo>
                  <a:cubicBezTo>
                    <a:pt x="1011" y="76"/>
                    <a:pt x="488" y="483"/>
                    <a:pt x="258" y="1022"/>
                  </a:cubicBezTo>
                  <a:cubicBezTo>
                    <a:pt x="0" y="1632"/>
                    <a:pt x="112" y="2326"/>
                    <a:pt x="226" y="2978"/>
                  </a:cubicBezTo>
                  <a:cubicBezTo>
                    <a:pt x="390" y="3896"/>
                    <a:pt x="552" y="4813"/>
                    <a:pt x="715" y="5732"/>
                  </a:cubicBezTo>
                  <a:cubicBezTo>
                    <a:pt x="780" y="6100"/>
                    <a:pt x="810" y="6766"/>
                    <a:pt x="957" y="7111"/>
                  </a:cubicBezTo>
                  <a:cubicBezTo>
                    <a:pt x="988" y="7183"/>
                    <a:pt x="1021" y="7228"/>
                    <a:pt x="1055" y="7251"/>
                  </a:cubicBezTo>
                  <a:cubicBezTo>
                    <a:pt x="1076" y="7266"/>
                    <a:pt x="1097" y="7273"/>
                    <a:pt x="1119" y="7273"/>
                  </a:cubicBezTo>
                  <a:cubicBezTo>
                    <a:pt x="1132" y="7273"/>
                    <a:pt x="1145" y="7270"/>
                    <a:pt x="1158" y="7265"/>
                  </a:cubicBezTo>
                  <a:cubicBezTo>
                    <a:pt x="1303" y="7219"/>
                    <a:pt x="1460" y="6924"/>
                    <a:pt x="1594" y="6728"/>
                  </a:cubicBezTo>
                  <a:cubicBezTo>
                    <a:pt x="2469" y="5475"/>
                    <a:pt x="3057" y="4022"/>
                    <a:pt x="3291" y="2512"/>
                  </a:cubicBezTo>
                  <a:cubicBezTo>
                    <a:pt x="3384" y="1906"/>
                    <a:pt x="3413" y="1248"/>
                    <a:pt x="3093" y="727"/>
                  </a:cubicBezTo>
                  <a:cubicBezTo>
                    <a:pt x="2821" y="281"/>
                    <a:pt x="2305" y="8"/>
                    <a:pt x="1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2"/>
            <p:cNvSpPr/>
            <p:nvPr/>
          </p:nvSpPr>
          <p:spPr>
            <a:xfrm>
              <a:off x="4786200" y="543075"/>
              <a:ext cx="19225" cy="181850"/>
            </a:xfrm>
            <a:custGeom>
              <a:avLst/>
              <a:gdLst/>
              <a:ahLst/>
              <a:cxnLst/>
              <a:rect l="l" t="t" r="r" b="b"/>
              <a:pathLst>
                <a:path w="769" h="7274" extrusionOk="0">
                  <a:moveTo>
                    <a:pt x="729" y="0"/>
                  </a:moveTo>
                  <a:cubicBezTo>
                    <a:pt x="694" y="0"/>
                    <a:pt x="659" y="0"/>
                    <a:pt x="625" y="3"/>
                  </a:cubicBezTo>
                  <a:cubicBezTo>
                    <a:pt x="659" y="1147"/>
                    <a:pt x="631" y="2294"/>
                    <a:pt x="539" y="3436"/>
                  </a:cubicBezTo>
                  <a:cubicBezTo>
                    <a:pt x="437" y="4716"/>
                    <a:pt x="256" y="5992"/>
                    <a:pt x="0" y="7251"/>
                  </a:cubicBezTo>
                  <a:cubicBezTo>
                    <a:pt x="21" y="7266"/>
                    <a:pt x="42" y="7273"/>
                    <a:pt x="64" y="7273"/>
                  </a:cubicBezTo>
                  <a:cubicBezTo>
                    <a:pt x="77" y="7273"/>
                    <a:pt x="90" y="7270"/>
                    <a:pt x="103" y="7265"/>
                  </a:cubicBezTo>
                  <a:cubicBezTo>
                    <a:pt x="316" y="6223"/>
                    <a:pt x="476" y="5169"/>
                    <a:pt x="581" y="4109"/>
                  </a:cubicBezTo>
                  <a:cubicBezTo>
                    <a:pt x="719" y="2744"/>
                    <a:pt x="769" y="1372"/>
                    <a:pt x="7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2"/>
            <p:cNvSpPr/>
            <p:nvPr/>
          </p:nvSpPr>
          <p:spPr>
            <a:xfrm>
              <a:off x="4826450" y="640075"/>
              <a:ext cx="86325" cy="177525"/>
            </a:xfrm>
            <a:custGeom>
              <a:avLst/>
              <a:gdLst/>
              <a:ahLst/>
              <a:cxnLst/>
              <a:rect l="l" t="t" r="r" b="b"/>
              <a:pathLst>
                <a:path w="3453" h="7101" extrusionOk="0">
                  <a:moveTo>
                    <a:pt x="1784" y="1"/>
                  </a:moveTo>
                  <a:cubicBezTo>
                    <a:pt x="1222" y="1"/>
                    <a:pt x="672" y="314"/>
                    <a:pt x="374" y="790"/>
                  </a:cubicBezTo>
                  <a:cubicBezTo>
                    <a:pt x="22" y="1350"/>
                    <a:pt x="21" y="2053"/>
                    <a:pt x="29" y="2715"/>
                  </a:cubicBezTo>
                  <a:cubicBezTo>
                    <a:pt x="43" y="3648"/>
                    <a:pt x="57" y="4578"/>
                    <a:pt x="70" y="5511"/>
                  </a:cubicBezTo>
                  <a:cubicBezTo>
                    <a:pt x="75" y="5887"/>
                    <a:pt x="0" y="6549"/>
                    <a:pt x="90" y="6912"/>
                  </a:cubicBezTo>
                  <a:cubicBezTo>
                    <a:pt x="109" y="6988"/>
                    <a:pt x="135" y="7039"/>
                    <a:pt x="165" y="7067"/>
                  </a:cubicBezTo>
                  <a:cubicBezTo>
                    <a:pt x="188" y="7090"/>
                    <a:pt x="215" y="7100"/>
                    <a:pt x="243" y="7100"/>
                  </a:cubicBezTo>
                  <a:cubicBezTo>
                    <a:pt x="250" y="7100"/>
                    <a:pt x="257" y="7100"/>
                    <a:pt x="264" y="7099"/>
                  </a:cubicBezTo>
                  <a:cubicBezTo>
                    <a:pt x="414" y="7074"/>
                    <a:pt x="616" y="6808"/>
                    <a:pt x="780" y="6635"/>
                  </a:cubicBezTo>
                  <a:cubicBezTo>
                    <a:pt x="1844" y="5538"/>
                    <a:pt x="2658" y="4198"/>
                    <a:pt x="3130" y="2745"/>
                  </a:cubicBezTo>
                  <a:cubicBezTo>
                    <a:pt x="3319" y="2162"/>
                    <a:pt x="3452" y="1517"/>
                    <a:pt x="3220" y="950"/>
                  </a:cubicBezTo>
                  <a:cubicBezTo>
                    <a:pt x="3021" y="467"/>
                    <a:pt x="2556" y="114"/>
                    <a:pt x="2043" y="23"/>
                  </a:cubicBezTo>
                  <a:cubicBezTo>
                    <a:pt x="2008" y="17"/>
                    <a:pt x="1973" y="12"/>
                    <a:pt x="1938" y="10"/>
                  </a:cubicBezTo>
                  <a:cubicBezTo>
                    <a:pt x="1910" y="7"/>
                    <a:pt x="1881" y="5"/>
                    <a:pt x="1852" y="3"/>
                  </a:cubicBezTo>
                  <a:cubicBezTo>
                    <a:pt x="1830" y="2"/>
                    <a:pt x="1807" y="1"/>
                    <a:pt x="1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2"/>
            <p:cNvSpPr/>
            <p:nvPr/>
          </p:nvSpPr>
          <p:spPr>
            <a:xfrm>
              <a:off x="4830575" y="640325"/>
              <a:ext cx="47000" cy="177275"/>
            </a:xfrm>
            <a:custGeom>
              <a:avLst/>
              <a:gdLst/>
              <a:ahLst/>
              <a:cxnLst/>
              <a:rect l="l" t="t" r="r" b="b"/>
              <a:pathLst>
                <a:path w="1880" h="7091" extrusionOk="0">
                  <a:moveTo>
                    <a:pt x="1775" y="1"/>
                  </a:moveTo>
                  <a:cubicBezTo>
                    <a:pt x="1627" y="1135"/>
                    <a:pt x="1415" y="2263"/>
                    <a:pt x="1143" y="3375"/>
                  </a:cubicBezTo>
                  <a:cubicBezTo>
                    <a:pt x="837" y="4624"/>
                    <a:pt x="454" y="5854"/>
                    <a:pt x="0" y="7057"/>
                  </a:cubicBezTo>
                  <a:cubicBezTo>
                    <a:pt x="23" y="7080"/>
                    <a:pt x="50" y="7090"/>
                    <a:pt x="78" y="7090"/>
                  </a:cubicBezTo>
                  <a:cubicBezTo>
                    <a:pt x="85" y="7090"/>
                    <a:pt x="92" y="7090"/>
                    <a:pt x="99" y="7089"/>
                  </a:cubicBezTo>
                  <a:cubicBezTo>
                    <a:pt x="476" y="6093"/>
                    <a:pt x="802" y="5077"/>
                    <a:pt x="1079" y="4047"/>
                  </a:cubicBezTo>
                  <a:cubicBezTo>
                    <a:pt x="1432" y="2721"/>
                    <a:pt x="1700" y="1374"/>
                    <a:pt x="1879" y="15"/>
                  </a:cubicBezTo>
                  <a:cubicBezTo>
                    <a:pt x="1844" y="8"/>
                    <a:pt x="1809" y="3"/>
                    <a:pt x="1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2"/>
            <p:cNvSpPr/>
            <p:nvPr/>
          </p:nvSpPr>
          <p:spPr>
            <a:xfrm>
              <a:off x="4463600" y="498550"/>
              <a:ext cx="185400" cy="82950"/>
            </a:xfrm>
            <a:custGeom>
              <a:avLst/>
              <a:gdLst/>
              <a:ahLst/>
              <a:cxnLst/>
              <a:rect l="l" t="t" r="r" b="b"/>
              <a:pathLst>
                <a:path w="7416" h="3318" extrusionOk="0">
                  <a:moveTo>
                    <a:pt x="1795" y="0"/>
                  </a:moveTo>
                  <a:cubicBezTo>
                    <a:pt x="1652" y="0"/>
                    <a:pt x="1509" y="14"/>
                    <a:pt x="1367" y="46"/>
                  </a:cubicBezTo>
                  <a:cubicBezTo>
                    <a:pt x="792" y="176"/>
                    <a:pt x="296" y="624"/>
                    <a:pt x="127" y="1188"/>
                  </a:cubicBezTo>
                  <a:cubicBezTo>
                    <a:pt x="119" y="1217"/>
                    <a:pt x="111" y="1245"/>
                    <a:pt x="105" y="1271"/>
                  </a:cubicBezTo>
                  <a:cubicBezTo>
                    <a:pt x="96" y="1305"/>
                    <a:pt x="90" y="1341"/>
                    <a:pt x="85" y="1375"/>
                  </a:cubicBezTo>
                  <a:cubicBezTo>
                    <a:pt x="0" y="1893"/>
                    <a:pt x="181" y="2452"/>
                    <a:pt x="573" y="2802"/>
                  </a:cubicBezTo>
                  <a:cubicBezTo>
                    <a:pt x="1033" y="3211"/>
                    <a:pt x="1689" y="3299"/>
                    <a:pt x="2307" y="3315"/>
                  </a:cubicBezTo>
                  <a:cubicBezTo>
                    <a:pt x="2382" y="3316"/>
                    <a:pt x="2457" y="3317"/>
                    <a:pt x="2532" y="3317"/>
                  </a:cubicBezTo>
                  <a:cubicBezTo>
                    <a:pt x="3995" y="3317"/>
                    <a:pt x="5456" y="2993"/>
                    <a:pt x="6783" y="2380"/>
                  </a:cubicBezTo>
                  <a:cubicBezTo>
                    <a:pt x="7001" y="2282"/>
                    <a:pt x="7322" y="2180"/>
                    <a:pt x="7394" y="2044"/>
                  </a:cubicBezTo>
                  <a:cubicBezTo>
                    <a:pt x="7412" y="2012"/>
                    <a:pt x="7416" y="1977"/>
                    <a:pt x="7397" y="1940"/>
                  </a:cubicBezTo>
                  <a:cubicBezTo>
                    <a:pt x="7381" y="1903"/>
                    <a:pt x="7342" y="1862"/>
                    <a:pt x="7276" y="1817"/>
                  </a:cubicBezTo>
                  <a:cubicBezTo>
                    <a:pt x="6959" y="1610"/>
                    <a:pt x="6306" y="1462"/>
                    <a:pt x="5952" y="1332"/>
                  </a:cubicBezTo>
                  <a:cubicBezTo>
                    <a:pt x="5071" y="1008"/>
                    <a:pt x="4191" y="684"/>
                    <a:pt x="3310" y="361"/>
                  </a:cubicBezTo>
                  <a:cubicBezTo>
                    <a:pt x="2821" y="181"/>
                    <a:pt x="2307" y="0"/>
                    <a:pt x="1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2"/>
            <p:cNvSpPr/>
            <p:nvPr/>
          </p:nvSpPr>
          <p:spPr>
            <a:xfrm>
              <a:off x="4465700" y="530400"/>
              <a:ext cx="183300" cy="19525"/>
            </a:xfrm>
            <a:custGeom>
              <a:avLst/>
              <a:gdLst/>
              <a:ahLst/>
              <a:cxnLst/>
              <a:rect l="l" t="t" r="r" b="b"/>
              <a:pathLst>
                <a:path w="7332" h="781" extrusionOk="0">
                  <a:moveTo>
                    <a:pt x="21" y="0"/>
                  </a:moveTo>
                  <a:cubicBezTo>
                    <a:pt x="12" y="34"/>
                    <a:pt x="6" y="69"/>
                    <a:pt x="1" y="104"/>
                  </a:cubicBezTo>
                  <a:cubicBezTo>
                    <a:pt x="1352" y="386"/>
                    <a:pt x="2720" y="580"/>
                    <a:pt x="4098" y="687"/>
                  </a:cubicBezTo>
                  <a:cubicBezTo>
                    <a:pt x="4904" y="749"/>
                    <a:pt x="5713" y="780"/>
                    <a:pt x="6522" y="780"/>
                  </a:cubicBezTo>
                  <a:cubicBezTo>
                    <a:pt x="6785" y="780"/>
                    <a:pt x="7048" y="777"/>
                    <a:pt x="7310" y="770"/>
                  </a:cubicBezTo>
                  <a:cubicBezTo>
                    <a:pt x="7328" y="738"/>
                    <a:pt x="7332" y="703"/>
                    <a:pt x="7313" y="666"/>
                  </a:cubicBezTo>
                  <a:lnTo>
                    <a:pt x="7313" y="666"/>
                  </a:lnTo>
                  <a:cubicBezTo>
                    <a:pt x="7056" y="672"/>
                    <a:pt x="6798" y="675"/>
                    <a:pt x="6541" y="675"/>
                  </a:cubicBezTo>
                  <a:cubicBezTo>
                    <a:pt x="5505" y="675"/>
                    <a:pt x="4469" y="625"/>
                    <a:pt x="3437" y="524"/>
                  </a:cubicBezTo>
                  <a:cubicBezTo>
                    <a:pt x="2291" y="412"/>
                    <a:pt x="1149" y="237"/>
                    <a:pt x="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2"/>
            <p:cNvSpPr/>
            <p:nvPr/>
          </p:nvSpPr>
          <p:spPr>
            <a:xfrm>
              <a:off x="4529750" y="585700"/>
              <a:ext cx="182950" cy="81375"/>
            </a:xfrm>
            <a:custGeom>
              <a:avLst/>
              <a:gdLst/>
              <a:ahLst/>
              <a:cxnLst/>
              <a:rect l="l" t="t" r="r" b="b"/>
              <a:pathLst>
                <a:path w="7318" h="3255" extrusionOk="0">
                  <a:moveTo>
                    <a:pt x="1837" y="1"/>
                  </a:moveTo>
                  <a:cubicBezTo>
                    <a:pt x="1589" y="1"/>
                    <a:pt x="1344" y="34"/>
                    <a:pt x="1110" y="121"/>
                  </a:cubicBezTo>
                  <a:cubicBezTo>
                    <a:pt x="559" y="323"/>
                    <a:pt x="129" y="828"/>
                    <a:pt x="34" y="1406"/>
                  </a:cubicBezTo>
                  <a:cubicBezTo>
                    <a:pt x="29" y="1434"/>
                    <a:pt x="26" y="1463"/>
                    <a:pt x="23" y="1491"/>
                  </a:cubicBezTo>
                  <a:cubicBezTo>
                    <a:pt x="19" y="1526"/>
                    <a:pt x="17" y="1561"/>
                    <a:pt x="17" y="1597"/>
                  </a:cubicBezTo>
                  <a:cubicBezTo>
                    <a:pt x="0" y="2118"/>
                    <a:pt x="249" y="2645"/>
                    <a:pt x="679" y="2939"/>
                  </a:cubicBezTo>
                  <a:cubicBezTo>
                    <a:pt x="1035" y="3182"/>
                    <a:pt x="1467" y="3255"/>
                    <a:pt x="1904" y="3255"/>
                  </a:cubicBezTo>
                  <a:cubicBezTo>
                    <a:pt x="2088" y="3255"/>
                    <a:pt x="2273" y="3242"/>
                    <a:pt x="2453" y="3223"/>
                  </a:cubicBezTo>
                  <a:cubicBezTo>
                    <a:pt x="3973" y="3060"/>
                    <a:pt x="5452" y="2542"/>
                    <a:pt x="6745" y="1727"/>
                  </a:cubicBezTo>
                  <a:cubicBezTo>
                    <a:pt x="6946" y="1598"/>
                    <a:pt x="7250" y="1455"/>
                    <a:pt x="7304" y="1314"/>
                  </a:cubicBezTo>
                  <a:cubicBezTo>
                    <a:pt x="7318" y="1281"/>
                    <a:pt x="7317" y="1244"/>
                    <a:pt x="7293" y="1211"/>
                  </a:cubicBezTo>
                  <a:cubicBezTo>
                    <a:pt x="7272" y="1176"/>
                    <a:pt x="7227" y="1140"/>
                    <a:pt x="7157" y="1106"/>
                  </a:cubicBezTo>
                  <a:cubicBezTo>
                    <a:pt x="6819" y="942"/>
                    <a:pt x="6156" y="881"/>
                    <a:pt x="5791" y="798"/>
                  </a:cubicBezTo>
                  <a:cubicBezTo>
                    <a:pt x="4881" y="592"/>
                    <a:pt x="3971" y="386"/>
                    <a:pt x="3063" y="182"/>
                  </a:cubicBezTo>
                  <a:cubicBezTo>
                    <a:pt x="2662" y="91"/>
                    <a:pt x="2245" y="1"/>
                    <a:pt x="1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2"/>
            <p:cNvSpPr/>
            <p:nvPr/>
          </p:nvSpPr>
          <p:spPr>
            <a:xfrm>
              <a:off x="4530150" y="615950"/>
              <a:ext cx="182550" cy="11975"/>
            </a:xfrm>
            <a:custGeom>
              <a:avLst/>
              <a:gdLst/>
              <a:ahLst/>
              <a:cxnLst/>
              <a:rect l="l" t="t" r="r" b="b"/>
              <a:pathLst>
                <a:path w="7302" h="479" extrusionOk="0">
                  <a:moveTo>
                    <a:pt x="7277" y="1"/>
                  </a:moveTo>
                  <a:cubicBezTo>
                    <a:pt x="6007" y="198"/>
                    <a:pt x="4724" y="317"/>
                    <a:pt x="3439" y="359"/>
                  </a:cubicBezTo>
                  <a:cubicBezTo>
                    <a:pt x="3098" y="370"/>
                    <a:pt x="2756" y="376"/>
                    <a:pt x="2415" y="376"/>
                  </a:cubicBezTo>
                  <a:cubicBezTo>
                    <a:pt x="1611" y="376"/>
                    <a:pt x="807" y="344"/>
                    <a:pt x="7" y="281"/>
                  </a:cubicBezTo>
                  <a:cubicBezTo>
                    <a:pt x="3" y="316"/>
                    <a:pt x="1" y="351"/>
                    <a:pt x="1" y="387"/>
                  </a:cubicBezTo>
                  <a:cubicBezTo>
                    <a:pt x="806" y="448"/>
                    <a:pt x="1614" y="479"/>
                    <a:pt x="2422" y="479"/>
                  </a:cubicBezTo>
                  <a:cubicBezTo>
                    <a:pt x="2986" y="479"/>
                    <a:pt x="3549" y="464"/>
                    <a:pt x="4112" y="434"/>
                  </a:cubicBezTo>
                  <a:cubicBezTo>
                    <a:pt x="5175" y="377"/>
                    <a:pt x="6236" y="268"/>
                    <a:pt x="7288" y="104"/>
                  </a:cubicBezTo>
                  <a:cubicBezTo>
                    <a:pt x="7302" y="71"/>
                    <a:pt x="7301" y="34"/>
                    <a:pt x="72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2"/>
            <p:cNvSpPr/>
            <p:nvPr/>
          </p:nvSpPr>
          <p:spPr>
            <a:xfrm>
              <a:off x="4592775" y="670525"/>
              <a:ext cx="183850" cy="81550"/>
            </a:xfrm>
            <a:custGeom>
              <a:avLst/>
              <a:gdLst/>
              <a:ahLst/>
              <a:cxnLst/>
              <a:rect l="l" t="t" r="r" b="b"/>
              <a:pathLst>
                <a:path w="7354" h="3262" extrusionOk="0">
                  <a:moveTo>
                    <a:pt x="1814" y="0"/>
                  </a:moveTo>
                  <a:cubicBezTo>
                    <a:pt x="1610" y="0"/>
                    <a:pt x="1408" y="25"/>
                    <a:pt x="1211" y="87"/>
                  </a:cubicBezTo>
                  <a:cubicBezTo>
                    <a:pt x="653" y="261"/>
                    <a:pt x="195" y="743"/>
                    <a:pt x="73" y="1316"/>
                  </a:cubicBezTo>
                  <a:cubicBezTo>
                    <a:pt x="66" y="1345"/>
                    <a:pt x="61" y="1373"/>
                    <a:pt x="57" y="1402"/>
                  </a:cubicBezTo>
                  <a:cubicBezTo>
                    <a:pt x="51" y="1436"/>
                    <a:pt x="47" y="1471"/>
                    <a:pt x="45" y="1506"/>
                  </a:cubicBezTo>
                  <a:cubicBezTo>
                    <a:pt x="0" y="2026"/>
                    <a:pt x="223" y="2565"/>
                    <a:pt x="640" y="2880"/>
                  </a:cubicBezTo>
                  <a:cubicBezTo>
                    <a:pt x="1040" y="3182"/>
                    <a:pt x="1554" y="3261"/>
                    <a:pt x="2063" y="3261"/>
                  </a:cubicBezTo>
                  <a:cubicBezTo>
                    <a:pt x="2175" y="3261"/>
                    <a:pt x="2287" y="3257"/>
                    <a:pt x="2398" y="3251"/>
                  </a:cubicBezTo>
                  <a:cubicBezTo>
                    <a:pt x="3924" y="3164"/>
                    <a:pt x="5427" y="2721"/>
                    <a:pt x="6759" y="1971"/>
                  </a:cubicBezTo>
                  <a:cubicBezTo>
                    <a:pt x="6966" y="1853"/>
                    <a:pt x="7276" y="1725"/>
                    <a:pt x="7338" y="1585"/>
                  </a:cubicBezTo>
                  <a:cubicBezTo>
                    <a:pt x="7353" y="1552"/>
                    <a:pt x="7353" y="1517"/>
                    <a:pt x="7333" y="1482"/>
                  </a:cubicBezTo>
                  <a:cubicBezTo>
                    <a:pt x="7314" y="1446"/>
                    <a:pt x="7271" y="1409"/>
                    <a:pt x="7203" y="1372"/>
                  </a:cubicBezTo>
                  <a:cubicBezTo>
                    <a:pt x="6873" y="1191"/>
                    <a:pt x="6215" y="1097"/>
                    <a:pt x="5854" y="996"/>
                  </a:cubicBezTo>
                  <a:cubicBezTo>
                    <a:pt x="4956" y="746"/>
                    <a:pt x="4058" y="495"/>
                    <a:pt x="3160" y="244"/>
                  </a:cubicBezTo>
                  <a:cubicBezTo>
                    <a:pt x="2722" y="122"/>
                    <a:pt x="2263" y="0"/>
                    <a:pt x="1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2"/>
            <p:cNvSpPr/>
            <p:nvPr/>
          </p:nvSpPr>
          <p:spPr>
            <a:xfrm>
              <a:off x="4593875" y="705500"/>
              <a:ext cx="182750" cy="8975"/>
            </a:xfrm>
            <a:custGeom>
              <a:avLst/>
              <a:gdLst/>
              <a:ahLst/>
              <a:cxnLst/>
              <a:rect l="l" t="t" r="r" b="b"/>
              <a:pathLst>
                <a:path w="7310" h="359" extrusionOk="0">
                  <a:moveTo>
                    <a:pt x="13" y="1"/>
                  </a:moveTo>
                  <a:cubicBezTo>
                    <a:pt x="7" y="36"/>
                    <a:pt x="3" y="71"/>
                    <a:pt x="1" y="106"/>
                  </a:cubicBezTo>
                  <a:cubicBezTo>
                    <a:pt x="1338" y="275"/>
                    <a:pt x="2682" y="359"/>
                    <a:pt x="4030" y="359"/>
                  </a:cubicBezTo>
                  <a:cubicBezTo>
                    <a:pt x="4055" y="359"/>
                    <a:pt x="4079" y="359"/>
                    <a:pt x="4104" y="359"/>
                  </a:cubicBezTo>
                  <a:cubicBezTo>
                    <a:pt x="5170" y="355"/>
                    <a:pt x="6235" y="299"/>
                    <a:pt x="7294" y="186"/>
                  </a:cubicBezTo>
                  <a:cubicBezTo>
                    <a:pt x="7309" y="153"/>
                    <a:pt x="7309" y="118"/>
                    <a:pt x="7289" y="83"/>
                  </a:cubicBezTo>
                  <a:cubicBezTo>
                    <a:pt x="6190" y="198"/>
                    <a:pt x="5083" y="255"/>
                    <a:pt x="3978" y="255"/>
                  </a:cubicBezTo>
                  <a:cubicBezTo>
                    <a:pt x="3798" y="255"/>
                    <a:pt x="3618" y="253"/>
                    <a:pt x="3438" y="250"/>
                  </a:cubicBezTo>
                  <a:cubicBezTo>
                    <a:pt x="2293" y="231"/>
                    <a:pt x="1148" y="147"/>
                    <a:pt x="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2"/>
            <p:cNvSpPr/>
            <p:nvPr/>
          </p:nvSpPr>
          <p:spPr>
            <a:xfrm>
              <a:off x="4658000" y="754900"/>
              <a:ext cx="179700" cy="91050"/>
            </a:xfrm>
            <a:custGeom>
              <a:avLst/>
              <a:gdLst/>
              <a:ahLst/>
              <a:cxnLst/>
              <a:rect l="l" t="t" r="r" b="b"/>
              <a:pathLst>
                <a:path w="7188" h="3642" extrusionOk="0">
                  <a:moveTo>
                    <a:pt x="1732" y="1"/>
                  </a:moveTo>
                  <a:cubicBezTo>
                    <a:pt x="1725" y="1"/>
                    <a:pt x="1718" y="1"/>
                    <a:pt x="1710" y="1"/>
                  </a:cubicBezTo>
                  <a:cubicBezTo>
                    <a:pt x="1125" y="9"/>
                    <a:pt x="551" y="341"/>
                    <a:pt x="270" y="855"/>
                  </a:cubicBezTo>
                  <a:cubicBezTo>
                    <a:pt x="255" y="881"/>
                    <a:pt x="243" y="907"/>
                    <a:pt x="231" y="933"/>
                  </a:cubicBezTo>
                  <a:cubicBezTo>
                    <a:pt x="215" y="964"/>
                    <a:pt x="201" y="996"/>
                    <a:pt x="189" y="1030"/>
                  </a:cubicBezTo>
                  <a:cubicBezTo>
                    <a:pt x="0" y="1515"/>
                    <a:pt x="59" y="2096"/>
                    <a:pt x="369" y="2517"/>
                  </a:cubicBezTo>
                  <a:cubicBezTo>
                    <a:pt x="731" y="3009"/>
                    <a:pt x="1352" y="3231"/>
                    <a:pt x="1947" y="3375"/>
                  </a:cubicBezTo>
                  <a:cubicBezTo>
                    <a:pt x="2701" y="3553"/>
                    <a:pt x="3475" y="3642"/>
                    <a:pt x="4250" y="3642"/>
                  </a:cubicBezTo>
                  <a:cubicBezTo>
                    <a:pt x="5004" y="3642"/>
                    <a:pt x="5757" y="3558"/>
                    <a:pt x="6491" y="3391"/>
                  </a:cubicBezTo>
                  <a:cubicBezTo>
                    <a:pt x="6721" y="3337"/>
                    <a:pt x="7055" y="3303"/>
                    <a:pt x="7153" y="3188"/>
                  </a:cubicBezTo>
                  <a:cubicBezTo>
                    <a:pt x="7178" y="3161"/>
                    <a:pt x="7188" y="3127"/>
                    <a:pt x="7179" y="3087"/>
                  </a:cubicBezTo>
                  <a:cubicBezTo>
                    <a:pt x="7169" y="3047"/>
                    <a:pt x="7141" y="2999"/>
                    <a:pt x="7086" y="2942"/>
                  </a:cubicBezTo>
                  <a:cubicBezTo>
                    <a:pt x="6822" y="2676"/>
                    <a:pt x="6217" y="2397"/>
                    <a:pt x="5900" y="2198"/>
                  </a:cubicBezTo>
                  <a:cubicBezTo>
                    <a:pt x="5111" y="1702"/>
                    <a:pt x="4323" y="1205"/>
                    <a:pt x="3534" y="708"/>
                  </a:cubicBezTo>
                  <a:cubicBezTo>
                    <a:pt x="2980" y="360"/>
                    <a:pt x="2386" y="1"/>
                    <a:pt x="17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2"/>
            <p:cNvSpPr/>
            <p:nvPr/>
          </p:nvSpPr>
          <p:spPr>
            <a:xfrm>
              <a:off x="4662650" y="778200"/>
              <a:ext cx="175050" cy="56400"/>
            </a:xfrm>
            <a:custGeom>
              <a:avLst/>
              <a:gdLst/>
              <a:ahLst/>
              <a:cxnLst/>
              <a:rect l="l" t="t" r="r" b="b"/>
              <a:pathLst>
                <a:path w="7002" h="2256" extrusionOk="0">
                  <a:moveTo>
                    <a:pt x="42" y="1"/>
                  </a:moveTo>
                  <a:cubicBezTo>
                    <a:pt x="27" y="32"/>
                    <a:pt x="12" y="64"/>
                    <a:pt x="1" y="98"/>
                  </a:cubicBezTo>
                  <a:cubicBezTo>
                    <a:pt x="1255" y="651"/>
                    <a:pt x="2546" y="1123"/>
                    <a:pt x="3862" y="1510"/>
                  </a:cubicBezTo>
                  <a:cubicBezTo>
                    <a:pt x="4883" y="1811"/>
                    <a:pt x="5920" y="2061"/>
                    <a:pt x="6967" y="2256"/>
                  </a:cubicBezTo>
                  <a:cubicBezTo>
                    <a:pt x="6992" y="2229"/>
                    <a:pt x="7002" y="2195"/>
                    <a:pt x="6993" y="2155"/>
                  </a:cubicBezTo>
                  <a:cubicBezTo>
                    <a:pt x="5730" y="1917"/>
                    <a:pt x="4480" y="1605"/>
                    <a:pt x="3255" y="1215"/>
                  </a:cubicBezTo>
                  <a:cubicBezTo>
                    <a:pt x="2163" y="870"/>
                    <a:pt x="1090" y="464"/>
                    <a:pt x="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7" name="Google Shape;2217;p42"/>
          <p:cNvGrpSpPr/>
          <p:nvPr/>
        </p:nvGrpSpPr>
        <p:grpSpPr>
          <a:xfrm rot="-514551" flipH="1">
            <a:off x="6585751" y="2764154"/>
            <a:ext cx="1313351" cy="1102436"/>
            <a:chOff x="4980800" y="405075"/>
            <a:chExt cx="402725" cy="338050"/>
          </a:xfrm>
        </p:grpSpPr>
        <p:sp>
          <p:nvSpPr>
            <p:cNvPr id="2218" name="Google Shape;2218;p42"/>
            <p:cNvSpPr/>
            <p:nvPr/>
          </p:nvSpPr>
          <p:spPr>
            <a:xfrm>
              <a:off x="4980800" y="405075"/>
              <a:ext cx="402675" cy="338050"/>
            </a:xfrm>
            <a:custGeom>
              <a:avLst/>
              <a:gdLst/>
              <a:ahLst/>
              <a:cxnLst/>
              <a:rect l="l" t="t" r="r" b="b"/>
              <a:pathLst>
                <a:path w="16107" h="13522" extrusionOk="0">
                  <a:moveTo>
                    <a:pt x="16107" y="0"/>
                  </a:moveTo>
                  <a:cubicBezTo>
                    <a:pt x="16106" y="1"/>
                    <a:pt x="16106" y="1"/>
                    <a:pt x="16106" y="2"/>
                  </a:cubicBezTo>
                  <a:lnTo>
                    <a:pt x="16107" y="2"/>
                  </a:lnTo>
                  <a:lnTo>
                    <a:pt x="16107" y="0"/>
                  </a:lnTo>
                  <a:close/>
                  <a:moveTo>
                    <a:pt x="16050" y="2"/>
                  </a:moveTo>
                  <a:cubicBezTo>
                    <a:pt x="14593" y="3"/>
                    <a:pt x="13150" y="181"/>
                    <a:pt x="11745" y="518"/>
                  </a:cubicBezTo>
                  <a:cubicBezTo>
                    <a:pt x="11685" y="532"/>
                    <a:pt x="11624" y="547"/>
                    <a:pt x="11564" y="562"/>
                  </a:cubicBezTo>
                  <a:cubicBezTo>
                    <a:pt x="10597" y="803"/>
                    <a:pt x="9648" y="1122"/>
                    <a:pt x="8726" y="1511"/>
                  </a:cubicBezTo>
                  <a:cubicBezTo>
                    <a:pt x="8669" y="1536"/>
                    <a:pt x="8615" y="1560"/>
                    <a:pt x="8558" y="1584"/>
                  </a:cubicBezTo>
                  <a:cubicBezTo>
                    <a:pt x="7598" y="1999"/>
                    <a:pt x="6667" y="2491"/>
                    <a:pt x="5779" y="3057"/>
                  </a:cubicBezTo>
                  <a:cubicBezTo>
                    <a:pt x="5867" y="2636"/>
                    <a:pt x="5955" y="2233"/>
                    <a:pt x="6046" y="1813"/>
                  </a:cubicBezTo>
                  <a:lnTo>
                    <a:pt x="6046" y="1813"/>
                  </a:lnTo>
                  <a:cubicBezTo>
                    <a:pt x="5611" y="2054"/>
                    <a:pt x="5205" y="2334"/>
                    <a:pt x="4830" y="2649"/>
                  </a:cubicBezTo>
                  <a:cubicBezTo>
                    <a:pt x="4773" y="2696"/>
                    <a:pt x="4717" y="2745"/>
                    <a:pt x="4662" y="2795"/>
                  </a:cubicBezTo>
                  <a:cubicBezTo>
                    <a:pt x="3828" y="3537"/>
                    <a:pt x="3168" y="4458"/>
                    <a:pt x="2723" y="5505"/>
                  </a:cubicBezTo>
                  <a:cubicBezTo>
                    <a:pt x="2745" y="5085"/>
                    <a:pt x="2756" y="4657"/>
                    <a:pt x="2779" y="4238"/>
                  </a:cubicBezTo>
                  <a:lnTo>
                    <a:pt x="2779" y="4238"/>
                  </a:lnTo>
                  <a:cubicBezTo>
                    <a:pt x="2223" y="5036"/>
                    <a:pt x="1750" y="5890"/>
                    <a:pt x="1362" y="6779"/>
                  </a:cubicBezTo>
                  <a:cubicBezTo>
                    <a:pt x="1308" y="6904"/>
                    <a:pt x="1253" y="7031"/>
                    <a:pt x="1205" y="7157"/>
                  </a:cubicBezTo>
                  <a:cubicBezTo>
                    <a:pt x="386" y="9167"/>
                    <a:pt x="0" y="11352"/>
                    <a:pt x="93" y="13521"/>
                  </a:cubicBezTo>
                  <a:cubicBezTo>
                    <a:pt x="119" y="13518"/>
                    <a:pt x="145" y="13514"/>
                    <a:pt x="171" y="13511"/>
                  </a:cubicBezTo>
                  <a:cubicBezTo>
                    <a:pt x="235" y="13503"/>
                    <a:pt x="299" y="13495"/>
                    <a:pt x="364" y="13487"/>
                  </a:cubicBezTo>
                  <a:cubicBezTo>
                    <a:pt x="3759" y="13048"/>
                    <a:pt x="7245" y="12167"/>
                    <a:pt x="10197" y="10444"/>
                  </a:cubicBezTo>
                  <a:cubicBezTo>
                    <a:pt x="10279" y="10396"/>
                    <a:pt x="10364" y="10348"/>
                    <a:pt x="10446" y="10296"/>
                  </a:cubicBezTo>
                  <a:cubicBezTo>
                    <a:pt x="10866" y="10041"/>
                    <a:pt x="11274" y="9771"/>
                    <a:pt x="11669" y="9481"/>
                  </a:cubicBezTo>
                  <a:lnTo>
                    <a:pt x="11669" y="9481"/>
                  </a:lnTo>
                  <a:cubicBezTo>
                    <a:pt x="11150" y="9553"/>
                    <a:pt x="10752" y="9610"/>
                    <a:pt x="10276" y="9612"/>
                  </a:cubicBezTo>
                  <a:cubicBezTo>
                    <a:pt x="11363" y="8880"/>
                    <a:pt x="12304" y="7935"/>
                    <a:pt x="13035" y="6850"/>
                  </a:cubicBezTo>
                  <a:cubicBezTo>
                    <a:pt x="13070" y="6799"/>
                    <a:pt x="13105" y="6748"/>
                    <a:pt x="13137" y="6697"/>
                  </a:cubicBezTo>
                  <a:cubicBezTo>
                    <a:pt x="13437" y="6232"/>
                    <a:pt x="13699" y="5745"/>
                    <a:pt x="13921" y="5239"/>
                  </a:cubicBezTo>
                  <a:lnTo>
                    <a:pt x="13921" y="5239"/>
                  </a:lnTo>
                  <a:cubicBezTo>
                    <a:pt x="13568" y="5439"/>
                    <a:pt x="13238" y="5583"/>
                    <a:pt x="12884" y="5783"/>
                  </a:cubicBezTo>
                  <a:cubicBezTo>
                    <a:pt x="13256" y="5110"/>
                    <a:pt x="13630" y="4443"/>
                    <a:pt x="14000" y="3777"/>
                  </a:cubicBezTo>
                  <a:cubicBezTo>
                    <a:pt x="14029" y="3726"/>
                    <a:pt x="14059" y="3676"/>
                    <a:pt x="14086" y="3624"/>
                  </a:cubicBezTo>
                  <a:cubicBezTo>
                    <a:pt x="14725" y="2479"/>
                    <a:pt x="15362" y="1340"/>
                    <a:pt x="16006" y="183"/>
                  </a:cubicBezTo>
                  <a:cubicBezTo>
                    <a:pt x="16039" y="124"/>
                    <a:pt x="16072" y="63"/>
                    <a:pt x="16106" y="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2"/>
            <p:cNvSpPr/>
            <p:nvPr/>
          </p:nvSpPr>
          <p:spPr>
            <a:xfrm>
              <a:off x="4985050" y="405075"/>
              <a:ext cx="398475" cy="337775"/>
            </a:xfrm>
            <a:custGeom>
              <a:avLst/>
              <a:gdLst/>
              <a:ahLst/>
              <a:cxnLst/>
              <a:rect l="l" t="t" r="r" b="b"/>
              <a:pathLst>
                <a:path w="15939" h="13511" extrusionOk="0">
                  <a:moveTo>
                    <a:pt x="15883" y="0"/>
                  </a:moveTo>
                  <a:cubicBezTo>
                    <a:pt x="15071" y="373"/>
                    <a:pt x="14271" y="775"/>
                    <a:pt x="13487" y="1206"/>
                  </a:cubicBezTo>
                  <a:cubicBezTo>
                    <a:pt x="12543" y="1723"/>
                    <a:pt x="11624" y="2285"/>
                    <a:pt x="10726" y="2878"/>
                  </a:cubicBezTo>
                  <a:cubicBezTo>
                    <a:pt x="10953" y="2072"/>
                    <a:pt x="11237" y="1283"/>
                    <a:pt x="11578" y="516"/>
                  </a:cubicBezTo>
                  <a:lnTo>
                    <a:pt x="11578" y="516"/>
                  </a:lnTo>
                  <a:cubicBezTo>
                    <a:pt x="11517" y="530"/>
                    <a:pt x="11456" y="546"/>
                    <a:pt x="11397" y="561"/>
                  </a:cubicBezTo>
                  <a:cubicBezTo>
                    <a:pt x="11061" y="1331"/>
                    <a:pt x="10780" y="2125"/>
                    <a:pt x="10557" y="2936"/>
                  </a:cubicBezTo>
                  <a:cubicBezTo>
                    <a:pt x="10552" y="2955"/>
                    <a:pt x="10555" y="2971"/>
                    <a:pt x="10561" y="2985"/>
                  </a:cubicBezTo>
                  <a:cubicBezTo>
                    <a:pt x="10242" y="3198"/>
                    <a:pt x="9927" y="3418"/>
                    <a:pt x="9614" y="3641"/>
                  </a:cubicBezTo>
                  <a:cubicBezTo>
                    <a:pt x="8992" y="4086"/>
                    <a:pt x="8384" y="4549"/>
                    <a:pt x="7786" y="5030"/>
                  </a:cubicBezTo>
                  <a:cubicBezTo>
                    <a:pt x="7998" y="3847"/>
                    <a:pt x="8256" y="2672"/>
                    <a:pt x="8559" y="1510"/>
                  </a:cubicBezTo>
                  <a:lnTo>
                    <a:pt x="8559" y="1510"/>
                  </a:lnTo>
                  <a:cubicBezTo>
                    <a:pt x="8502" y="1535"/>
                    <a:pt x="8447" y="1558"/>
                    <a:pt x="8390" y="1583"/>
                  </a:cubicBezTo>
                  <a:cubicBezTo>
                    <a:pt x="8192" y="2347"/>
                    <a:pt x="8013" y="3115"/>
                    <a:pt x="7856" y="3888"/>
                  </a:cubicBezTo>
                  <a:cubicBezTo>
                    <a:pt x="7776" y="4281"/>
                    <a:pt x="7699" y="4677"/>
                    <a:pt x="7630" y="5071"/>
                  </a:cubicBezTo>
                  <a:cubicBezTo>
                    <a:pt x="7625" y="5100"/>
                    <a:pt x="7637" y="5124"/>
                    <a:pt x="7655" y="5139"/>
                  </a:cubicBezTo>
                  <a:cubicBezTo>
                    <a:pt x="7104" y="5587"/>
                    <a:pt x="6566" y="6048"/>
                    <a:pt x="6041" y="6525"/>
                  </a:cubicBezTo>
                  <a:cubicBezTo>
                    <a:pt x="5582" y="6944"/>
                    <a:pt x="5133" y="7377"/>
                    <a:pt x="4694" y="7815"/>
                  </a:cubicBezTo>
                  <a:cubicBezTo>
                    <a:pt x="4410" y="6155"/>
                    <a:pt x="4391" y="4448"/>
                    <a:pt x="4640" y="2781"/>
                  </a:cubicBezTo>
                  <a:cubicBezTo>
                    <a:pt x="4648" y="2737"/>
                    <a:pt x="4653" y="2693"/>
                    <a:pt x="4662" y="2647"/>
                  </a:cubicBezTo>
                  <a:lnTo>
                    <a:pt x="4662" y="2647"/>
                  </a:lnTo>
                  <a:cubicBezTo>
                    <a:pt x="4606" y="2694"/>
                    <a:pt x="4548" y="2744"/>
                    <a:pt x="4493" y="2794"/>
                  </a:cubicBezTo>
                  <a:cubicBezTo>
                    <a:pt x="4313" y="4011"/>
                    <a:pt x="4273" y="5252"/>
                    <a:pt x="4376" y="6480"/>
                  </a:cubicBezTo>
                  <a:cubicBezTo>
                    <a:pt x="4418" y="6965"/>
                    <a:pt x="4482" y="7446"/>
                    <a:pt x="4566" y="7926"/>
                  </a:cubicBezTo>
                  <a:cubicBezTo>
                    <a:pt x="4566" y="7930"/>
                    <a:pt x="4569" y="7935"/>
                    <a:pt x="4570" y="7939"/>
                  </a:cubicBezTo>
                  <a:cubicBezTo>
                    <a:pt x="3977" y="8540"/>
                    <a:pt x="3399" y="9158"/>
                    <a:pt x="2844" y="9797"/>
                  </a:cubicBezTo>
                  <a:cubicBezTo>
                    <a:pt x="2400" y="10309"/>
                    <a:pt x="1971" y="10834"/>
                    <a:pt x="1556" y="11370"/>
                  </a:cubicBezTo>
                  <a:cubicBezTo>
                    <a:pt x="1247" y="9861"/>
                    <a:pt x="1125" y="8316"/>
                    <a:pt x="1192" y="6779"/>
                  </a:cubicBezTo>
                  <a:lnTo>
                    <a:pt x="1192" y="6779"/>
                  </a:lnTo>
                  <a:cubicBezTo>
                    <a:pt x="1138" y="6904"/>
                    <a:pt x="1083" y="7031"/>
                    <a:pt x="1035" y="7157"/>
                  </a:cubicBezTo>
                  <a:cubicBezTo>
                    <a:pt x="1012" y="8068"/>
                    <a:pt x="1057" y="8978"/>
                    <a:pt x="1166" y="9883"/>
                  </a:cubicBezTo>
                  <a:cubicBezTo>
                    <a:pt x="1232" y="10428"/>
                    <a:pt x="1322" y="10972"/>
                    <a:pt x="1434" y="11510"/>
                  </a:cubicBezTo>
                  <a:cubicBezTo>
                    <a:pt x="1434" y="11515"/>
                    <a:pt x="1437" y="11516"/>
                    <a:pt x="1437" y="11519"/>
                  </a:cubicBezTo>
                  <a:cubicBezTo>
                    <a:pt x="958" y="12141"/>
                    <a:pt x="496" y="12778"/>
                    <a:pt x="58" y="13428"/>
                  </a:cubicBezTo>
                  <a:lnTo>
                    <a:pt x="1" y="13511"/>
                  </a:lnTo>
                  <a:cubicBezTo>
                    <a:pt x="65" y="13503"/>
                    <a:pt x="129" y="13495"/>
                    <a:pt x="194" y="13487"/>
                  </a:cubicBezTo>
                  <a:cubicBezTo>
                    <a:pt x="938" y="12386"/>
                    <a:pt x="1740" y="11325"/>
                    <a:pt x="2596" y="10310"/>
                  </a:cubicBezTo>
                  <a:cubicBezTo>
                    <a:pt x="2658" y="10237"/>
                    <a:pt x="2722" y="10168"/>
                    <a:pt x="2784" y="10095"/>
                  </a:cubicBezTo>
                  <a:cubicBezTo>
                    <a:pt x="2790" y="10100"/>
                    <a:pt x="2799" y="10102"/>
                    <a:pt x="2808" y="10103"/>
                  </a:cubicBezTo>
                  <a:cubicBezTo>
                    <a:pt x="4195" y="10234"/>
                    <a:pt x="5586" y="10327"/>
                    <a:pt x="6977" y="10382"/>
                  </a:cubicBezTo>
                  <a:cubicBezTo>
                    <a:pt x="7993" y="10422"/>
                    <a:pt x="9010" y="10444"/>
                    <a:pt x="10027" y="10446"/>
                  </a:cubicBezTo>
                  <a:cubicBezTo>
                    <a:pt x="10109" y="10397"/>
                    <a:pt x="10194" y="10349"/>
                    <a:pt x="10275" y="10297"/>
                  </a:cubicBezTo>
                  <a:lnTo>
                    <a:pt x="10275" y="10297"/>
                  </a:lnTo>
                  <a:cubicBezTo>
                    <a:pt x="10155" y="10298"/>
                    <a:pt x="10034" y="10298"/>
                    <a:pt x="9913" y="10298"/>
                  </a:cubicBezTo>
                  <a:cubicBezTo>
                    <a:pt x="9718" y="10298"/>
                    <a:pt x="9523" y="10298"/>
                    <a:pt x="9328" y="10296"/>
                  </a:cubicBezTo>
                  <a:cubicBezTo>
                    <a:pt x="7935" y="10283"/>
                    <a:pt x="6543" y="10231"/>
                    <a:pt x="5151" y="10143"/>
                  </a:cubicBezTo>
                  <a:cubicBezTo>
                    <a:pt x="4400" y="10095"/>
                    <a:pt x="3648" y="10035"/>
                    <a:pt x="2897" y="9966"/>
                  </a:cubicBezTo>
                  <a:cubicBezTo>
                    <a:pt x="3791" y="8930"/>
                    <a:pt x="4737" y="7940"/>
                    <a:pt x="5737" y="7005"/>
                  </a:cubicBezTo>
                  <a:cubicBezTo>
                    <a:pt x="5868" y="6882"/>
                    <a:pt x="6002" y="6763"/>
                    <a:pt x="6136" y="6641"/>
                  </a:cubicBezTo>
                  <a:cubicBezTo>
                    <a:pt x="6147" y="6658"/>
                    <a:pt x="6166" y="6671"/>
                    <a:pt x="6190" y="6674"/>
                  </a:cubicBezTo>
                  <a:cubicBezTo>
                    <a:pt x="7591" y="6851"/>
                    <a:pt x="9003" y="6941"/>
                    <a:pt x="10415" y="6941"/>
                  </a:cubicBezTo>
                  <a:cubicBezTo>
                    <a:pt x="11232" y="6941"/>
                    <a:pt x="12049" y="6911"/>
                    <a:pt x="12865" y="6850"/>
                  </a:cubicBezTo>
                  <a:cubicBezTo>
                    <a:pt x="12900" y="6799"/>
                    <a:pt x="12935" y="6748"/>
                    <a:pt x="12967" y="6697"/>
                  </a:cubicBezTo>
                  <a:lnTo>
                    <a:pt x="12967" y="6697"/>
                  </a:lnTo>
                  <a:cubicBezTo>
                    <a:pt x="12115" y="6762"/>
                    <a:pt x="11261" y="6795"/>
                    <a:pt x="10407" y="6795"/>
                  </a:cubicBezTo>
                  <a:cubicBezTo>
                    <a:pt x="9642" y="6795"/>
                    <a:pt x="8876" y="6768"/>
                    <a:pt x="8112" y="6716"/>
                  </a:cubicBezTo>
                  <a:cubicBezTo>
                    <a:pt x="7491" y="6674"/>
                    <a:pt x="6872" y="6613"/>
                    <a:pt x="6253" y="6536"/>
                  </a:cubicBezTo>
                  <a:cubicBezTo>
                    <a:pt x="7208" y="5674"/>
                    <a:pt x="8202" y="4856"/>
                    <a:pt x="9237" y="4094"/>
                  </a:cubicBezTo>
                  <a:cubicBezTo>
                    <a:pt x="9367" y="3999"/>
                    <a:pt x="9498" y="3908"/>
                    <a:pt x="9628" y="3815"/>
                  </a:cubicBezTo>
                  <a:cubicBezTo>
                    <a:pt x="9639" y="3821"/>
                    <a:pt x="9649" y="3826"/>
                    <a:pt x="9663" y="3827"/>
                  </a:cubicBezTo>
                  <a:cubicBezTo>
                    <a:pt x="10225" y="3853"/>
                    <a:pt x="10786" y="3867"/>
                    <a:pt x="11347" y="3867"/>
                  </a:cubicBezTo>
                  <a:cubicBezTo>
                    <a:pt x="12175" y="3867"/>
                    <a:pt x="13002" y="3838"/>
                    <a:pt x="13830" y="3779"/>
                  </a:cubicBezTo>
                  <a:cubicBezTo>
                    <a:pt x="13859" y="3728"/>
                    <a:pt x="13889" y="3677"/>
                    <a:pt x="13916" y="3625"/>
                  </a:cubicBezTo>
                  <a:lnTo>
                    <a:pt x="13916" y="3625"/>
                  </a:lnTo>
                  <a:cubicBezTo>
                    <a:pt x="13047" y="3689"/>
                    <a:pt x="12176" y="3720"/>
                    <a:pt x="11305" y="3720"/>
                  </a:cubicBezTo>
                  <a:cubicBezTo>
                    <a:pt x="11167" y="3720"/>
                    <a:pt x="11029" y="3719"/>
                    <a:pt x="10890" y="3717"/>
                  </a:cubicBezTo>
                  <a:cubicBezTo>
                    <a:pt x="10530" y="3712"/>
                    <a:pt x="10169" y="3700"/>
                    <a:pt x="9809" y="3686"/>
                  </a:cubicBezTo>
                  <a:cubicBezTo>
                    <a:pt x="10857" y="2941"/>
                    <a:pt x="11944" y="2247"/>
                    <a:pt x="13061" y="1612"/>
                  </a:cubicBezTo>
                  <a:cubicBezTo>
                    <a:pt x="13966" y="1098"/>
                    <a:pt x="14891" y="619"/>
                    <a:pt x="15839" y="182"/>
                  </a:cubicBezTo>
                  <a:cubicBezTo>
                    <a:pt x="15872" y="123"/>
                    <a:pt x="15906" y="62"/>
                    <a:pt x="159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0" name="Google Shape;2220;p42"/>
          <p:cNvGrpSpPr/>
          <p:nvPr/>
        </p:nvGrpSpPr>
        <p:grpSpPr>
          <a:xfrm flipH="1">
            <a:off x="6051676" y="3022854"/>
            <a:ext cx="3873786" cy="2261820"/>
            <a:chOff x="-517373" y="2005526"/>
            <a:chExt cx="4663279" cy="2722788"/>
          </a:xfrm>
        </p:grpSpPr>
        <p:grpSp>
          <p:nvGrpSpPr>
            <p:cNvPr id="2221" name="Google Shape;2221;p42"/>
            <p:cNvGrpSpPr/>
            <p:nvPr/>
          </p:nvGrpSpPr>
          <p:grpSpPr>
            <a:xfrm flipH="1">
              <a:off x="-517373" y="2005526"/>
              <a:ext cx="4663279" cy="2066331"/>
              <a:chOff x="5085800" y="737250"/>
              <a:chExt cx="1275200" cy="565050"/>
            </a:xfrm>
          </p:grpSpPr>
          <p:grpSp>
            <p:nvGrpSpPr>
              <p:cNvPr id="2222" name="Google Shape;2222;p42"/>
              <p:cNvGrpSpPr/>
              <p:nvPr/>
            </p:nvGrpSpPr>
            <p:grpSpPr>
              <a:xfrm>
                <a:off x="5487975" y="737250"/>
                <a:ext cx="873025" cy="565050"/>
                <a:chOff x="5487975" y="737250"/>
                <a:chExt cx="873025" cy="565050"/>
              </a:xfrm>
            </p:grpSpPr>
            <p:sp>
              <p:nvSpPr>
                <p:cNvPr id="2223" name="Google Shape;2223;p42"/>
                <p:cNvSpPr/>
                <p:nvPr/>
              </p:nvSpPr>
              <p:spPr>
                <a:xfrm>
                  <a:off x="5567025" y="737250"/>
                  <a:ext cx="793975" cy="542650"/>
                </a:xfrm>
                <a:custGeom>
                  <a:avLst/>
                  <a:gdLst/>
                  <a:ahLst/>
                  <a:cxnLst/>
                  <a:rect l="l" t="t" r="r" b="b"/>
                  <a:pathLst>
                    <a:path w="31759" h="21706" extrusionOk="0">
                      <a:moveTo>
                        <a:pt x="26442" y="0"/>
                      </a:moveTo>
                      <a:cubicBezTo>
                        <a:pt x="26322" y="0"/>
                        <a:pt x="26204" y="14"/>
                        <a:pt x="26087" y="41"/>
                      </a:cubicBezTo>
                      <a:lnTo>
                        <a:pt x="0" y="6223"/>
                      </a:lnTo>
                      <a:lnTo>
                        <a:pt x="3669" y="21706"/>
                      </a:lnTo>
                      <a:lnTo>
                        <a:pt x="29756" y="15524"/>
                      </a:lnTo>
                      <a:cubicBezTo>
                        <a:pt x="31040" y="15221"/>
                        <a:pt x="31758" y="13287"/>
                        <a:pt x="31737" y="10705"/>
                      </a:cubicBezTo>
                      <a:cubicBezTo>
                        <a:pt x="31730" y="9565"/>
                        <a:pt x="31577" y="8300"/>
                        <a:pt x="31268" y="6991"/>
                      </a:cubicBezTo>
                      <a:cubicBezTo>
                        <a:pt x="31054" y="6086"/>
                        <a:pt x="30782" y="5232"/>
                        <a:pt x="30466" y="4455"/>
                      </a:cubicBezTo>
                      <a:cubicBezTo>
                        <a:pt x="30056" y="3440"/>
                        <a:pt x="29575" y="2553"/>
                        <a:pt x="29059" y="1844"/>
                      </a:cubicBezTo>
                      <a:cubicBezTo>
                        <a:pt x="28224" y="687"/>
                        <a:pt x="27297" y="0"/>
                        <a:pt x="264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2"/>
                <p:cNvSpPr/>
                <p:nvPr/>
              </p:nvSpPr>
              <p:spPr>
                <a:xfrm>
                  <a:off x="5808800" y="774600"/>
                  <a:ext cx="395775" cy="448025"/>
                </a:xfrm>
                <a:custGeom>
                  <a:avLst/>
                  <a:gdLst/>
                  <a:ahLst/>
                  <a:cxnLst/>
                  <a:rect l="l" t="t" r="r" b="b"/>
                  <a:pathLst>
                    <a:path w="15831" h="17921" extrusionOk="0">
                      <a:moveTo>
                        <a:pt x="10362" y="1"/>
                      </a:moveTo>
                      <a:cubicBezTo>
                        <a:pt x="10310" y="1"/>
                        <a:pt x="10259" y="6"/>
                        <a:pt x="10211" y="18"/>
                      </a:cubicBezTo>
                      <a:lnTo>
                        <a:pt x="0" y="2438"/>
                      </a:lnTo>
                      <a:cubicBezTo>
                        <a:pt x="49" y="2426"/>
                        <a:pt x="101" y="2421"/>
                        <a:pt x="155" y="2421"/>
                      </a:cubicBezTo>
                      <a:cubicBezTo>
                        <a:pt x="1380" y="2421"/>
                        <a:pt x="3821" y="5385"/>
                        <a:pt x="4791" y="9480"/>
                      </a:cubicBezTo>
                      <a:cubicBezTo>
                        <a:pt x="5804" y="13756"/>
                        <a:pt x="4832" y="17644"/>
                        <a:pt x="3669" y="17921"/>
                      </a:cubicBezTo>
                      <a:lnTo>
                        <a:pt x="13880" y="15501"/>
                      </a:lnTo>
                      <a:cubicBezTo>
                        <a:pt x="15043" y="15226"/>
                        <a:pt x="15830" y="11379"/>
                        <a:pt x="14817" y="7104"/>
                      </a:cubicBezTo>
                      <a:cubicBezTo>
                        <a:pt x="13846" y="3007"/>
                        <a:pt x="11573" y="1"/>
                        <a:pt x="103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2"/>
                <p:cNvSpPr/>
                <p:nvPr/>
              </p:nvSpPr>
              <p:spPr>
                <a:xfrm>
                  <a:off x="5961767" y="891667"/>
                  <a:ext cx="152900" cy="152875"/>
                </a:xfrm>
                <a:custGeom>
                  <a:avLst/>
                  <a:gdLst/>
                  <a:ahLst/>
                  <a:cxnLst/>
                  <a:rect l="l" t="t" r="r" b="b"/>
                  <a:pathLst>
                    <a:path w="6116" h="6115" extrusionOk="0">
                      <a:moveTo>
                        <a:pt x="3207" y="0"/>
                      </a:moveTo>
                      <a:lnTo>
                        <a:pt x="1554" y="391"/>
                      </a:lnTo>
                      <a:lnTo>
                        <a:pt x="2036" y="2426"/>
                      </a:lnTo>
                      <a:lnTo>
                        <a:pt x="1" y="2909"/>
                      </a:lnTo>
                      <a:lnTo>
                        <a:pt x="393" y="4561"/>
                      </a:lnTo>
                      <a:lnTo>
                        <a:pt x="2428" y="4081"/>
                      </a:lnTo>
                      <a:lnTo>
                        <a:pt x="2910" y="6115"/>
                      </a:lnTo>
                      <a:lnTo>
                        <a:pt x="4564" y="5722"/>
                      </a:lnTo>
                      <a:lnTo>
                        <a:pt x="4081" y="3687"/>
                      </a:lnTo>
                      <a:lnTo>
                        <a:pt x="6115" y="3205"/>
                      </a:lnTo>
                      <a:lnTo>
                        <a:pt x="5725" y="1552"/>
                      </a:lnTo>
                      <a:lnTo>
                        <a:pt x="3689" y="2034"/>
                      </a:lnTo>
                      <a:lnTo>
                        <a:pt x="32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2"/>
                <p:cNvSpPr/>
                <p:nvPr/>
              </p:nvSpPr>
              <p:spPr>
                <a:xfrm>
                  <a:off x="5634300" y="1004825"/>
                  <a:ext cx="726700" cy="275075"/>
                </a:xfrm>
                <a:custGeom>
                  <a:avLst/>
                  <a:gdLst/>
                  <a:ahLst/>
                  <a:cxnLst/>
                  <a:rect l="l" t="t" r="r" b="b"/>
                  <a:pathLst>
                    <a:path w="29068" h="11003" extrusionOk="0">
                      <a:moveTo>
                        <a:pt x="29046" y="1"/>
                      </a:moveTo>
                      <a:lnTo>
                        <a:pt x="1" y="6884"/>
                      </a:lnTo>
                      <a:lnTo>
                        <a:pt x="978" y="11003"/>
                      </a:lnTo>
                      <a:lnTo>
                        <a:pt x="27065" y="4820"/>
                      </a:lnTo>
                      <a:cubicBezTo>
                        <a:pt x="28349" y="4517"/>
                        <a:pt x="29067" y="2583"/>
                        <a:pt x="29046"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2"/>
                <p:cNvSpPr/>
                <p:nvPr/>
              </p:nvSpPr>
              <p:spPr>
                <a:xfrm>
                  <a:off x="5581075" y="783350"/>
                  <a:ext cx="747575" cy="238500"/>
                </a:xfrm>
                <a:custGeom>
                  <a:avLst/>
                  <a:gdLst/>
                  <a:ahLst/>
                  <a:cxnLst/>
                  <a:rect l="l" t="t" r="r" b="b"/>
                  <a:pathLst>
                    <a:path w="29903" h="9540" extrusionOk="0">
                      <a:moveTo>
                        <a:pt x="28497" y="0"/>
                      </a:moveTo>
                      <a:lnTo>
                        <a:pt x="1" y="6753"/>
                      </a:lnTo>
                      <a:lnTo>
                        <a:pt x="661" y="9540"/>
                      </a:lnTo>
                      <a:lnTo>
                        <a:pt x="29903" y="2611"/>
                      </a:lnTo>
                      <a:cubicBezTo>
                        <a:pt x="29495" y="1596"/>
                        <a:pt x="29013" y="708"/>
                        <a:pt x="28497" y="0"/>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2"/>
                <p:cNvSpPr/>
                <p:nvPr/>
              </p:nvSpPr>
              <p:spPr>
                <a:xfrm>
                  <a:off x="5487975" y="863200"/>
                  <a:ext cx="280500" cy="439100"/>
                </a:xfrm>
                <a:custGeom>
                  <a:avLst/>
                  <a:gdLst/>
                  <a:ahLst/>
                  <a:cxnLst/>
                  <a:rect l="l" t="t" r="r" b="b"/>
                  <a:pathLst>
                    <a:path w="11220" h="17564" extrusionOk="0">
                      <a:moveTo>
                        <a:pt x="4614" y="0"/>
                      </a:moveTo>
                      <a:cubicBezTo>
                        <a:pt x="4470" y="0"/>
                        <a:pt x="4327" y="16"/>
                        <a:pt x="4186" y="50"/>
                      </a:cubicBezTo>
                      <a:lnTo>
                        <a:pt x="2963" y="341"/>
                      </a:lnTo>
                      <a:cubicBezTo>
                        <a:pt x="825" y="847"/>
                        <a:pt x="0" y="5102"/>
                        <a:pt x="1125" y="9844"/>
                      </a:cubicBezTo>
                      <a:cubicBezTo>
                        <a:pt x="2175" y="14275"/>
                        <a:pt x="4553" y="17564"/>
                        <a:pt x="6606" y="17564"/>
                      </a:cubicBezTo>
                      <a:cubicBezTo>
                        <a:pt x="6750" y="17564"/>
                        <a:pt x="6893" y="17548"/>
                        <a:pt x="7034" y="17514"/>
                      </a:cubicBezTo>
                      <a:lnTo>
                        <a:pt x="8256" y="17223"/>
                      </a:lnTo>
                      <a:cubicBezTo>
                        <a:pt x="10395" y="16716"/>
                        <a:pt x="11219" y="12462"/>
                        <a:pt x="10094" y="7719"/>
                      </a:cubicBezTo>
                      <a:cubicBezTo>
                        <a:pt x="9043" y="3288"/>
                        <a:pt x="6667" y="0"/>
                        <a:pt x="46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2"/>
                <p:cNvSpPr/>
                <p:nvPr/>
              </p:nvSpPr>
              <p:spPr>
                <a:xfrm>
                  <a:off x="5503950" y="891775"/>
                  <a:ext cx="213775" cy="389200"/>
                </a:xfrm>
                <a:custGeom>
                  <a:avLst/>
                  <a:gdLst/>
                  <a:ahLst/>
                  <a:cxnLst/>
                  <a:rect l="l" t="t" r="r" b="b"/>
                  <a:pathLst>
                    <a:path w="8551" h="15568" extrusionOk="0">
                      <a:moveTo>
                        <a:pt x="2877" y="1"/>
                      </a:moveTo>
                      <a:cubicBezTo>
                        <a:pt x="2758" y="1"/>
                        <a:pt x="2641" y="14"/>
                        <a:pt x="2525" y="42"/>
                      </a:cubicBezTo>
                      <a:cubicBezTo>
                        <a:pt x="676" y="481"/>
                        <a:pt x="0" y="4302"/>
                        <a:pt x="1014" y="8579"/>
                      </a:cubicBezTo>
                      <a:cubicBezTo>
                        <a:pt x="1962" y="12582"/>
                        <a:pt x="4058" y="15567"/>
                        <a:pt x="5838" y="15567"/>
                      </a:cubicBezTo>
                      <a:cubicBezTo>
                        <a:pt x="5958" y="15567"/>
                        <a:pt x="6077" y="15554"/>
                        <a:pt x="6193" y="15526"/>
                      </a:cubicBezTo>
                      <a:cubicBezTo>
                        <a:pt x="6497" y="15454"/>
                        <a:pt x="6768" y="15292"/>
                        <a:pt x="7004" y="15049"/>
                      </a:cubicBezTo>
                      <a:cubicBezTo>
                        <a:pt x="8217" y="13822"/>
                        <a:pt x="8550" y="10565"/>
                        <a:pt x="7704" y="6991"/>
                      </a:cubicBezTo>
                      <a:cubicBezTo>
                        <a:pt x="6856" y="3417"/>
                        <a:pt x="5096" y="655"/>
                        <a:pt x="3464" y="104"/>
                      </a:cubicBezTo>
                      <a:cubicBezTo>
                        <a:pt x="3266" y="36"/>
                        <a:pt x="3070" y="1"/>
                        <a:pt x="2877" y="1"/>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2"/>
                <p:cNvSpPr/>
                <p:nvPr/>
              </p:nvSpPr>
              <p:spPr>
                <a:xfrm>
                  <a:off x="5551875" y="894325"/>
                  <a:ext cx="165850" cy="373700"/>
                </a:xfrm>
                <a:custGeom>
                  <a:avLst/>
                  <a:gdLst/>
                  <a:ahLst/>
                  <a:cxnLst/>
                  <a:rect l="l" t="t" r="r" b="b"/>
                  <a:pathLst>
                    <a:path w="6634" h="14948" extrusionOk="0">
                      <a:moveTo>
                        <a:pt x="1546" y="1"/>
                      </a:moveTo>
                      <a:cubicBezTo>
                        <a:pt x="335" y="1229"/>
                        <a:pt x="1" y="4485"/>
                        <a:pt x="849" y="8060"/>
                      </a:cubicBezTo>
                      <a:cubicBezTo>
                        <a:pt x="1696" y="11635"/>
                        <a:pt x="3455" y="14392"/>
                        <a:pt x="5087" y="14947"/>
                      </a:cubicBezTo>
                      <a:cubicBezTo>
                        <a:pt x="6300" y="13720"/>
                        <a:pt x="6633" y="10463"/>
                        <a:pt x="5787" y="6889"/>
                      </a:cubicBezTo>
                      <a:cubicBezTo>
                        <a:pt x="4939" y="3315"/>
                        <a:pt x="3179" y="553"/>
                        <a:pt x="154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1" name="Google Shape;2231;p42"/>
              <p:cNvGrpSpPr/>
              <p:nvPr/>
            </p:nvGrpSpPr>
            <p:grpSpPr>
              <a:xfrm>
                <a:off x="5085800" y="810050"/>
                <a:ext cx="366825" cy="427450"/>
                <a:chOff x="5085800" y="810050"/>
                <a:chExt cx="366825" cy="427450"/>
              </a:xfrm>
            </p:grpSpPr>
            <p:sp>
              <p:nvSpPr>
                <p:cNvPr id="2232" name="Google Shape;2232;p42"/>
                <p:cNvSpPr/>
                <p:nvPr/>
              </p:nvSpPr>
              <p:spPr>
                <a:xfrm>
                  <a:off x="5089125" y="811700"/>
                  <a:ext cx="363500" cy="425800"/>
                </a:xfrm>
                <a:custGeom>
                  <a:avLst/>
                  <a:gdLst/>
                  <a:ahLst/>
                  <a:cxnLst/>
                  <a:rect l="l" t="t" r="r" b="b"/>
                  <a:pathLst>
                    <a:path w="14540" h="17032" extrusionOk="0">
                      <a:moveTo>
                        <a:pt x="9992" y="0"/>
                      </a:moveTo>
                      <a:cubicBezTo>
                        <a:pt x="9399" y="0"/>
                        <a:pt x="8727" y="205"/>
                        <a:pt x="8019" y="587"/>
                      </a:cubicBezTo>
                      <a:cubicBezTo>
                        <a:pt x="7291" y="974"/>
                        <a:pt x="6527" y="1549"/>
                        <a:pt x="5774" y="2279"/>
                      </a:cubicBezTo>
                      <a:cubicBezTo>
                        <a:pt x="4819" y="3197"/>
                        <a:pt x="3880" y="4363"/>
                        <a:pt x="3050" y="5709"/>
                      </a:cubicBezTo>
                      <a:cubicBezTo>
                        <a:pt x="2961" y="5855"/>
                        <a:pt x="2874" y="6000"/>
                        <a:pt x="2787" y="6147"/>
                      </a:cubicBezTo>
                      <a:cubicBezTo>
                        <a:pt x="455" y="10156"/>
                        <a:pt x="1" y="14196"/>
                        <a:pt x="1805" y="15309"/>
                      </a:cubicBezTo>
                      <a:lnTo>
                        <a:pt x="4130" y="16743"/>
                      </a:lnTo>
                      <a:cubicBezTo>
                        <a:pt x="4446" y="16938"/>
                        <a:pt x="4810" y="17031"/>
                        <a:pt x="5210" y="17031"/>
                      </a:cubicBezTo>
                      <a:cubicBezTo>
                        <a:pt x="7100" y="17031"/>
                        <a:pt x="9786" y="14958"/>
                        <a:pt x="11880" y="11753"/>
                      </a:cubicBezTo>
                      <a:cubicBezTo>
                        <a:pt x="11972" y="11612"/>
                        <a:pt x="12064" y="11468"/>
                        <a:pt x="12153" y="11323"/>
                      </a:cubicBezTo>
                      <a:cubicBezTo>
                        <a:pt x="12982" y="9977"/>
                        <a:pt x="13604" y="8614"/>
                        <a:pt x="13999" y="7350"/>
                      </a:cubicBezTo>
                      <a:cubicBezTo>
                        <a:pt x="14308" y="6350"/>
                        <a:pt x="14480" y="5410"/>
                        <a:pt x="14501" y="4587"/>
                      </a:cubicBezTo>
                      <a:cubicBezTo>
                        <a:pt x="14540" y="3239"/>
                        <a:pt x="14180" y="2206"/>
                        <a:pt x="13396" y="1722"/>
                      </a:cubicBezTo>
                      <a:lnTo>
                        <a:pt x="11070" y="287"/>
                      </a:lnTo>
                      <a:cubicBezTo>
                        <a:pt x="10756" y="93"/>
                        <a:pt x="10392" y="0"/>
                        <a:pt x="99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2"/>
                <p:cNvSpPr/>
                <p:nvPr/>
              </p:nvSpPr>
              <p:spPr>
                <a:xfrm>
                  <a:off x="5233450" y="826350"/>
                  <a:ext cx="218225" cy="169125"/>
                </a:xfrm>
                <a:custGeom>
                  <a:avLst/>
                  <a:gdLst/>
                  <a:ahLst/>
                  <a:cxnLst/>
                  <a:rect l="l" t="t" r="r" b="b"/>
                  <a:pathLst>
                    <a:path w="8729" h="6765" extrusionOk="0">
                      <a:moveTo>
                        <a:pt x="2246" y="1"/>
                      </a:moveTo>
                      <a:cubicBezTo>
                        <a:pt x="1518" y="388"/>
                        <a:pt x="754" y="963"/>
                        <a:pt x="1" y="1693"/>
                      </a:cubicBezTo>
                      <a:cubicBezTo>
                        <a:pt x="294" y="1878"/>
                        <a:pt x="588" y="2060"/>
                        <a:pt x="888" y="2246"/>
                      </a:cubicBezTo>
                      <a:lnTo>
                        <a:pt x="7330" y="6219"/>
                      </a:lnTo>
                      <a:cubicBezTo>
                        <a:pt x="7631" y="6405"/>
                        <a:pt x="7931" y="6588"/>
                        <a:pt x="8226" y="6764"/>
                      </a:cubicBezTo>
                      <a:cubicBezTo>
                        <a:pt x="8535" y="5764"/>
                        <a:pt x="8707" y="4824"/>
                        <a:pt x="8728" y="4001"/>
                      </a:cubicBezTo>
                      <a:cubicBezTo>
                        <a:pt x="8720" y="3994"/>
                        <a:pt x="8715" y="3992"/>
                        <a:pt x="8707" y="3988"/>
                      </a:cubicBezTo>
                      <a:lnTo>
                        <a:pt x="2267" y="13"/>
                      </a:lnTo>
                      <a:lnTo>
                        <a:pt x="2246"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42"/>
                <p:cNvSpPr/>
                <p:nvPr/>
              </p:nvSpPr>
              <p:spPr>
                <a:xfrm>
                  <a:off x="5089125" y="965350"/>
                  <a:ext cx="297025" cy="272150"/>
                </a:xfrm>
                <a:custGeom>
                  <a:avLst/>
                  <a:gdLst/>
                  <a:ahLst/>
                  <a:cxnLst/>
                  <a:rect l="l" t="t" r="r" b="b"/>
                  <a:pathLst>
                    <a:path w="11881" h="10886" extrusionOk="0">
                      <a:moveTo>
                        <a:pt x="2787" y="1"/>
                      </a:moveTo>
                      <a:cubicBezTo>
                        <a:pt x="455" y="4010"/>
                        <a:pt x="1" y="8050"/>
                        <a:pt x="1805" y="9163"/>
                      </a:cubicBezTo>
                      <a:lnTo>
                        <a:pt x="4130" y="10597"/>
                      </a:lnTo>
                      <a:cubicBezTo>
                        <a:pt x="4446" y="10792"/>
                        <a:pt x="4810" y="10885"/>
                        <a:pt x="5210" y="10885"/>
                      </a:cubicBezTo>
                      <a:cubicBezTo>
                        <a:pt x="7101" y="10885"/>
                        <a:pt x="9787" y="8812"/>
                        <a:pt x="11880" y="5607"/>
                      </a:cubicBezTo>
                      <a:cubicBezTo>
                        <a:pt x="11461" y="5317"/>
                        <a:pt x="11027" y="5033"/>
                        <a:pt x="10578" y="4755"/>
                      </a:cubicBezTo>
                      <a:lnTo>
                        <a:pt x="4135" y="782"/>
                      </a:lnTo>
                      <a:cubicBezTo>
                        <a:pt x="3685" y="505"/>
                        <a:pt x="3234" y="241"/>
                        <a:pt x="27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42"/>
                <p:cNvSpPr/>
                <p:nvPr/>
              </p:nvSpPr>
              <p:spPr>
                <a:xfrm>
                  <a:off x="5085800" y="810050"/>
                  <a:ext cx="314975" cy="388750"/>
                </a:xfrm>
                <a:custGeom>
                  <a:avLst/>
                  <a:gdLst/>
                  <a:ahLst/>
                  <a:cxnLst/>
                  <a:rect l="l" t="t" r="r" b="b"/>
                  <a:pathLst>
                    <a:path w="12599" h="15550" extrusionOk="0">
                      <a:moveTo>
                        <a:pt x="10066" y="1"/>
                      </a:moveTo>
                      <a:cubicBezTo>
                        <a:pt x="8152" y="1"/>
                        <a:pt x="5327" y="2296"/>
                        <a:pt x="3181" y="5774"/>
                      </a:cubicBezTo>
                      <a:cubicBezTo>
                        <a:pt x="623" y="9921"/>
                        <a:pt x="1" y="14181"/>
                        <a:pt x="1794" y="15286"/>
                      </a:cubicBezTo>
                      <a:cubicBezTo>
                        <a:pt x="2083" y="15464"/>
                        <a:pt x="2414" y="15550"/>
                        <a:pt x="2780" y="15550"/>
                      </a:cubicBezTo>
                      <a:cubicBezTo>
                        <a:pt x="2788" y="15550"/>
                        <a:pt x="2797" y="15549"/>
                        <a:pt x="2806" y="15549"/>
                      </a:cubicBezTo>
                      <a:cubicBezTo>
                        <a:pt x="4719" y="15539"/>
                        <a:pt x="7534" y="13246"/>
                        <a:pt x="9674" y="9780"/>
                      </a:cubicBezTo>
                      <a:cubicBezTo>
                        <a:pt x="11812" y="6311"/>
                        <a:pt x="12598" y="2764"/>
                        <a:pt x="11749" y="1050"/>
                      </a:cubicBezTo>
                      <a:cubicBezTo>
                        <a:pt x="11584" y="712"/>
                        <a:pt x="11356" y="446"/>
                        <a:pt x="11061" y="264"/>
                      </a:cubicBezTo>
                      <a:cubicBezTo>
                        <a:pt x="10771" y="86"/>
                        <a:pt x="10436" y="1"/>
                        <a:pt x="100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2"/>
                <p:cNvSpPr/>
                <p:nvPr/>
              </p:nvSpPr>
              <p:spPr>
                <a:xfrm>
                  <a:off x="5104850" y="830050"/>
                  <a:ext cx="276775" cy="348750"/>
                </a:xfrm>
                <a:custGeom>
                  <a:avLst/>
                  <a:gdLst/>
                  <a:ahLst/>
                  <a:cxnLst/>
                  <a:rect l="l" t="t" r="r" b="b"/>
                  <a:pathLst>
                    <a:path w="11071" h="13950" extrusionOk="0">
                      <a:moveTo>
                        <a:pt x="9077" y="1"/>
                      </a:moveTo>
                      <a:cubicBezTo>
                        <a:pt x="7452" y="1"/>
                        <a:pt x="4933" y="2131"/>
                        <a:pt x="2969" y="5313"/>
                      </a:cubicBezTo>
                      <a:cubicBezTo>
                        <a:pt x="663" y="9053"/>
                        <a:pt x="0" y="12829"/>
                        <a:pt x="1488" y="13747"/>
                      </a:cubicBezTo>
                      <a:cubicBezTo>
                        <a:pt x="1711" y="13884"/>
                        <a:pt x="1967" y="13950"/>
                        <a:pt x="2249" y="13950"/>
                      </a:cubicBezTo>
                      <a:cubicBezTo>
                        <a:pt x="2279" y="13950"/>
                        <a:pt x="2309" y="13949"/>
                        <a:pt x="2340" y="13948"/>
                      </a:cubicBezTo>
                      <a:cubicBezTo>
                        <a:pt x="3967" y="13877"/>
                        <a:pt x="6434" y="11766"/>
                        <a:pt x="8362" y="8640"/>
                      </a:cubicBezTo>
                      <a:cubicBezTo>
                        <a:pt x="10290" y="5512"/>
                        <a:pt x="11071" y="2360"/>
                        <a:pt x="10403" y="874"/>
                      </a:cubicBezTo>
                      <a:cubicBezTo>
                        <a:pt x="10274" y="581"/>
                        <a:pt x="10088" y="354"/>
                        <a:pt x="9842" y="203"/>
                      </a:cubicBezTo>
                      <a:cubicBezTo>
                        <a:pt x="9620" y="66"/>
                        <a:pt x="9362" y="1"/>
                        <a:pt x="9077" y="1"/>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37" name="Google Shape;2237;p42"/>
            <p:cNvGrpSpPr/>
            <p:nvPr/>
          </p:nvGrpSpPr>
          <p:grpSpPr>
            <a:xfrm>
              <a:off x="2151078" y="3587117"/>
              <a:ext cx="293939" cy="478347"/>
              <a:chOff x="2082225" y="585025"/>
              <a:chExt cx="100300" cy="163225"/>
            </a:xfrm>
          </p:grpSpPr>
          <p:sp>
            <p:nvSpPr>
              <p:cNvPr id="2238" name="Google Shape;2238;p42"/>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42"/>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42"/>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42"/>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2" name="Google Shape;2242;p42"/>
            <p:cNvGrpSpPr/>
            <p:nvPr/>
          </p:nvGrpSpPr>
          <p:grpSpPr>
            <a:xfrm rot="-4886298">
              <a:off x="2146254" y="2930009"/>
              <a:ext cx="293945" cy="478357"/>
              <a:chOff x="2082225" y="585025"/>
              <a:chExt cx="100300" cy="163225"/>
            </a:xfrm>
          </p:grpSpPr>
          <p:sp>
            <p:nvSpPr>
              <p:cNvPr id="2243" name="Google Shape;2243;p42"/>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2"/>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2"/>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2"/>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7" name="Google Shape;2247;p42"/>
            <p:cNvGrpSpPr/>
            <p:nvPr/>
          </p:nvGrpSpPr>
          <p:grpSpPr>
            <a:xfrm rot="-7314317">
              <a:off x="2761585" y="3590718"/>
              <a:ext cx="293945" cy="478356"/>
              <a:chOff x="2082225" y="585025"/>
              <a:chExt cx="100300" cy="163225"/>
            </a:xfrm>
          </p:grpSpPr>
          <p:sp>
            <p:nvSpPr>
              <p:cNvPr id="2248" name="Google Shape;2248;p42"/>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2"/>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2"/>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2"/>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2" name="Google Shape;2252;p42"/>
            <p:cNvGrpSpPr/>
            <p:nvPr/>
          </p:nvGrpSpPr>
          <p:grpSpPr>
            <a:xfrm rot="5143689">
              <a:off x="2034818" y="4227677"/>
              <a:ext cx="293943" cy="478354"/>
              <a:chOff x="2082225" y="585025"/>
              <a:chExt cx="100300" cy="163225"/>
            </a:xfrm>
          </p:grpSpPr>
          <p:sp>
            <p:nvSpPr>
              <p:cNvPr id="2253" name="Google Shape;2253;p42"/>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2"/>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2"/>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2"/>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7" name="Google Shape;2257;p42"/>
            <p:cNvGrpSpPr/>
            <p:nvPr/>
          </p:nvGrpSpPr>
          <p:grpSpPr>
            <a:xfrm rot="-4116770">
              <a:off x="3379649" y="3837374"/>
              <a:ext cx="293940" cy="478349"/>
              <a:chOff x="2082225" y="585025"/>
              <a:chExt cx="100300" cy="163225"/>
            </a:xfrm>
          </p:grpSpPr>
          <p:sp>
            <p:nvSpPr>
              <p:cNvPr id="2258" name="Google Shape;2258;p42"/>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2"/>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2"/>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2"/>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2" name="Google Shape;2262;p42"/>
            <p:cNvGrpSpPr/>
            <p:nvPr/>
          </p:nvGrpSpPr>
          <p:grpSpPr>
            <a:xfrm rot="-3172205">
              <a:off x="2849416" y="4227590"/>
              <a:ext cx="293942" cy="478352"/>
              <a:chOff x="2082225" y="585025"/>
              <a:chExt cx="100300" cy="163225"/>
            </a:xfrm>
          </p:grpSpPr>
          <p:sp>
            <p:nvSpPr>
              <p:cNvPr id="2263" name="Google Shape;2263;p42"/>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2"/>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2"/>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2"/>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67" name="Google Shape;2267;p42"/>
          <p:cNvGrpSpPr/>
          <p:nvPr/>
        </p:nvGrpSpPr>
        <p:grpSpPr>
          <a:xfrm rot="5175436">
            <a:off x="399900" y="-91498"/>
            <a:ext cx="975074" cy="1402405"/>
            <a:chOff x="2979850" y="946850"/>
            <a:chExt cx="475350" cy="683675"/>
          </a:xfrm>
        </p:grpSpPr>
        <p:sp>
          <p:nvSpPr>
            <p:cNvPr id="2268" name="Google Shape;2268;p42"/>
            <p:cNvSpPr/>
            <p:nvPr/>
          </p:nvSpPr>
          <p:spPr>
            <a:xfrm>
              <a:off x="2979850" y="946850"/>
              <a:ext cx="475350" cy="683675"/>
            </a:xfrm>
            <a:custGeom>
              <a:avLst/>
              <a:gdLst/>
              <a:ahLst/>
              <a:cxnLst/>
              <a:rect l="l" t="t" r="r" b="b"/>
              <a:pathLst>
                <a:path w="19014" h="27347" extrusionOk="0">
                  <a:moveTo>
                    <a:pt x="18070" y="0"/>
                  </a:moveTo>
                  <a:cubicBezTo>
                    <a:pt x="17745" y="0"/>
                    <a:pt x="17411" y="184"/>
                    <a:pt x="17210" y="507"/>
                  </a:cubicBezTo>
                  <a:lnTo>
                    <a:pt x="12142" y="6994"/>
                  </a:lnTo>
                  <a:cubicBezTo>
                    <a:pt x="12116" y="7023"/>
                    <a:pt x="12090" y="7054"/>
                    <a:pt x="12070" y="7086"/>
                  </a:cubicBezTo>
                  <a:cubicBezTo>
                    <a:pt x="12032" y="7148"/>
                    <a:pt x="12006" y="7215"/>
                    <a:pt x="11993" y="7287"/>
                  </a:cubicBezTo>
                  <a:cubicBezTo>
                    <a:pt x="11957" y="7460"/>
                    <a:pt x="11988" y="7654"/>
                    <a:pt x="12074" y="7853"/>
                  </a:cubicBezTo>
                  <a:cubicBezTo>
                    <a:pt x="12115" y="7947"/>
                    <a:pt x="12166" y="8039"/>
                    <a:pt x="12228" y="8131"/>
                  </a:cubicBezTo>
                  <a:lnTo>
                    <a:pt x="11901" y="8654"/>
                  </a:lnTo>
                  <a:lnTo>
                    <a:pt x="10926" y="8048"/>
                  </a:lnTo>
                  <a:cubicBezTo>
                    <a:pt x="10797" y="7969"/>
                    <a:pt x="10654" y="7931"/>
                    <a:pt x="10507" y="7931"/>
                  </a:cubicBezTo>
                  <a:cubicBezTo>
                    <a:pt x="10180" y="7931"/>
                    <a:pt x="9840" y="8120"/>
                    <a:pt x="9634" y="8452"/>
                  </a:cubicBezTo>
                  <a:lnTo>
                    <a:pt x="245" y="23539"/>
                  </a:lnTo>
                  <a:cubicBezTo>
                    <a:pt x="0" y="23932"/>
                    <a:pt x="7" y="24419"/>
                    <a:pt x="272" y="24723"/>
                  </a:cubicBezTo>
                  <a:cubicBezTo>
                    <a:pt x="342" y="24806"/>
                    <a:pt x="415" y="24883"/>
                    <a:pt x="490" y="24964"/>
                  </a:cubicBezTo>
                  <a:cubicBezTo>
                    <a:pt x="675" y="25161"/>
                    <a:pt x="871" y="25348"/>
                    <a:pt x="1075" y="25523"/>
                  </a:cubicBezTo>
                  <a:cubicBezTo>
                    <a:pt x="1813" y="26163"/>
                    <a:pt x="2656" y="26658"/>
                    <a:pt x="3597" y="27022"/>
                  </a:cubicBezTo>
                  <a:cubicBezTo>
                    <a:pt x="3876" y="27133"/>
                    <a:pt x="4165" y="27231"/>
                    <a:pt x="4463" y="27316"/>
                  </a:cubicBezTo>
                  <a:cubicBezTo>
                    <a:pt x="4535" y="27336"/>
                    <a:pt x="4609" y="27346"/>
                    <a:pt x="4684" y="27346"/>
                  </a:cubicBezTo>
                  <a:cubicBezTo>
                    <a:pt x="5016" y="27346"/>
                    <a:pt x="5355" y="27150"/>
                    <a:pt x="5558" y="26823"/>
                  </a:cubicBezTo>
                  <a:lnTo>
                    <a:pt x="14935" y="11753"/>
                  </a:lnTo>
                  <a:cubicBezTo>
                    <a:pt x="15234" y="11272"/>
                    <a:pt x="15141" y="10674"/>
                    <a:pt x="14729" y="10412"/>
                  </a:cubicBezTo>
                  <a:lnTo>
                    <a:pt x="13753" y="9805"/>
                  </a:lnTo>
                  <a:lnTo>
                    <a:pt x="14081" y="9282"/>
                  </a:lnTo>
                  <a:cubicBezTo>
                    <a:pt x="14166" y="9294"/>
                    <a:pt x="14248" y="9299"/>
                    <a:pt x="14327" y="9299"/>
                  </a:cubicBezTo>
                  <a:cubicBezTo>
                    <a:pt x="14669" y="9299"/>
                    <a:pt x="14946" y="9188"/>
                    <a:pt x="15087" y="8962"/>
                  </a:cubicBezTo>
                  <a:cubicBezTo>
                    <a:pt x="15107" y="8931"/>
                    <a:pt x="15125" y="8895"/>
                    <a:pt x="15139" y="8859"/>
                  </a:cubicBezTo>
                  <a:lnTo>
                    <a:pt x="18720" y="1446"/>
                  </a:lnTo>
                  <a:cubicBezTo>
                    <a:pt x="19014" y="974"/>
                    <a:pt x="18913" y="381"/>
                    <a:pt x="18498" y="121"/>
                  </a:cubicBezTo>
                  <a:cubicBezTo>
                    <a:pt x="18366" y="39"/>
                    <a:pt x="18219" y="0"/>
                    <a:pt x="18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2"/>
            <p:cNvSpPr/>
            <p:nvPr/>
          </p:nvSpPr>
          <p:spPr>
            <a:xfrm>
              <a:off x="3047425" y="1230950"/>
              <a:ext cx="278875" cy="364375"/>
            </a:xfrm>
            <a:custGeom>
              <a:avLst/>
              <a:gdLst/>
              <a:ahLst/>
              <a:cxnLst/>
              <a:rect l="l" t="t" r="r" b="b"/>
              <a:pathLst>
                <a:path w="11155" h="14575" extrusionOk="0">
                  <a:moveTo>
                    <a:pt x="7752" y="0"/>
                  </a:moveTo>
                  <a:lnTo>
                    <a:pt x="1" y="12456"/>
                  </a:lnTo>
                  <a:lnTo>
                    <a:pt x="3403" y="14574"/>
                  </a:lnTo>
                  <a:lnTo>
                    <a:pt x="11155" y="2117"/>
                  </a:lnTo>
                  <a:lnTo>
                    <a:pt x="775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2"/>
            <p:cNvSpPr/>
            <p:nvPr/>
          </p:nvSpPr>
          <p:spPr>
            <a:xfrm>
              <a:off x="3105900" y="1286900"/>
              <a:ext cx="200650" cy="277025"/>
            </a:xfrm>
            <a:custGeom>
              <a:avLst/>
              <a:gdLst/>
              <a:ahLst/>
              <a:cxnLst/>
              <a:rect l="l" t="t" r="r" b="b"/>
              <a:pathLst>
                <a:path w="8026" h="11081" extrusionOk="0">
                  <a:moveTo>
                    <a:pt x="6182" y="1"/>
                  </a:moveTo>
                  <a:lnTo>
                    <a:pt x="0" y="9934"/>
                  </a:lnTo>
                  <a:lnTo>
                    <a:pt x="1843" y="11080"/>
                  </a:lnTo>
                  <a:lnTo>
                    <a:pt x="8025" y="1148"/>
                  </a:lnTo>
                  <a:lnTo>
                    <a:pt x="6182"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2"/>
            <p:cNvSpPr/>
            <p:nvPr/>
          </p:nvSpPr>
          <p:spPr>
            <a:xfrm>
              <a:off x="3069750" y="1198275"/>
              <a:ext cx="290975" cy="432250"/>
            </a:xfrm>
            <a:custGeom>
              <a:avLst/>
              <a:gdLst/>
              <a:ahLst/>
              <a:cxnLst/>
              <a:rect l="l" t="t" r="r" b="b"/>
              <a:pathLst>
                <a:path w="11639" h="17290" extrusionOk="0">
                  <a:moveTo>
                    <a:pt x="10557" y="1"/>
                  </a:moveTo>
                  <a:lnTo>
                    <a:pt x="1" y="16965"/>
                  </a:lnTo>
                  <a:cubicBezTo>
                    <a:pt x="280" y="17076"/>
                    <a:pt x="569" y="17174"/>
                    <a:pt x="867" y="17259"/>
                  </a:cubicBezTo>
                  <a:cubicBezTo>
                    <a:pt x="939" y="17279"/>
                    <a:pt x="1013" y="17289"/>
                    <a:pt x="1088" y="17289"/>
                  </a:cubicBezTo>
                  <a:cubicBezTo>
                    <a:pt x="1420" y="17289"/>
                    <a:pt x="1759" y="17093"/>
                    <a:pt x="1962" y="16766"/>
                  </a:cubicBezTo>
                  <a:lnTo>
                    <a:pt x="11339" y="1696"/>
                  </a:lnTo>
                  <a:cubicBezTo>
                    <a:pt x="11638" y="1215"/>
                    <a:pt x="11545" y="617"/>
                    <a:pt x="11130" y="357"/>
                  </a:cubicBezTo>
                  <a:lnTo>
                    <a:pt x="10557" y="1"/>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2"/>
            <p:cNvSpPr/>
            <p:nvPr/>
          </p:nvSpPr>
          <p:spPr>
            <a:xfrm>
              <a:off x="2992075" y="1149075"/>
              <a:ext cx="279350" cy="435900"/>
            </a:xfrm>
            <a:custGeom>
              <a:avLst/>
              <a:gdLst/>
              <a:ahLst/>
              <a:cxnLst/>
              <a:rect l="l" t="t" r="r" b="b"/>
              <a:pathLst>
                <a:path w="11174" h="17436" extrusionOk="0">
                  <a:moveTo>
                    <a:pt x="10501" y="1"/>
                  </a:moveTo>
                  <a:lnTo>
                    <a:pt x="0" y="16875"/>
                  </a:lnTo>
                  <a:cubicBezTo>
                    <a:pt x="184" y="17072"/>
                    <a:pt x="380" y="17259"/>
                    <a:pt x="585" y="17435"/>
                  </a:cubicBezTo>
                  <a:lnTo>
                    <a:pt x="11174" y="420"/>
                  </a:lnTo>
                  <a:lnTo>
                    <a:pt x="10501"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73" name="Google Shape;2273;p42"/>
          <p:cNvSpPr txBox="1">
            <a:spLocks noGrp="1"/>
          </p:cNvSpPr>
          <p:nvPr>
            <p:ph type="ctrTitle"/>
          </p:nvPr>
        </p:nvSpPr>
        <p:spPr>
          <a:xfrm>
            <a:off x="715100" y="1132825"/>
            <a:ext cx="5633700" cy="199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accent5"/>
              </a:buClr>
              <a:buSzPts val="1100"/>
              <a:buFont typeface="Arial"/>
              <a:buNone/>
            </a:pPr>
            <a:r>
              <a:rPr lang="en-US" dirty="0"/>
              <a:t>Find My Meds </a:t>
            </a:r>
            <a:endParaRPr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77"/>
        <p:cNvGrpSpPr/>
        <p:nvPr/>
      </p:nvGrpSpPr>
      <p:grpSpPr>
        <a:xfrm>
          <a:off x="0" y="0"/>
          <a:ext cx="0" cy="0"/>
          <a:chOff x="0" y="0"/>
          <a:chExt cx="0" cy="0"/>
        </a:xfrm>
      </p:grpSpPr>
      <p:sp>
        <p:nvSpPr>
          <p:cNvPr id="2278" name="Google Shape;2278;p43"/>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Problem &amp; Solution</a:t>
            </a:r>
            <a:endParaRPr dirty="0"/>
          </a:p>
        </p:txBody>
      </p:sp>
      <p:sp>
        <p:nvSpPr>
          <p:cNvPr id="2281" name="Google Shape;2281;p43"/>
          <p:cNvSpPr txBox="1"/>
          <p:nvPr/>
        </p:nvSpPr>
        <p:spPr>
          <a:xfrm>
            <a:off x="720000" y="1356822"/>
            <a:ext cx="5450400" cy="1650125"/>
          </a:xfrm>
          <a:prstGeom prst="rect">
            <a:avLst/>
          </a:prstGeom>
          <a:noFill/>
          <a:ln>
            <a:noFill/>
          </a:ln>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US" dirty="0">
                <a:solidFill>
                  <a:schemeClr val="accent5"/>
                </a:solidFill>
                <a:latin typeface="Montserrat Medium"/>
                <a:ea typeface="Montserrat Medium"/>
                <a:cs typeface="Montserrat Medium"/>
                <a:sym typeface="Montserrat Medium"/>
              </a:rPr>
              <a:t>Patients in Lebanon struggle to find available medications due to frequent shortages and lack of real-time pharmacy inventory information</a:t>
            </a:r>
          </a:p>
          <a:p>
            <a:pPr marL="0" lvl="0" indent="0" algn="l" rtl="0">
              <a:lnSpc>
                <a:spcPct val="115000"/>
              </a:lnSpc>
              <a:spcBef>
                <a:spcPts val="0"/>
              </a:spcBef>
              <a:spcAft>
                <a:spcPts val="0"/>
              </a:spcAft>
              <a:buNone/>
            </a:pPr>
            <a:endParaRPr lang="en-US" dirty="0">
              <a:solidFill>
                <a:schemeClr val="accent5"/>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None/>
            </a:pPr>
            <a:r>
              <a:rPr lang="en-US" dirty="0" err="1">
                <a:solidFill>
                  <a:schemeClr val="accent5"/>
                </a:solidFill>
                <a:latin typeface="Montserrat Medium"/>
                <a:ea typeface="Montserrat Medium"/>
                <a:cs typeface="Montserrat Medium"/>
                <a:sym typeface="Montserrat Medium"/>
              </a:rPr>
              <a:t>FindMyMeds</a:t>
            </a:r>
            <a:r>
              <a:rPr lang="en-US" dirty="0">
                <a:solidFill>
                  <a:schemeClr val="accent5"/>
                </a:solidFill>
                <a:latin typeface="Montserrat Medium"/>
                <a:ea typeface="Montserrat Medium"/>
                <a:cs typeface="Montserrat Medium"/>
                <a:sym typeface="Montserrat Medium"/>
              </a:rPr>
              <a:t> shows medication availability across pharmacies in one place as it saves time and helps users find medicines faster </a:t>
            </a:r>
            <a:endParaRPr dirty="0">
              <a:solidFill>
                <a:schemeClr val="accent5"/>
              </a:solidFill>
              <a:latin typeface="Montserrat Medium"/>
              <a:ea typeface="Montserrat Medium"/>
              <a:cs typeface="Montserrat Medium"/>
              <a:sym typeface="Montserrat Medium"/>
            </a:endParaRPr>
          </a:p>
        </p:txBody>
      </p:sp>
      <p:grpSp>
        <p:nvGrpSpPr>
          <p:cNvPr id="2283" name="Google Shape;2283;p43"/>
          <p:cNvGrpSpPr/>
          <p:nvPr/>
        </p:nvGrpSpPr>
        <p:grpSpPr>
          <a:xfrm>
            <a:off x="8569049" y="1852982"/>
            <a:ext cx="390970" cy="328903"/>
            <a:chOff x="1876970" y="-81211"/>
            <a:chExt cx="5178410" cy="4356326"/>
          </a:xfrm>
        </p:grpSpPr>
        <p:sp>
          <p:nvSpPr>
            <p:cNvPr id="2284" name="Google Shape;2284;p43"/>
            <p:cNvSpPr/>
            <p:nvPr/>
          </p:nvSpPr>
          <p:spPr>
            <a:xfrm>
              <a:off x="1876970" y="-81211"/>
              <a:ext cx="4790958" cy="4199058"/>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85" name="Google Shape;2285;p43"/>
            <p:cNvGrpSpPr/>
            <p:nvPr/>
          </p:nvGrpSpPr>
          <p:grpSpPr>
            <a:xfrm>
              <a:off x="1876970" y="-81211"/>
              <a:ext cx="5178410" cy="4356326"/>
              <a:chOff x="4807450" y="3561550"/>
              <a:chExt cx="90550" cy="76175"/>
            </a:xfrm>
          </p:grpSpPr>
          <p:sp>
            <p:nvSpPr>
              <p:cNvPr id="2286" name="Google Shape;2286;p43"/>
              <p:cNvSpPr/>
              <p:nvPr/>
            </p:nvSpPr>
            <p:spPr>
              <a:xfrm>
                <a:off x="4814200" y="35643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3"/>
              <p:cNvSpPr/>
              <p:nvPr/>
            </p:nvSpPr>
            <p:spPr>
              <a:xfrm>
                <a:off x="4807450" y="35615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3"/>
              <p:cNvSpPr/>
              <p:nvPr/>
            </p:nvSpPr>
            <p:spPr>
              <a:xfrm>
                <a:off x="4826675" y="35840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2013723" y="962869"/>
            <a:ext cx="4661100"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1</a:t>
            </a:r>
            <a:br>
              <a:rPr lang="en" dirty="0"/>
            </a:br>
            <a:r>
              <a:rPr lang="en" sz="4000" dirty="0"/>
              <a:t>System Architecture </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79"/>
        <p:cNvGrpSpPr/>
        <p:nvPr/>
      </p:nvGrpSpPr>
      <p:grpSpPr>
        <a:xfrm>
          <a:off x="0" y="0"/>
          <a:ext cx="0" cy="0"/>
          <a:chOff x="0" y="0"/>
          <a:chExt cx="0" cy="0"/>
        </a:xfrm>
      </p:grpSpPr>
      <p:sp>
        <p:nvSpPr>
          <p:cNvPr id="2582" name="Google Shape;2582;p47"/>
          <p:cNvSpPr txBox="1">
            <a:spLocks noGrp="1"/>
          </p:cNvSpPr>
          <p:nvPr>
            <p:ph type="title"/>
          </p:nvPr>
        </p:nvSpPr>
        <p:spPr>
          <a:xfrm>
            <a:off x="540671" y="34993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t>System Architecture</a:t>
            </a:r>
            <a:endParaRPr dirty="0"/>
          </a:p>
        </p:txBody>
      </p:sp>
      <p:grpSp>
        <p:nvGrpSpPr>
          <p:cNvPr id="2583" name="Google Shape;2583;p47"/>
          <p:cNvGrpSpPr/>
          <p:nvPr/>
        </p:nvGrpSpPr>
        <p:grpSpPr>
          <a:xfrm rot="-1357973">
            <a:off x="8455865" y="698620"/>
            <a:ext cx="1586190" cy="1422625"/>
            <a:chOff x="5000675" y="2412450"/>
            <a:chExt cx="955700" cy="857150"/>
          </a:xfrm>
        </p:grpSpPr>
        <p:sp>
          <p:nvSpPr>
            <p:cNvPr id="2584" name="Google Shape;2584;p47"/>
            <p:cNvSpPr/>
            <p:nvPr/>
          </p:nvSpPr>
          <p:spPr>
            <a:xfrm>
              <a:off x="5088875" y="2467475"/>
              <a:ext cx="867500" cy="802125"/>
            </a:xfrm>
            <a:custGeom>
              <a:avLst/>
              <a:gdLst/>
              <a:ahLst/>
              <a:cxnLst/>
              <a:rect l="l" t="t" r="r" b="b"/>
              <a:pathLst>
                <a:path w="34700" h="32085" extrusionOk="0">
                  <a:moveTo>
                    <a:pt x="10659" y="1"/>
                  </a:moveTo>
                  <a:lnTo>
                    <a:pt x="1" y="17086"/>
                  </a:lnTo>
                  <a:lnTo>
                    <a:pt x="24041" y="32085"/>
                  </a:lnTo>
                  <a:lnTo>
                    <a:pt x="34699" y="14999"/>
                  </a:lnTo>
                  <a:lnTo>
                    <a:pt x="106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7"/>
            <p:cNvSpPr/>
            <p:nvPr/>
          </p:nvSpPr>
          <p:spPr>
            <a:xfrm>
              <a:off x="5000675" y="2412450"/>
              <a:ext cx="867475" cy="802125"/>
            </a:xfrm>
            <a:custGeom>
              <a:avLst/>
              <a:gdLst/>
              <a:ahLst/>
              <a:cxnLst/>
              <a:rect l="l" t="t" r="r" b="b"/>
              <a:pathLst>
                <a:path w="34699" h="32085" extrusionOk="0">
                  <a:moveTo>
                    <a:pt x="10660" y="1"/>
                  </a:moveTo>
                  <a:lnTo>
                    <a:pt x="0" y="17086"/>
                  </a:lnTo>
                  <a:lnTo>
                    <a:pt x="24040" y="32084"/>
                  </a:lnTo>
                  <a:lnTo>
                    <a:pt x="34699" y="14999"/>
                  </a:lnTo>
                  <a:lnTo>
                    <a:pt x="106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7"/>
            <p:cNvSpPr/>
            <p:nvPr/>
          </p:nvSpPr>
          <p:spPr>
            <a:xfrm>
              <a:off x="5221525" y="2485425"/>
              <a:ext cx="601100" cy="407425"/>
            </a:xfrm>
            <a:custGeom>
              <a:avLst/>
              <a:gdLst/>
              <a:ahLst/>
              <a:cxnLst/>
              <a:rect l="l" t="t" r="r" b="b"/>
              <a:pathLst>
                <a:path w="24044" h="16297" extrusionOk="0">
                  <a:moveTo>
                    <a:pt x="0" y="0"/>
                  </a:moveTo>
                  <a:lnTo>
                    <a:pt x="0" y="0"/>
                  </a:lnTo>
                  <a:cubicBezTo>
                    <a:pt x="127" y="768"/>
                    <a:pt x="263" y="1533"/>
                    <a:pt x="402" y="2297"/>
                  </a:cubicBezTo>
                  <a:cubicBezTo>
                    <a:pt x="542" y="3063"/>
                    <a:pt x="674" y="3829"/>
                    <a:pt x="820" y="4592"/>
                  </a:cubicBezTo>
                  <a:lnTo>
                    <a:pt x="831" y="4649"/>
                  </a:lnTo>
                  <a:lnTo>
                    <a:pt x="884" y="4684"/>
                  </a:lnTo>
                  <a:cubicBezTo>
                    <a:pt x="2409" y="5683"/>
                    <a:pt x="3940" y="6674"/>
                    <a:pt x="5479" y="7653"/>
                  </a:cubicBezTo>
                  <a:cubicBezTo>
                    <a:pt x="7014" y="8638"/>
                    <a:pt x="8560" y="9603"/>
                    <a:pt x="10105" y="10573"/>
                  </a:cubicBezTo>
                  <a:cubicBezTo>
                    <a:pt x="11655" y="11533"/>
                    <a:pt x="13202" y="12497"/>
                    <a:pt x="14762" y="13443"/>
                  </a:cubicBezTo>
                  <a:cubicBezTo>
                    <a:pt x="16318" y="14393"/>
                    <a:pt x="17879" y="15335"/>
                    <a:pt x="19448" y="16264"/>
                  </a:cubicBezTo>
                  <a:lnTo>
                    <a:pt x="19503" y="16296"/>
                  </a:lnTo>
                  <a:lnTo>
                    <a:pt x="19558" y="16281"/>
                  </a:lnTo>
                  <a:cubicBezTo>
                    <a:pt x="20308" y="16078"/>
                    <a:pt x="21055" y="15858"/>
                    <a:pt x="21803" y="15647"/>
                  </a:cubicBezTo>
                  <a:cubicBezTo>
                    <a:pt x="22551" y="15436"/>
                    <a:pt x="23297" y="15222"/>
                    <a:pt x="24043" y="14999"/>
                  </a:cubicBezTo>
                  <a:lnTo>
                    <a:pt x="24043" y="14999"/>
                  </a:lnTo>
                  <a:cubicBezTo>
                    <a:pt x="23281" y="15156"/>
                    <a:pt x="22522" y="15324"/>
                    <a:pt x="21764" y="15494"/>
                  </a:cubicBezTo>
                  <a:cubicBezTo>
                    <a:pt x="21026" y="15661"/>
                    <a:pt x="20287" y="15820"/>
                    <a:pt x="19550" y="15991"/>
                  </a:cubicBezTo>
                  <a:cubicBezTo>
                    <a:pt x="18041" y="15001"/>
                    <a:pt x="16526" y="14021"/>
                    <a:pt x="15004" y="13053"/>
                  </a:cubicBezTo>
                  <a:cubicBezTo>
                    <a:pt x="13470" y="12068"/>
                    <a:pt x="11923" y="11103"/>
                    <a:pt x="10379" y="10133"/>
                  </a:cubicBezTo>
                  <a:cubicBezTo>
                    <a:pt x="8828" y="9173"/>
                    <a:pt x="7281" y="8209"/>
                    <a:pt x="5722" y="7263"/>
                  </a:cubicBezTo>
                  <a:cubicBezTo>
                    <a:pt x="4184" y="6321"/>
                    <a:pt x="2637" y="5392"/>
                    <a:pt x="1086" y="4472"/>
                  </a:cubicBezTo>
                  <a:cubicBezTo>
                    <a:pt x="916" y="3735"/>
                    <a:pt x="733" y="3001"/>
                    <a:pt x="557" y="2265"/>
                  </a:cubicBezTo>
                  <a:cubicBezTo>
                    <a:pt x="377" y="1510"/>
                    <a:pt x="194" y="7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7"/>
            <p:cNvSpPr/>
            <p:nvPr/>
          </p:nvSpPr>
          <p:spPr>
            <a:xfrm>
              <a:off x="5311675" y="2758775"/>
              <a:ext cx="193150" cy="193125"/>
            </a:xfrm>
            <a:custGeom>
              <a:avLst/>
              <a:gdLst/>
              <a:ahLst/>
              <a:cxnLst/>
              <a:rect l="l" t="t" r="r" b="b"/>
              <a:pathLst>
                <a:path w="7726" h="7725" extrusionOk="0">
                  <a:moveTo>
                    <a:pt x="3864" y="0"/>
                  </a:moveTo>
                  <a:cubicBezTo>
                    <a:pt x="1730" y="0"/>
                    <a:pt x="1" y="1730"/>
                    <a:pt x="1" y="3862"/>
                  </a:cubicBezTo>
                  <a:cubicBezTo>
                    <a:pt x="1" y="5995"/>
                    <a:pt x="1730" y="7725"/>
                    <a:pt x="3864" y="7725"/>
                  </a:cubicBezTo>
                  <a:cubicBezTo>
                    <a:pt x="5997" y="7725"/>
                    <a:pt x="7725" y="5995"/>
                    <a:pt x="7725" y="3862"/>
                  </a:cubicBezTo>
                  <a:cubicBezTo>
                    <a:pt x="7725" y="1730"/>
                    <a:pt x="5997" y="0"/>
                    <a:pt x="38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7"/>
            <p:cNvSpPr/>
            <p:nvPr/>
          </p:nvSpPr>
          <p:spPr>
            <a:xfrm>
              <a:off x="5342475" y="2789550"/>
              <a:ext cx="131575" cy="131550"/>
            </a:xfrm>
            <a:custGeom>
              <a:avLst/>
              <a:gdLst/>
              <a:ahLst/>
              <a:cxnLst/>
              <a:rect l="l" t="t" r="r" b="b"/>
              <a:pathLst>
                <a:path w="5263" h="5262" extrusionOk="0">
                  <a:moveTo>
                    <a:pt x="3379" y="0"/>
                  </a:moveTo>
                  <a:lnTo>
                    <a:pt x="2389" y="1585"/>
                  </a:lnTo>
                  <a:lnTo>
                    <a:pt x="804" y="596"/>
                  </a:lnTo>
                  <a:lnTo>
                    <a:pt x="0" y="1885"/>
                  </a:lnTo>
                  <a:lnTo>
                    <a:pt x="1585" y="2874"/>
                  </a:lnTo>
                  <a:lnTo>
                    <a:pt x="595" y="4459"/>
                  </a:lnTo>
                  <a:lnTo>
                    <a:pt x="1884" y="5261"/>
                  </a:lnTo>
                  <a:lnTo>
                    <a:pt x="2873" y="3677"/>
                  </a:lnTo>
                  <a:lnTo>
                    <a:pt x="4458" y="4666"/>
                  </a:lnTo>
                  <a:lnTo>
                    <a:pt x="5262" y="3378"/>
                  </a:lnTo>
                  <a:lnTo>
                    <a:pt x="3676" y="2389"/>
                  </a:lnTo>
                  <a:lnTo>
                    <a:pt x="4666" y="803"/>
                  </a:lnTo>
                  <a:lnTo>
                    <a:pt x="33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7"/>
            <p:cNvSpPr/>
            <p:nvPr/>
          </p:nvSpPr>
          <p:spPr>
            <a:xfrm>
              <a:off x="5028150" y="2810950"/>
              <a:ext cx="215425" cy="147600"/>
            </a:xfrm>
            <a:custGeom>
              <a:avLst/>
              <a:gdLst/>
              <a:ahLst/>
              <a:cxnLst/>
              <a:rect l="l" t="t" r="r" b="b"/>
              <a:pathLst>
                <a:path w="8617" h="5904" extrusionOk="0">
                  <a:moveTo>
                    <a:pt x="539" y="1"/>
                  </a:moveTo>
                  <a:lnTo>
                    <a:pt x="0" y="865"/>
                  </a:lnTo>
                  <a:lnTo>
                    <a:pt x="8078" y="5904"/>
                  </a:lnTo>
                  <a:lnTo>
                    <a:pt x="8616" y="5040"/>
                  </a:lnTo>
                  <a:lnTo>
                    <a:pt x="53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7"/>
            <p:cNvSpPr/>
            <p:nvPr/>
          </p:nvSpPr>
          <p:spPr>
            <a:xfrm>
              <a:off x="5050675" y="2774850"/>
              <a:ext cx="174850" cy="122275"/>
            </a:xfrm>
            <a:custGeom>
              <a:avLst/>
              <a:gdLst/>
              <a:ahLst/>
              <a:cxnLst/>
              <a:rect l="l" t="t" r="r" b="b"/>
              <a:pathLst>
                <a:path w="6994" h="4891" extrusionOk="0">
                  <a:moveTo>
                    <a:pt x="539" y="0"/>
                  </a:moveTo>
                  <a:lnTo>
                    <a:pt x="0" y="864"/>
                  </a:lnTo>
                  <a:lnTo>
                    <a:pt x="6455" y="4891"/>
                  </a:lnTo>
                  <a:lnTo>
                    <a:pt x="6994" y="4027"/>
                  </a:lnTo>
                  <a:lnTo>
                    <a:pt x="5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7"/>
            <p:cNvSpPr/>
            <p:nvPr/>
          </p:nvSpPr>
          <p:spPr>
            <a:xfrm>
              <a:off x="5073200" y="2738750"/>
              <a:ext cx="125350" cy="91400"/>
            </a:xfrm>
            <a:custGeom>
              <a:avLst/>
              <a:gdLst/>
              <a:ahLst/>
              <a:cxnLst/>
              <a:rect l="l" t="t" r="r" b="b"/>
              <a:pathLst>
                <a:path w="5014" h="3656" extrusionOk="0">
                  <a:moveTo>
                    <a:pt x="539" y="0"/>
                  </a:moveTo>
                  <a:lnTo>
                    <a:pt x="0" y="864"/>
                  </a:lnTo>
                  <a:lnTo>
                    <a:pt x="4475" y="3656"/>
                  </a:lnTo>
                  <a:lnTo>
                    <a:pt x="5014" y="2792"/>
                  </a:lnTo>
                  <a:lnTo>
                    <a:pt x="5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7"/>
            <p:cNvSpPr/>
            <p:nvPr/>
          </p:nvSpPr>
          <p:spPr>
            <a:xfrm>
              <a:off x="5630700" y="2669625"/>
              <a:ext cx="209225" cy="137675"/>
            </a:xfrm>
            <a:custGeom>
              <a:avLst/>
              <a:gdLst/>
              <a:ahLst/>
              <a:cxnLst/>
              <a:rect l="l" t="t" r="r" b="b"/>
              <a:pathLst>
                <a:path w="8369" h="5507" extrusionOk="0">
                  <a:moveTo>
                    <a:pt x="291" y="1"/>
                  </a:moveTo>
                  <a:lnTo>
                    <a:pt x="0" y="467"/>
                  </a:lnTo>
                  <a:lnTo>
                    <a:pt x="8078" y="5506"/>
                  </a:lnTo>
                  <a:lnTo>
                    <a:pt x="8369" y="5040"/>
                  </a:lnTo>
                  <a:lnTo>
                    <a:pt x="2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7"/>
            <p:cNvSpPr/>
            <p:nvPr/>
          </p:nvSpPr>
          <p:spPr>
            <a:xfrm>
              <a:off x="5659075" y="2714425"/>
              <a:ext cx="168675" cy="112350"/>
            </a:xfrm>
            <a:custGeom>
              <a:avLst/>
              <a:gdLst/>
              <a:ahLst/>
              <a:cxnLst/>
              <a:rect l="l" t="t" r="r" b="b"/>
              <a:pathLst>
                <a:path w="6747" h="4494" extrusionOk="0">
                  <a:moveTo>
                    <a:pt x="292" y="0"/>
                  </a:moveTo>
                  <a:lnTo>
                    <a:pt x="1" y="465"/>
                  </a:lnTo>
                  <a:lnTo>
                    <a:pt x="6456" y="4493"/>
                  </a:lnTo>
                  <a:lnTo>
                    <a:pt x="6747" y="4027"/>
                  </a:lnTo>
                  <a:lnTo>
                    <a:pt x="2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7"/>
            <p:cNvSpPr/>
            <p:nvPr/>
          </p:nvSpPr>
          <p:spPr>
            <a:xfrm>
              <a:off x="5696425" y="2764800"/>
              <a:ext cx="119175" cy="81475"/>
            </a:xfrm>
            <a:custGeom>
              <a:avLst/>
              <a:gdLst/>
              <a:ahLst/>
              <a:cxnLst/>
              <a:rect l="l" t="t" r="r" b="b"/>
              <a:pathLst>
                <a:path w="4767" h="3259" extrusionOk="0">
                  <a:moveTo>
                    <a:pt x="292" y="1"/>
                  </a:moveTo>
                  <a:lnTo>
                    <a:pt x="1" y="466"/>
                  </a:lnTo>
                  <a:lnTo>
                    <a:pt x="4476" y="3259"/>
                  </a:lnTo>
                  <a:lnTo>
                    <a:pt x="4767" y="2792"/>
                  </a:lnTo>
                  <a:lnTo>
                    <a:pt x="2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7"/>
            <p:cNvSpPr/>
            <p:nvPr/>
          </p:nvSpPr>
          <p:spPr>
            <a:xfrm>
              <a:off x="5120475" y="2909875"/>
              <a:ext cx="778550" cy="359525"/>
            </a:xfrm>
            <a:custGeom>
              <a:avLst/>
              <a:gdLst/>
              <a:ahLst/>
              <a:cxnLst/>
              <a:rect l="l" t="t" r="r" b="b"/>
              <a:pathLst>
                <a:path w="31142" h="14381" extrusionOk="0">
                  <a:moveTo>
                    <a:pt x="26847" y="0"/>
                  </a:moveTo>
                  <a:cubicBezTo>
                    <a:pt x="22608" y="1935"/>
                    <a:pt x="17955" y="2967"/>
                    <a:pt x="13292" y="2976"/>
                  </a:cubicBezTo>
                  <a:cubicBezTo>
                    <a:pt x="13277" y="2976"/>
                    <a:pt x="13263" y="2976"/>
                    <a:pt x="13248" y="2976"/>
                  </a:cubicBezTo>
                  <a:cubicBezTo>
                    <a:pt x="8700" y="2976"/>
                    <a:pt x="4161" y="2005"/>
                    <a:pt x="1" y="170"/>
                  </a:cubicBezTo>
                  <a:lnTo>
                    <a:pt x="1" y="170"/>
                  </a:lnTo>
                  <a:lnTo>
                    <a:pt x="22780" y="14380"/>
                  </a:lnTo>
                  <a:lnTo>
                    <a:pt x="31141" y="978"/>
                  </a:lnTo>
                  <a:cubicBezTo>
                    <a:pt x="29680" y="822"/>
                    <a:pt x="28221" y="495"/>
                    <a:pt x="26847"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6" name="Google Shape;2596;p47"/>
          <p:cNvGrpSpPr/>
          <p:nvPr/>
        </p:nvGrpSpPr>
        <p:grpSpPr>
          <a:xfrm>
            <a:off x="7143766" y="1281733"/>
            <a:ext cx="169326" cy="169400"/>
            <a:chOff x="3331975" y="2330200"/>
            <a:chExt cx="63125" cy="63150"/>
          </a:xfrm>
        </p:grpSpPr>
        <p:sp>
          <p:nvSpPr>
            <p:cNvPr id="2597" name="Google Shape;2597;p47"/>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47"/>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47"/>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0" name="Google Shape;2600;p47"/>
          <p:cNvGrpSpPr/>
          <p:nvPr/>
        </p:nvGrpSpPr>
        <p:grpSpPr>
          <a:xfrm rot="-234896">
            <a:off x="7362791" y="3859958"/>
            <a:ext cx="1208541" cy="1497105"/>
            <a:chOff x="4463600" y="387275"/>
            <a:chExt cx="449175" cy="556425"/>
          </a:xfrm>
        </p:grpSpPr>
        <p:sp>
          <p:nvSpPr>
            <p:cNvPr id="2601" name="Google Shape;2601;p47"/>
            <p:cNvSpPr/>
            <p:nvPr/>
          </p:nvSpPr>
          <p:spPr>
            <a:xfrm>
              <a:off x="4463900" y="396050"/>
              <a:ext cx="159475" cy="126800"/>
            </a:xfrm>
            <a:custGeom>
              <a:avLst/>
              <a:gdLst/>
              <a:ahLst/>
              <a:cxnLst/>
              <a:rect l="l" t="t" r="r" b="b"/>
              <a:pathLst>
                <a:path w="6379" h="5072" extrusionOk="0">
                  <a:moveTo>
                    <a:pt x="1655" y="0"/>
                  </a:moveTo>
                  <a:cubicBezTo>
                    <a:pt x="1640" y="0"/>
                    <a:pt x="1625" y="0"/>
                    <a:pt x="1610" y="1"/>
                  </a:cubicBezTo>
                  <a:cubicBezTo>
                    <a:pt x="1087" y="16"/>
                    <a:pt x="588" y="329"/>
                    <a:pt x="320" y="780"/>
                  </a:cubicBezTo>
                  <a:cubicBezTo>
                    <a:pt x="303" y="810"/>
                    <a:pt x="286" y="841"/>
                    <a:pt x="271" y="872"/>
                  </a:cubicBezTo>
                  <a:cubicBezTo>
                    <a:pt x="256" y="897"/>
                    <a:pt x="245" y="925"/>
                    <a:pt x="233" y="950"/>
                  </a:cubicBezTo>
                  <a:cubicBezTo>
                    <a:pt x="0" y="1491"/>
                    <a:pt x="92" y="2155"/>
                    <a:pt x="448" y="2624"/>
                  </a:cubicBezTo>
                  <a:cubicBezTo>
                    <a:pt x="851" y="3155"/>
                    <a:pt x="1511" y="3405"/>
                    <a:pt x="2139" y="3631"/>
                  </a:cubicBezTo>
                  <a:lnTo>
                    <a:pt x="4786" y="4587"/>
                  </a:lnTo>
                  <a:cubicBezTo>
                    <a:pt x="5142" y="4715"/>
                    <a:pt x="5736" y="5025"/>
                    <a:pt x="6112" y="5067"/>
                  </a:cubicBezTo>
                  <a:cubicBezTo>
                    <a:pt x="6136" y="5070"/>
                    <a:pt x="6158" y="5071"/>
                    <a:pt x="6178" y="5071"/>
                  </a:cubicBezTo>
                  <a:cubicBezTo>
                    <a:pt x="6223" y="5071"/>
                    <a:pt x="6258" y="5064"/>
                    <a:pt x="6283" y="5051"/>
                  </a:cubicBezTo>
                  <a:cubicBezTo>
                    <a:pt x="6320" y="5035"/>
                    <a:pt x="6341" y="5005"/>
                    <a:pt x="6347" y="4969"/>
                  </a:cubicBezTo>
                  <a:cubicBezTo>
                    <a:pt x="6378" y="4818"/>
                    <a:pt x="6200" y="4533"/>
                    <a:pt x="6096" y="4318"/>
                  </a:cubicBezTo>
                  <a:cubicBezTo>
                    <a:pt x="5442" y="2926"/>
                    <a:pt x="4468" y="1683"/>
                    <a:pt x="3269" y="722"/>
                  </a:cubicBezTo>
                  <a:cubicBezTo>
                    <a:pt x="2799" y="346"/>
                    <a:pt x="2253" y="0"/>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47"/>
            <p:cNvSpPr/>
            <p:nvPr/>
          </p:nvSpPr>
          <p:spPr>
            <a:xfrm>
              <a:off x="4470650" y="415525"/>
              <a:ext cx="401775" cy="528175"/>
            </a:xfrm>
            <a:custGeom>
              <a:avLst/>
              <a:gdLst/>
              <a:ahLst/>
              <a:cxnLst/>
              <a:rect l="l" t="t" r="r" b="b"/>
              <a:pathLst>
                <a:path w="16071" h="21127" extrusionOk="0">
                  <a:moveTo>
                    <a:pt x="50" y="0"/>
                  </a:moveTo>
                  <a:cubicBezTo>
                    <a:pt x="33" y="30"/>
                    <a:pt x="16" y="61"/>
                    <a:pt x="1" y="92"/>
                  </a:cubicBezTo>
                  <a:cubicBezTo>
                    <a:pt x="1015" y="637"/>
                    <a:pt x="2002" y="1235"/>
                    <a:pt x="2953" y="1888"/>
                  </a:cubicBezTo>
                  <a:cubicBezTo>
                    <a:pt x="4020" y="2620"/>
                    <a:pt x="5042" y="3416"/>
                    <a:pt x="6013" y="4271"/>
                  </a:cubicBezTo>
                  <a:cubicBezTo>
                    <a:pt x="6435" y="4646"/>
                    <a:pt x="6849" y="5029"/>
                    <a:pt x="7252" y="5423"/>
                  </a:cubicBezTo>
                  <a:cubicBezTo>
                    <a:pt x="8611" y="6758"/>
                    <a:pt x="9848" y="8214"/>
                    <a:pt x="10943" y="9771"/>
                  </a:cubicBezTo>
                  <a:cubicBezTo>
                    <a:pt x="12071" y="11373"/>
                    <a:pt x="13050" y="13080"/>
                    <a:pt x="13863" y="14861"/>
                  </a:cubicBezTo>
                  <a:cubicBezTo>
                    <a:pt x="14677" y="16640"/>
                    <a:pt x="15327" y="18495"/>
                    <a:pt x="15798" y="20394"/>
                  </a:cubicBezTo>
                  <a:cubicBezTo>
                    <a:pt x="15855" y="20624"/>
                    <a:pt x="15911" y="20859"/>
                    <a:pt x="15963" y="21092"/>
                  </a:cubicBezTo>
                  <a:cubicBezTo>
                    <a:pt x="15968" y="21116"/>
                    <a:pt x="15985" y="21126"/>
                    <a:pt x="16004" y="21126"/>
                  </a:cubicBezTo>
                  <a:cubicBezTo>
                    <a:pt x="16035" y="21126"/>
                    <a:pt x="16071" y="21096"/>
                    <a:pt x="16062" y="21056"/>
                  </a:cubicBezTo>
                  <a:cubicBezTo>
                    <a:pt x="15628" y="19132"/>
                    <a:pt x="15017" y="17252"/>
                    <a:pt x="14235" y="15443"/>
                  </a:cubicBezTo>
                  <a:cubicBezTo>
                    <a:pt x="13459" y="13643"/>
                    <a:pt x="12517" y="11913"/>
                    <a:pt x="11425" y="10286"/>
                  </a:cubicBezTo>
                  <a:cubicBezTo>
                    <a:pt x="10359" y="8699"/>
                    <a:pt x="9147" y="7211"/>
                    <a:pt x="7814" y="5841"/>
                  </a:cubicBezTo>
                  <a:cubicBezTo>
                    <a:pt x="7257" y="5268"/>
                    <a:pt x="6676" y="4718"/>
                    <a:pt x="6076" y="4190"/>
                  </a:cubicBezTo>
                  <a:cubicBezTo>
                    <a:pt x="5272" y="3481"/>
                    <a:pt x="4433" y="2812"/>
                    <a:pt x="3562" y="2188"/>
                  </a:cubicBezTo>
                  <a:cubicBezTo>
                    <a:pt x="2440" y="1383"/>
                    <a:pt x="1267" y="652"/>
                    <a:pt x="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7"/>
            <p:cNvSpPr/>
            <p:nvPr/>
          </p:nvSpPr>
          <p:spPr>
            <a:xfrm>
              <a:off x="4596250" y="387275"/>
              <a:ext cx="92950" cy="180025"/>
            </a:xfrm>
            <a:custGeom>
              <a:avLst/>
              <a:gdLst/>
              <a:ahLst/>
              <a:cxnLst/>
              <a:rect l="l" t="t" r="r" b="b"/>
              <a:pathLst>
                <a:path w="3718" h="7201" extrusionOk="0">
                  <a:moveTo>
                    <a:pt x="1654" y="0"/>
                  </a:moveTo>
                  <a:cubicBezTo>
                    <a:pt x="1474" y="0"/>
                    <a:pt x="1293" y="30"/>
                    <a:pt x="1123" y="89"/>
                  </a:cubicBezTo>
                  <a:cubicBezTo>
                    <a:pt x="1091" y="101"/>
                    <a:pt x="1057" y="113"/>
                    <a:pt x="1025" y="128"/>
                  </a:cubicBezTo>
                  <a:cubicBezTo>
                    <a:pt x="999" y="138"/>
                    <a:pt x="971" y="150"/>
                    <a:pt x="945" y="164"/>
                  </a:cubicBezTo>
                  <a:cubicBezTo>
                    <a:pt x="419" y="428"/>
                    <a:pt x="65" y="995"/>
                    <a:pt x="35" y="1583"/>
                  </a:cubicBezTo>
                  <a:cubicBezTo>
                    <a:pt x="1" y="2248"/>
                    <a:pt x="345" y="2865"/>
                    <a:pt x="680" y="3442"/>
                  </a:cubicBezTo>
                  <a:lnTo>
                    <a:pt x="2092" y="5876"/>
                  </a:lnTo>
                  <a:cubicBezTo>
                    <a:pt x="2281" y="6202"/>
                    <a:pt x="2539" y="6821"/>
                    <a:pt x="2799" y="7097"/>
                  </a:cubicBezTo>
                  <a:cubicBezTo>
                    <a:pt x="2854" y="7155"/>
                    <a:pt x="2901" y="7186"/>
                    <a:pt x="2941" y="7196"/>
                  </a:cubicBezTo>
                  <a:cubicBezTo>
                    <a:pt x="2952" y="7199"/>
                    <a:pt x="2962" y="7200"/>
                    <a:pt x="2972" y="7200"/>
                  </a:cubicBezTo>
                  <a:cubicBezTo>
                    <a:pt x="2998" y="7200"/>
                    <a:pt x="3022" y="7191"/>
                    <a:pt x="3043" y="7174"/>
                  </a:cubicBezTo>
                  <a:cubicBezTo>
                    <a:pt x="3163" y="7078"/>
                    <a:pt x="3209" y="6744"/>
                    <a:pt x="3270" y="6514"/>
                  </a:cubicBezTo>
                  <a:cubicBezTo>
                    <a:pt x="3663" y="5028"/>
                    <a:pt x="3718" y="3450"/>
                    <a:pt x="3417" y="1942"/>
                  </a:cubicBezTo>
                  <a:cubicBezTo>
                    <a:pt x="3296" y="1337"/>
                    <a:pt x="3095" y="705"/>
                    <a:pt x="2612" y="323"/>
                  </a:cubicBezTo>
                  <a:cubicBezTo>
                    <a:pt x="2342" y="108"/>
                    <a:pt x="1998" y="0"/>
                    <a:pt x="1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7"/>
            <p:cNvSpPr/>
            <p:nvPr/>
          </p:nvSpPr>
          <p:spPr>
            <a:xfrm>
              <a:off x="4621875" y="389500"/>
              <a:ext cx="50450" cy="177800"/>
            </a:xfrm>
            <a:custGeom>
              <a:avLst/>
              <a:gdLst/>
              <a:ahLst/>
              <a:cxnLst/>
              <a:rect l="l" t="t" r="r" b="b"/>
              <a:pathLst>
                <a:path w="2018" h="7112" extrusionOk="0">
                  <a:moveTo>
                    <a:pt x="98" y="1"/>
                  </a:moveTo>
                  <a:cubicBezTo>
                    <a:pt x="66" y="12"/>
                    <a:pt x="32" y="24"/>
                    <a:pt x="0" y="39"/>
                  </a:cubicBezTo>
                  <a:cubicBezTo>
                    <a:pt x="429" y="1108"/>
                    <a:pt x="799" y="2202"/>
                    <a:pt x="1107" y="3313"/>
                  </a:cubicBezTo>
                  <a:cubicBezTo>
                    <a:pt x="1452" y="4559"/>
                    <a:pt x="1724" y="5827"/>
                    <a:pt x="1916" y="7107"/>
                  </a:cubicBezTo>
                  <a:cubicBezTo>
                    <a:pt x="1927" y="7110"/>
                    <a:pt x="1937" y="7111"/>
                    <a:pt x="1947" y="7111"/>
                  </a:cubicBezTo>
                  <a:cubicBezTo>
                    <a:pt x="1973" y="7111"/>
                    <a:pt x="1997" y="7102"/>
                    <a:pt x="2018" y="7085"/>
                  </a:cubicBezTo>
                  <a:cubicBezTo>
                    <a:pt x="1859" y="6025"/>
                    <a:pt x="1645" y="4973"/>
                    <a:pt x="1379" y="3935"/>
                  </a:cubicBezTo>
                  <a:cubicBezTo>
                    <a:pt x="1038" y="2597"/>
                    <a:pt x="610" y="1282"/>
                    <a:pt x="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47"/>
            <p:cNvSpPr/>
            <p:nvPr/>
          </p:nvSpPr>
          <p:spPr>
            <a:xfrm>
              <a:off x="4690225" y="439125"/>
              <a:ext cx="85875" cy="183000"/>
            </a:xfrm>
            <a:custGeom>
              <a:avLst/>
              <a:gdLst/>
              <a:ahLst/>
              <a:cxnLst/>
              <a:rect l="l" t="t" r="r" b="b"/>
              <a:pathLst>
                <a:path w="3435" h="7320" extrusionOk="0">
                  <a:moveTo>
                    <a:pt x="1794" y="0"/>
                  </a:moveTo>
                  <a:cubicBezTo>
                    <a:pt x="1760" y="0"/>
                    <a:pt x="1724" y="0"/>
                    <a:pt x="1688" y="3"/>
                  </a:cubicBezTo>
                  <a:cubicBezTo>
                    <a:pt x="1660" y="3"/>
                    <a:pt x="1632" y="5"/>
                    <a:pt x="1602" y="10"/>
                  </a:cubicBezTo>
                  <a:cubicBezTo>
                    <a:pt x="1017" y="77"/>
                    <a:pt x="488" y="485"/>
                    <a:pt x="259" y="1029"/>
                  </a:cubicBezTo>
                  <a:cubicBezTo>
                    <a:pt x="0" y="1641"/>
                    <a:pt x="111" y="2341"/>
                    <a:pt x="227" y="2996"/>
                  </a:cubicBezTo>
                  <a:cubicBezTo>
                    <a:pt x="390" y="3921"/>
                    <a:pt x="553" y="4844"/>
                    <a:pt x="717" y="5768"/>
                  </a:cubicBezTo>
                  <a:cubicBezTo>
                    <a:pt x="782" y="6140"/>
                    <a:pt x="812" y="6809"/>
                    <a:pt x="961" y="7156"/>
                  </a:cubicBezTo>
                  <a:cubicBezTo>
                    <a:pt x="993" y="7228"/>
                    <a:pt x="1027" y="7275"/>
                    <a:pt x="1060" y="7299"/>
                  </a:cubicBezTo>
                  <a:cubicBezTo>
                    <a:pt x="1081" y="7313"/>
                    <a:pt x="1102" y="7320"/>
                    <a:pt x="1124" y="7320"/>
                  </a:cubicBezTo>
                  <a:cubicBezTo>
                    <a:pt x="1137" y="7320"/>
                    <a:pt x="1150" y="7317"/>
                    <a:pt x="1163" y="7312"/>
                  </a:cubicBezTo>
                  <a:cubicBezTo>
                    <a:pt x="1308" y="7265"/>
                    <a:pt x="1467" y="6966"/>
                    <a:pt x="1603" y="6772"/>
                  </a:cubicBezTo>
                  <a:cubicBezTo>
                    <a:pt x="2484" y="5511"/>
                    <a:pt x="3077" y="4049"/>
                    <a:pt x="3313" y="2529"/>
                  </a:cubicBezTo>
                  <a:cubicBezTo>
                    <a:pt x="3407" y="1920"/>
                    <a:pt x="3435" y="1257"/>
                    <a:pt x="3113" y="732"/>
                  </a:cubicBezTo>
                  <a:cubicBezTo>
                    <a:pt x="2838" y="283"/>
                    <a:pt x="2319" y="9"/>
                    <a:pt x="1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7"/>
            <p:cNvSpPr/>
            <p:nvPr/>
          </p:nvSpPr>
          <p:spPr>
            <a:xfrm>
              <a:off x="4716700" y="439125"/>
              <a:ext cx="19375" cy="183000"/>
            </a:xfrm>
            <a:custGeom>
              <a:avLst/>
              <a:gdLst/>
              <a:ahLst/>
              <a:cxnLst/>
              <a:rect l="l" t="t" r="r" b="b"/>
              <a:pathLst>
                <a:path w="775" h="7320" extrusionOk="0">
                  <a:moveTo>
                    <a:pt x="735" y="0"/>
                  </a:moveTo>
                  <a:cubicBezTo>
                    <a:pt x="701" y="0"/>
                    <a:pt x="665" y="0"/>
                    <a:pt x="629" y="3"/>
                  </a:cubicBezTo>
                  <a:cubicBezTo>
                    <a:pt x="665" y="1154"/>
                    <a:pt x="636" y="2309"/>
                    <a:pt x="544" y="3457"/>
                  </a:cubicBezTo>
                  <a:cubicBezTo>
                    <a:pt x="441" y="4746"/>
                    <a:pt x="259" y="6030"/>
                    <a:pt x="1" y="7299"/>
                  </a:cubicBezTo>
                  <a:cubicBezTo>
                    <a:pt x="22" y="7313"/>
                    <a:pt x="43" y="7320"/>
                    <a:pt x="65" y="7320"/>
                  </a:cubicBezTo>
                  <a:cubicBezTo>
                    <a:pt x="78" y="7320"/>
                    <a:pt x="91" y="7317"/>
                    <a:pt x="104" y="7312"/>
                  </a:cubicBezTo>
                  <a:cubicBezTo>
                    <a:pt x="319" y="6262"/>
                    <a:pt x="480" y="5201"/>
                    <a:pt x="587" y="4137"/>
                  </a:cubicBezTo>
                  <a:cubicBezTo>
                    <a:pt x="724" y="2761"/>
                    <a:pt x="775" y="1380"/>
                    <a:pt x="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7"/>
            <p:cNvSpPr/>
            <p:nvPr/>
          </p:nvSpPr>
          <p:spPr>
            <a:xfrm>
              <a:off x="4759825" y="543075"/>
              <a:ext cx="85350" cy="181850"/>
            </a:xfrm>
            <a:custGeom>
              <a:avLst/>
              <a:gdLst/>
              <a:ahLst/>
              <a:cxnLst/>
              <a:rect l="l" t="t" r="r" b="b"/>
              <a:pathLst>
                <a:path w="3414" h="7274" extrusionOk="0">
                  <a:moveTo>
                    <a:pt x="1784" y="0"/>
                  </a:moveTo>
                  <a:cubicBezTo>
                    <a:pt x="1749" y="0"/>
                    <a:pt x="1714" y="0"/>
                    <a:pt x="1680" y="3"/>
                  </a:cubicBezTo>
                  <a:cubicBezTo>
                    <a:pt x="1651" y="3"/>
                    <a:pt x="1623" y="5"/>
                    <a:pt x="1593" y="9"/>
                  </a:cubicBezTo>
                  <a:cubicBezTo>
                    <a:pt x="1011" y="76"/>
                    <a:pt x="488" y="483"/>
                    <a:pt x="258" y="1022"/>
                  </a:cubicBezTo>
                  <a:cubicBezTo>
                    <a:pt x="0" y="1632"/>
                    <a:pt x="112" y="2326"/>
                    <a:pt x="226" y="2978"/>
                  </a:cubicBezTo>
                  <a:cubicBezTo>
                    <a:pt x="390" y="3896"/>
                    <a:pt x="552" y="4813"/>
                    <a:pt x="715" y="5732"/>
                  </a:cubicBezTo>
                  <a:cubicBezTo>
                    <a:pt x="780" y="6100"/>
                    <a:pt x="810" y="6766"/>
                    <a:pt x="957" y="7111"/>
                  </a:cubicBezTo>
                  <a:cubicBezTo>
                    <a:pt x="988" y="7183"/>
                    <a:pt x="1021" y="7228"/>
                    <a:pt x="1055" y="7251"/>
                  </a:cubicBezTo>
                  <a:cubicBezTo>
                    <a:pt x="1076" y="7266"/>
                    <a:pt x="1097" y="7273"/>
                    <a:pt x="1119" y="7273"/>
                  </a:cubicBezTo>
                  <a:cubicBezTo>
                    <a:pt x="1132" y="7273"/>
                    <a:pt x="1145" y="7270"/>
                    <a:pt x="1158" y="7265"/>
                  </a:cubicBezTo>
                  <a:cubicBezTo>
                    <a:pt x="1303" y="7219"/>
                    <a:pt x="1460" y="6924"/>
                    <a:pt x="1594" y="6728"/>
                  </a:cubicBezTo>
                  <a:cubicBezTo>
                    <a:pt x="2469" y="5475"/>
                    <a:pt x="3057" y="4022"/>
                    <a:pt x="3291" y="2512"/>
                  </a:cubicBezTo>
                  <a:cubicBezTo>
                    <a:pt x="3384" y="1906"/>
                    <a:pt x="3413" y="1248"/>
                    <a:pt x="3093" y="727"/>
                  </a:cubicBezTo>
                  <a:cubicBezTo>
                    <a:pt x="2821" y="281"/>
                    <a:pt x="2305" y="8"/>
                    <a:pt x="1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7"/>
            <p:cNvSpPr/>
            <p:nvPr/>
          </p:nvSpPr>
          <p:spPr>
            <a:xfrm>
              <a:off x="4786200" y="543075"/>
              <a:ext cx="19225" cy="181850"/>
            </a:xfrm>
            <a:custGeom>
              <a:avLst/>
              <a:gdLst/>
              <a:ahLst/>
              <a:cxnLst/>
              <a:rect l="l" t="t" r="r" b="b"/>
              <a:pathLst>
                <a:path w="769" h="7274" extrusionOk="0">
                  <a:moveTo>
                    <a:pt x="729" y="0"/>
                  </a:moveTo>
                  <a:cubicBezTo>
                    <a:pt x="694" y="0"/>
                    <a:pt x="659" y="0"/>
                    <a:pt x="625" y="3"/>
                  </a:cubicBezTo>
                  <a:cubicBezTo>
                    <a:pt x="659" y="1147"/>
                    <a:pt x="631" y="2294"/>
                    <a:pt x="539" y="3436"/>
                  </a:cubicBezTo>
                  <a:cubicBezTo>
                    <a:pt x="437" y="4716"/>
                    <a:pt x="256" y="5992"/>
                    <a:pt x="0" y="7251"/>
                  </a:cubicBezTo>
                  <a:cubicBezTo>
                    <a:pt x="21" y="7266"/>
                    <a:pt x="42" y="7273"/>
                    <a:pt x="64" y="7273"/>
                  </a:cubicBezTo>
                  <a:cubicBezTo>
                    <a:pt x="77" y="7273"/>
                    <a:pt x="90" y="7270"/>
                    <a:pt x="103" y="7265"/>
                  </a:cubicBezTo>
                  <a:cubicBezTo>
                    <a:pt x="316" y="6223"/>
                    <a:pt x="476" y="5169"/>
                    <a:pt x="581" y="4109"/>
                  </a:cubicBezTo>
                  <a:cubicBezTo>
                    <a:pt x="719" y="2744"/>
                    <a:pt x="769" y="1372"/>
                    <a:pt x="7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47"/>
            <p:cNvSpPr/>
            <p:nvPr/>
          </p:nvSpPr>
          <p:spPr>
            <a:xfrm>
              <a:off x="4826450" y="640075"/>
              <a:ext cx="86325" cy="177525"/>
            </a:xfrm>
            <a:custGeom>
              <a:avLst/>
              <a:gdLst/>
              <a:ahLst/>
              <a:cxnLst/>
              <a:rect l="l" t="t" r="r" b="b"/>
              <a:pathLst>
                <a:path w="3453" h="7101" extrusionOk="0">
                  <a:moveTo>
                    <a:pt x="1784" y="1"/>
                  </a:moveTo>
                  <a:cubicBezTo>
                    <a:pt x="1222" y="1"/>
                    <a:pt x="672" y="314"/>
                    <a:pt x="374" y="790"/>
                  </a:cubicBezTo>
                  <a:cubicBezTo>
                    <a:pt x="22" y="1350"/>
                    <a:pt x="21" y="2053"/>
                    <a:pt x="29" y="2715"/>
                  </a:cubicBezTo>
                  <a:cubicBezTo>
                    <a:pt x="43" y="3648"/>
                    <a:pt x="57" y="4578"/>
                    <a:pt x="70" y="5511"/>
                  </a:cubicBezTo>
                  <a:cubicBezTo>
                    <a:pt x="75" y="5887"/>
                    <a:pt x="0" y="6549"/>
                    <a:pt x="90" y="6912"/>
                  </a:cubicBezTo>
                  <a:cubicBezTo>
                    <a:pt x="109" y="6988"/>
                    <a:pt x="135" y="7039"/>
                    <a:pt x="165" y="7067"/>
                  </a:cubicBezTo>
                  <a:cubicBezTo>
                    <a:pt x="188" y="7090"/>
                    <a:pt x="215" y="7100"/>
                    <a:pt x="243" y="7100"/>
                  </a:cubicBezTo>
                  <a:cubicBezTo>
                    <a:pt x="250" y="7100"/>
                    <a:pt x="257" y="7100"/>
                    <a:pt x="264" y="7099"/>
                  </a:cubicBezTo>
                  <a:cubicBezTo>
                    <a:pt x="414" y="7074"/>
                    <a:pt x="616" y="6808"/>
                    <a:pt x="780" y="6635"/>
                  </a:cubicBezTo>
                  <a:cubicBezTo>
                    <a:pt x="1844" y="5538"/>
                    <a:pt x="2658" y="4198"/>
                    <a:pt x="3130" y="2745"/>
                  </a:cubicBezTo>
                  <a:cubicBezTo>
                    <a:pt x="3319" y="2162"/>
                    <a:pt x="3452" y="1517"/>
                    <a:pt x="3220" y="950"/>
                  </a:cubicBezTo>
                  <a:cubicBezTo>
                    <a:pt x="3021" y="467"/>
                    <a:pt x="2556" y="114"/>
                    <a:pt x="2043" y="23"/>
                  </a:cubicBezTo>
                  <a:cubicBezTo>
                    <a:pt x="2008" y="17"/>
                    <a:pt x="1973" y="12"/>
                    <a:pt x="1938" y="10"/>
                  </a:cubicBezTo>
                  <a:cubicBezTo>
                    <a:pt x="1910" y="7"/>
                    <a:pt x="1881" y="5"/>
                    <a:pt x="1852" y="3"/>
                  </a:cubicBezTo>
                  <a:cubicBezTo>
                    <a:pt x="1830" y="2"/>
                    <a:pt x="1807" y="1"/>
                    <a:pt x="1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7"/>
            <p:cNvSpPr/>
            <p:nvPr/>
          </p:nvSpPr>
          <p:spPr>
            <a:xfrm>
              <a:off x="4830575" y="640325"/>
              <a:ext cx="47000" cy="177275"/>
            </a:xfrm>
            <a:custGeom>
              <a:avLst/>
              <a:gdLst/>
              <a:ahLst/>
              <a:cxnLst/>
              <a:rect l="l" t="t" r="r" b="b"/>
              <a:pathLst>
                <a:path w="1880" h="7091" extrusionOk="0">
                  <a:moveTo>
                    <a:pt x="1775" y="1"/>
                  </a:moveTo>
                  <a:cubicBezTo>
                    <a:pt x="1627" y="1135"/>
                    <a:pt x="1415" y="2263"/>
                    <a:pt x="1143" y="3375"/>
                  </a:cubicBezTo>
                  <a:cubicBezTo>
                    <a:pt x="837" y="4624"/>
                    <a:pt x="454" y="5854"/>
                    <a:pt x="0" y="7057"/>
                  </a:cubicBezTo>
                  <a:cubicBezTo>
                    <a:pt x="23" y="7080"/>
                    <a:pt x="50" y="7090"/>
                    <a:pt x="78" y="7090"/>
                  </a:cubicBezTo>
                  <a:cubicBezTo>
                    <a:pt x="85" y="7090"/>
                    <a:pt x="92" y="7090"/>
                    <a:pt x="99" y="7089"/>
                  </a:cubicBezTo>
                  <a:cubicBezTo>
                    <a:pt x="476" y="6093"/>
                    <a:pt x="802" y="5077"/>
                    <a:pt x="1079" y="4047"/>
                  </a:cubicBezTo>
                  <a:cubicBezTo>
                    <a:pt x="1432" y="2721"/>
                    <a:pt x="1700" y="1374"/>
                    <a:pt x="1879" y="15"/>
                  </a:cubicBezTo>
                  <a:cubicBezTo>
                    <a:pt x="1844" y="8"/>
                    <a:pt x="1809" y="3"/>
                    <a:pt x="1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7"/>
            <p:cNvSpPr/>
            <p:nvPr/>
          </p:nvSpPr>
          <p:spPr>
            <a:xfrm>
              <a:off x="4463600" y="498550"/>
              <a:ext cx="185400" cy="82950"/>
            </a:xfrm>
            <a:custGeom>
              <a:avLst/>
              <a:gdLst/>
              <a:ahLst/>
              <a:cxnLst/>
              <a:rect l="l" t="t" r="r" b="b"/>
              <a:pathLst>
                <a:path w="7416" h="3318" extrusionOk="0">
                  <a:moveTo>
                    <a:pt x="1795" y="0"/>
                  </a:moveTo>
                  <a:cubicBezTo>
                    <a:pt x="1652" y="0"/>
                    <a:pt x="1509" y="14"/>
                    <a:pt x="1367" y="46"/>
                  </a:cubicBezTo>
                  <a:cubicBezTo>
                    <a:pt x="792" y="176"/>
                    <a:pt x="296" y="624"/>
                    <a:pt x="127" y="1188"/>
                  </a:cubicBezTo>
                  <a:cubicBezTo>
                    <a:pt x="119" y="1217"/>
                    <a:pt x="111" y="1245"/>
                    <a:pt x="105" y="1271"/>
                  </a:cubicBezTo>
                  <a:cubicBezTo>
                    <a:pt x="96" y="1305"/>
                    <a:pt x="90" y="1341"/>
                    <a:pt x="85" y="1375"/>
                  </a:cubicBezTo>
                  <a:cubicBezTo>
                    <a:pt x="0" y="1893"/>
                    <a:pt x="181" y="2452"/>
                    <a:pt x="573" y="2802"/>
                  </a:cubicBezTo>
                  <a:cubicBezTo>
                    <a:pt x="1033" y="3211"/>
                    <a:pt x="1689" y="3299"/>
                    <a:pt x="2307" y="3315"/>
                  </a:cubicBezTo>
                  <a:cubicBezTo>
                    <a:pt x="2382" y="3316"/>
                    <a:pt x="2457" y="3317"/>
                    <a:pt x="2532" y="3317"/>
                  </a:cubicBezTo>
                  <a:cubicBezTo>
                    <a:pt x="3995" y="3317"/>
                    <a:pt x="5456" y="2993"/>
                    <a:pt x="6783" y="2380"/>
                  </a:cubicBezTo>
                  <a:cubicBezTo>
                    <a:pt x="7001" y="2282"/>
                    <a:pt x="7322" y="2180"/>
                    <a:pt x="7394" y="2044"/>
                  </a:cubicBezTo>
                  <a:cubicBezTo>
                    <a:pt x="7412" y="2012"/>
                    <a:pt x="7416" y="1977"/>
                    <a:pt x="7397" y="1940"/>
                  </a:cubicBezTo>
                  <a:cubicBezTo>
                    <a:pt x="7381" y="1903"/>
                    <a:pt x="7342" y="1862"/>
                    <a:pt x="7276" y="1817"/>
                  </a:cubicBezTo>
                  <a:cubicBezTo>
                    <a:pt x="6959" y="1610"/>
                    <a:pt x="6306" y="1462"/>
                    <a:pt x="5952" y="1332"/>
                  </a:cubicBezTo>
                  <a:cubicBezTo>
                    <a:pt x="5071" y="1008"/>
                    <a:pt x="4191" y="684"/>
                    <a:pt x="3310" y="361"/>
                  </a:cubicBezTo>
                  <a:cubicBezTo>
                    <a:pt x="2821" y="181"/>
                    <a:pt x="2307" y="0"/>
                    <a:pt x="1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7"/>
            <p:cNvSpPr/>
            <p:nvPr/>
          </p:nvSpPr>
          <p:spPr>
            <a:xfrm>
              <a:off x="4465700" y="530400"/>
              <a:ext cx="183300" cy="19525"/>
            </a:xfrm>
            <a:custGeom>
              <a:avLst/>
              <a:gdLst/>
              <a:ahLst/>
              <a:cxnLst/>
              <a:rect l="l" t="t" r="r" b="b"/>
              <a:pathLst>
                <a:path w="7332" h="781" extrusionOk="0">
                  <a:moveTo>
                    <a:pt x="21" y="0"/>
                  </a:moveTo>
                  <a:cubicBezTo>
                    <a:pt x="12" y="34"/>
                    <a:pt x="6" y="69"/>
                    <a:pt x="1" y="104"/>
                  </a:cubicBezTo>
                  <a:cubicBezTo>
                    <a:pt x="1352" y="386"/>
                    <a:pt x="2720" y="580"/>
                    <a:pt x="4098" y="687"/>
                  </a:cubicBezTo>
                  <a:cubicBezTo>
                    <a:pt x="4904" y="749"/>
                    <a:pt x="5713" y="780"/>
                    <a:pt x="6522" y="780"/>
                  </a:cubicBezTo>
                  <a:cubicBezTo>
                    <a:pt x="6785" y="780"/>
                    <a:pt x="7048" y="777"/>
                    <a:pt x="7310" y="770"/>
                  </a:cubicBezTo>
                  <a:cubicBezTo>
                    <a:pt x="7328" y="738"/>
                    <a:pt x="7332" y="703"/>
                    <a:pt x="7313" y="666"/>
                  </a:cubicBezTo>
                  <a:lnTo>
                    <a:pt x="7313" y="666"/>
                  </a:lnTo>
                  <a:cubicBezTo>
                    <a:pt x="7056" y="672"/>
                    <a:pt x="6798" y="675"/>
                    <a:pt x="6541" y="675"/>
                  </a:cubicBezTo>
                  <a:cubicBezTo>
                    <a:pt x="5505" y="675"/>
                    <a:pt x="4469" y="625"/>
                    <a:pt x="3437" y="524"/>
                  </a:cubicBezTo>
                  <a:cubicBezTo>
                    <a:pt x="2291" y="412"/>
                    <a:pt x="1149" y="237"/>
                    <a:pt x="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47"/>
            <p:cNvSpPr/>
            <p:nvPr/>
          </p:nvSpPr>
          <p:spPr>
            <a:xfrm>
              <a:off x="4529750" y="585700"/>
              <a:ext cx="182950" cy="81375"/>
            </a:xfrm>
            <a:custGeom>
              <a:avLst/>
              <a:gdLst/>
              <a:ahLst/>
              <a:cxnLst/>
              <a:rect l="l" t="t" r="r" b="b"/>
              <a:pathLst>
                <a:path w="7318" h="3255" extrusionOk="0">
                  <a:moveTo>
                    <a:pt x="1837" y="1"/>
                  </a:moveTo>
                  <a:cubicBezTo>
                    <a:pt x="1589" y="1"/>
                    <a:pt x="1344" y="34"/>
                    <a:pt x="1110" y="121"/>
                  </a:cubicBezTo>
                  <a:cubicBezTo>
                    <a:pt x="559" y="323"/>
                    <a:pt x="129" y="828"/>
                    <a:pt x="34" y="1406"/>
                  </a:cubicBezTo>
                  <a:cubicBezTo>
                    <a:pt x="29" y="1434"/>
                    <a:pt x="26" y="1463"/>
                    <a:pt x="23" y="1491"/>
                  </a:cubicBezTo>
                  <a:cubicBezTo>
                    <a:pt x="19" y="1526"/>
                    <a:pt x="17" y="1561"/>
                    <a:pt x="17" y="1597"/>
                  </a:cubicBezTo>
                  <a:cubicBezTo>
                    <a:pt x="0" y="2118"/>
                    <a:pt x="249" y="2645"/>
                    <a:pt x="679" y="2939"/>
                  </a:cubicBezTo>
                  <a:cubicBezTo>
                    <a:pt x="1035" y="3182"/>
                    <a:pt x="1467" y="3255"/>
                    <a:pt x="1904" y="3255"/>
                  </a:cubicBezTo>
                  <a:cubicBezTo>
                    <a:pt x="2088" y="3255"/>
                    <a:pt x="2273" y="3242"/>
                    <a:pt x="2453" y="3223"/>
                  </a:cubicBezTo>
                  <a:cubicBezTo>
                    <a:pt x="3973" y="3060"/>
                    <a:pt x="5452" y="2542"/>
                    <a:pt x="6745" y="1727"/>
                  </a:cubicBezTo>
                  <a:cubicBezTo>
                    <a:pt x="6946" y="1598"/>
                    <a:pt x="7250" y="1455"/>
                    <a:pt x="7304" y="1314"/>
                  </a:cubicBezTo>
                  <a:cubicBezTo>
                    <a:pt x="7318" y="1281"/>
                    <a:pt x="7317" y="1244"/>
                    <a:pt x="7293" y="1211"/>
                  </a:cubicBezTo>
                  <a:cubicBezTo>
                    <a:pt x="7272" y="1176"/>
                    <a:pt x="7227" y="1140"/>
                    <a:pt x="7157" y="1106"/>
                  </a:cubicBezTo>
                  <a:cubicBezTo>
                    <a:pt x="6819" y="942"/>
                    <a:pt x="6156" y="881"/>
                    <a:pt x="5791" y="798"/>
                  </a:cubicBezTo>
                  <a:cubicBezTo>
                    <a:pt x="4881" y="592"/>
                    <a:pt x="3971" y="386"/>
                    <a:pt x="3063" y="182"/>
                  </a:cubicBezTo>
                  <a:cubicBezTo>
                    <a:pt x="2662" y="91"/>
                    <a:pt x="2245" y="1"/>
                    <a:pt x="1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47"/>
            <p:cNvSpPr/>
            <p:nvPr/>
          </p:nvSpPr>
          <p:spPr>
            <a:xfrm>
              <a:off x="4530150" y="615950"/>
              <a:ext cx="182550" cy="11975"/>
            </a:xfrm>
            <a:custGeom>
              <a:avLst/>
              <a:gdLst/>
              <a:ahLst/>
              <a:cxnLst/>
              <a:rect l="l" t="t" r="r" b="b"/>
              <a:pathLst>
                <a:path w="7302" h="479" extrusionOk="0">
                  <a:moveTo>
                    <a:pt x="7277" y="1"/>
                  </a:moveTo>
                  <a:cubicBezTo>
                    <a:pt x="6007" y="198"/>
                    <a:pt x="4724" y="317"/>
                    <a:pt x="3439" y="359"/>
                  </a:cubicBezTo>
                  <a:cubicBezTo>
                    <a:pt x="3098" y="370"/>
                    <a:pt x="2756" y="376"/>
                    <a:pt x="2415" y="376"/>
                  </a:cubicBezTo>
                  <a:cubicBezTo>
                    <a:pt x="1611" y="376"/>
                    <a:pt x="807" y="344"/>
                    <a:pt x="7" y="281"/>
                  </a:cubicBezTo>
                  <a:cubicBezTo>
                    <a:pt x="3" y="316"/>
                    <a:pt x="1" y="351"/>
                    <a:pt x="1" y="387"/>
                  </a:cubicBezTo>
                  <a:cubicBezTo>
                    <a:pt x="806" y="448"/>
                    <a:pt x="1614" y="479"/>
                    <a:pt x="2422" y="479"/>
                  </a:cubicBezTo>
                  <a:cubicBezTo>
                    <a:pt x="2986" y="479"/>
                    <a:pt x="3549" y="464"/>
                    <a:pt x="4112" y="434"/>
                  </a:cubicBezTo>
                  <a:cubicBezTo>
                    <a:pt x="5175" y="377"/>
                    <a:pt x="6236" y="268"/>
                    <a:pt x="7288" y="104"/>
                  </a:cubicBezTo>
                  <a:cubicBezTo>
                    <a:pt x="7302" y="71"/>
                    <a:pt x="7301" y="34"/>
                    <a:pt x="72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7"/>
            <p:cNvSpPr/>
            <p:nvPr/>
          </p:nvSpPr>
          <p:spPr>
            <a:xfrm>
              <a:off x="4592775" y="670525"/>
              <a:ext cx="183850" cy="81550"/>
            </a:xfrm>
            <a:custGeom>
              <a:avLst/>
              <a:gdLst/>
              <a:ahLst/>
              <a:cxnLst/>
              <a:rect l="l" t="t" r="r" b="b"/>
              <a:pathLst>
                <a:path w="7354" h="3262" extrusionOk="0">
                  <a:moveTo>
                    <a:pt x="1814" y="0"/>
                  </a:moveTo>
                  <a:cubicBezTo>
                    <a:pt x="1610" y="0"/>
                    <a:pt x="1408" y="25"/>
                    <a:pt x="1211" y="87"/>
                  </a:cubicBezTo>
                  <a:cubicBezTo>
                    <a:pt x="653" y="261"/>
                    <a:pt x="195" y="743"/>
                    <a:pt x="73" y="1316"/>
                  </a:cubicBezTo>
                  <a:cubicBezTo>
                    <a:pt x="66" y="1345"/>
                    <a:pt x="61" y="1373"/>
                    <a:pt x="57" y="1402"/>
                  </a:cubicBezTo>
                  <a:cubicBezTo>
                    <a:pt x="51" y="1436"/>
                    <a:pt x="47" y="1471"/>
                    <a:pt x="45" y="1506"/>
                  </a:cubicBezTo>
                  <a:cubicBezTo>
                    <a:pt x="0" y="2026"/>
                    <a:pt x="223" y="2565"/>
                    <a:pt x="640" y="2880"/>
                  </a:cubicBezTo>
                  <a:cubicBezTo>
                    <a:pt x="1040" y="3182"/>
                    <a:pt x="1554" y="3261"/>
                    <a:pt x="2063" y="3261"/>
                  </a:cubicBezTo>
                  <a:cubicBezTo>
                    <a:pt x="2175" y="3261"/>
                    <a:pt x="2287" y="3257"/>
                    <a:pt x="2398" y="3251"/>
                  </a:cubicBezTo>
                  <a:cubicBezTo>
                    <a:pt x="3924" y="3164"/>
                    <a:pt x="5427" y="2721"/>
                    <a:pt x="6759" y="1971"/>
                  </a:cubicBezTo>
                  <a:cubicBezTo>
                    <a:pt x="6966" y="1853"/>
                    <a:pt x="7276" y="1725"/>
                    <a:pt x="7338" y="1585"/>
                  </a:cubicBezTo>
                  <a:cubicBezTo>
                    <a:pt x="7353" y="1552"/>
                    <a:pt x="7353" y="1517"/>
                    <a:pt x="7333" y="1482"/>
                  </a:cubicBezTo>
                  <a:cubicBezTo>
                    <a:pt x="7314" y="1446"/>
                    <a:pt x="7271" y="1409"/>
                    <a:pt x="7203" y="1372"/>
                  </a:cubicBezTo>
                  <a:cubicBezTo>
                    <a:pt x="6873" y="1191"/>
                    <a:pt x="6215" y="1097"/>
                    <a:pt x="5854" y="996"/>
                  </a:cubicBezTo>
                  <a:cubicBezTo>
                    <a:pt x="4956" y="746"/>
                    <a:pt x="4058" y="495"/>
                    <a:pt x="3160" y="244"/>
                  </a:cubicBezTo>
                  <a:cubicBezTo>
                    <a:pt x="2722" y="122"/>
                    <a:pt x="2263" y="0"/>
                    <a:pt x="1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7"/>
            <p:cNvSpPr/>
            <p:nvPr/>
          </p:nvSpPr>
          <p:spPr>
            <a:xfrm>
              <a:off x="4593875" y="705500"/>
              <a:ext cx="182750" cy="8975"/>
            </a:xfrm>
            <a:custGeom>
              <a:avLst/>
              <a:gdLst/>
              <a:ahLst/>
              <a:cxnLst/>
              <a:rect l="l" t="t" r="r" b="b"/>
              <a:pathLst>
                <a:path w="7310" h="359" extrusionOk="0">
                  <a:moveTo>
                    <a:pt x="13" y="1"/>
                  </a:moveTo>
                  <a:cubicBezTo>
                    <a:pt x="7" y="36"/>
                    <a:pt x="3" y="71"/>
                    <a:pt x="1" y="106"/>
                  </a:cubicBezTo>
                  <a:cubicBezTo>
                    <a:pt x="1338" y="275"/>
                    <a:pt x="2682" y="359"/>
                    <a:pt x="4030" y="359"/>
                  </a:cubicBezTo>
                  <a:cubicBezTo>
                    <a:pt x="4055" y="359"/>
                    <a:pt x="4079" y="359"/>
                    <a:pt x="4104" y="359"/>
                  </a:cubicBezTo>
                  <a:cubicBezTo>
                    <a:pt x="5170" y="355"/>
                    <a:pt x="6235" y="299"/>
                    <a:pt x="7294" y="186"/>
                  </a:cubicBezTo>
                  <a:cubicBezTo>
                    <a:pt x="7309" y="153"/>
                    <a:pt x="7309" y="118"/>
                    <a:pt x="7289" y="83"/>
                  </a:cubicBezTo>
                  <a:cubicBezTo>
                    <a:pt x="6190" y="198"/>
                    <a:pt x="5083" y="255"/>
                    <a:pt x="3978" y="255"/>
                  </a:cubicBezTo>
                  <a:cubicBezTo>
                    <a:pt x="3798" y="255"/>
                    <a:pt x="3618" y="253"/>
                    <a:pt x="3438" y="250"/>
                  </a:cubicBezTo>
                  <a:cubicBezTo>
                    <a:pt x="2293" y="231"/>
                    <a:pt x="1148" y="147"/>
                    <a:pt x="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7"/>
            <p:cNvSpPr/>
            <p:nvPr/>
          </p:nvSpPr>
          <p:spPr>
            <a:xfrm>
              <a:off x="4658000" y="754900"/>
              <a:ext cx="179700" cy="91050"/>
            </a:xfrm>
            <a:custGeom>
              <a:avLst/>
              <a:gdLst/>
              <a:ahLst/>
              <a:cxnLst/>
              <a:rect l="l" t="t" r="r" b="b"/>
              <a:pathLst>
                <a:path w="7188" h="3642" extrusionOk="0">
                  <a:moveTo>
                    <a:pt x="1732" y="1"/>
                  </a:moveTo>
                  <a:cubicBezTo>
                    <a:pt x="1725" y="1"/>
                    <a:pt x="1718" y="1"/>
                    <a:pt x="1710" y="1"/>
                  </a:cubicBezTo>
                  <a:cubicBezTo>
                    <a:pt x="1125" y="9"/>
                    <a:pt x="551" y="341"/>
                    <a:pt x="270" y="855"/>
                  </a:cubicBezTo>
                  <a:cubicBezTo>
                    <a:pt x="255" y="881"/>
                    <a:pt x="243" y="907"/>
                    <a:pt x="231" y="933"/>
                  </a:cubicBezTo>
                  <a:cubicBezTo>
                    <a:pt x="215" y="964"/>
                    <a:pt x="201" y="996"/>
                    <a:pt x="189" y="1030"/>
                  </a:cubicBezTo>
                  <a:cubicBezTo>
                    <a:pt x="0" y="1515"/>
                    <a:pt x="59" y="2096"/>
                    <a:pt x="369" y="2517"/>
                  </a:cubicBezTo>
                  <a:cubicBezTo>
                    <a:pt x="731" y="3009"/>
                    <a:pt x="1352" y="3231"/>
                    <a:pt x="1947" y="3375"/>
                  </a:cubicBezTo>
                  <a:cubicBezTo>
                    <a:pt x="2701" y="3553"/>
                    <a:pt x="3475" y="3642"/>
                    <a:pt x="4250" y="3642"/>
                  </a:cubicBezTo>
                  <a:cubicBezTo>
                    <a:pt x="5004" y="3642"/>
                    <a:pt x="5757" y="3558"/>
                    <a:pt x="6491" y="3391"/>
                  </a:cubicBezTo>
                  <a:cubicBezTo>
                    <a:pt x="6721" y="3337"/>
                    <a:pt x="7055" y="3303"/>
                    <a:pt x="7153" y="3188"/>
                  </a:cubicBezTo>
                  <a:cubicBezTo>
                    <a:pt x="7178" y="3161"/>
                    <a:pt x="7188" y="3127"/>
                    <a:pt x="7179" y="3087"/>
                  </a:cubicBezTo>
                  <a:cubicBezTo>
                    <a:pt x="7169" y="3047"/>
                    <a:pt x="7141" y="2999"/>
                    <a:pt x="7086" y="2942"/>
                  </a:cubicBezTo>
                  <a:cubicBezTo>
                    <a:pt x="6822" y="2676"/>
                    <a:pt x="6217" y="2397"/>
                    <a:pt x="5900" y="2198"/>
                  </a:cubicBezTo>
                  <a:cubicBezTo>
                    <a:pt x="5111" y="1702"/>
                    <a:pt x="4323" y="1205"/>
                    <a:pt x="3534" y="708"/>
                  </a:cubicBezTo>
                  <a:cubicBezTo>
                    <a:pt x="2980" y="360"/>
                    <a:pt x="2386" y="1"/>
                    <a:pt x="17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7"/>
            <p:cNvSpPr/>
            <p:nvPr/>
          </p:nvSpPr>
          <p:spPr>
            <a:xfrm>
              <a:off x="4662650" y="778200"/>
              <a:ext cx="175050" cy="56400"/>
            </a:xfrm>
            <a:custGeom>
              <a:avLst/>
              <a:gdLst/>
              <a:ahLst/>
              <a:cxnLst/>
              <a:rect l="l" t="t" r="r" b="b"/>
              <a:pathLst>
                <a:path w="7002" h="2256" extrusionOk="0">
                  <a:moveTo>
                    <a:pt x="42" y="1"/>
                  </a:moveTo>
                  <a:cubicBezTo>
                    <a:pt x="27" y="32"/>
                    <a:pt x="12" y="64"/>
                    <a:pt x="1" y="98"/>
                  </a:cubicBezTo>
                  <a:cubicBezTo>
                    <a:pt x="1255" y="651"/>
                    <a:pt x="2546" y="1123"/>
                    <a:pt x="3862" y="1510"/>
                  </a:cubicBezTo>
                  <a:cubicBezTo>
                    <a:pt x="4883" y="1811"/>
                    <a:pt x="5920" y="2061"/>
                    <a:pt x="6967" y="2256"/>
                  </a:cubicBezTo>
                  <a:cubicBezTo>
                    <a:pt x="6992" y="2229"/>
                    <a:pt x="7002" y="2195"/>
                    <a:pt x="6993" y="2155"/>
                  </a:cubicBezTo>
                  <a:cubicBezTo>
                    <a:pt x="5730" y="1917"/>
                    <a:pt x="4480" y="1605"/>
                    <a:pt x="3255" y="1215"/>
                  </a:cubicBezTo>
                  <a:cubicBezTo>
                    <a:pt x="2163" y="870"/>
                    <a:pt x="1090" y="464"/>
                    <a:pt x="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a:extLst>
              <a:ext uri="{FF2B5EF4-FFF2-40B4-BE49-F238E27FC236}">
                <a16:creationId xmlns:a16="http://schemas.microsoft.com/office/drawing/2014/main" id="{93187246-20D7-47EA-9C18-D4BE382ECC83}"/>
              </a:ext>
            </a:extLst>
          </p:cNvPr>
          <p:cNvPicPr>
            <a:picLocks noChangeAspect="1"/>
          </p:cNvPicPr>
          <p:nvPr/>
        </p:nvPicPr>
        <p:blipFill>
          <a:blip r:embed="rId3"/>
          <a:stretch>
            <a:fillRect/>
          </a:stretch>
        </p:blipFill>
        <p:spPr>
          <a:xfrm>
            <a:off x="62170" y="1769140"/>
            <a:ext cx="3090252" cy="1427660"/>
          </a:xfrm>
          <a:prstGeom prst="rect">
            <a:avLst/>
          </a:prstGeom>
        </p:spPr>
      </p:pic>
      <p:pic>
        <p:nvPicPr>
          <p:cNvPr id="9" name="Picture 8">
            <a:extLst>
              <a:ext uri="{FF2B5EF4-FFF2-40B4-BE49-F238E27FC236}">
                <a16:creationId xmlns:a16="http://schemas.microsoft.com/office/drawing/2014/main" id="{D9C4D881-04C1-444A-ABFF-3E64F19557BD}"/>
              </a:ext>
            </a:extLst>
          </p:cNvPr>
          <p:cNvPicPr>
            <a:picLocks noChangeAspect="1"/>
          </p:cNvPicPr>
          <p:nvPr/>
        </p:nvPicPr>
        <p:blipFill rotWithShape="1">
          <a:blip r:embed="rId4"/>
          <a:srcRect l="13448"/>
          <a:stretch/>
        </p:blipFill>
        <p:spPr>
          <a:xfrm>
            <a:off x="5356799" y="17532"/>
            <a:ext cx="1538937" cy="1032424"/>
          </a:xfrm>
          <a:prstGeom prst="rect">
            <a:avLst/>
          </a:prstGeom>
        </p:spPr>
      </p:pic>
      <p:pic>
        <p:nvPicPr>
          <p:cNvPr id="11" name="Picture 10">
            <a:extLst>
              <a:ext uri="{FF2B5EF4-FFF2-40B4-BE49-F238E27FC236}">
                <a16:creationId xmlns:a16="http://schemas.microsoft.com/office/drawing/2014/main" id="{14E56CD9-2C76-4A39-B6FA-04210A46D20D}"/>
              </a:ext>
            </a:extLst>
          </p:cNvPr>
          <p:cNvPicPr>
            <a:picLocks noChangeAspect="1"/>
          </p:cNvPicPr>
          <p:nvPr/>
        </p:nvPicPr>
        <p:blipFill rotWithShape="1">
          <a:blip r:embed="rId5"/>
          <a:srcRect l="13460"/>
          <a:stretch/>
        </p:blipFill>
        <p:spPr>
          <a:xfrm>
            <a:off x="6895737" y="1183678"/>
            <a:ext cx="1358614" cy="828791"/>
          </a:xfrm>
          <a:prstGeom prst="rect">
            <a:avLst/>
          </a:prstGeom>
        </p:spPr>
      </p:pic>
      <p:pic>
        <p:nvPicPr>
          <p:cNvPr id="13" name="Picture 12">
            <a:extLst>
              <a:ext uri="{FF2B5EF4-FFF2-40B4-BE49-F238E27FC236}">
                <a16:creationId xmlns:a16="http://schemas.microsoft.com/office/drawing/2014/main" id="{A39A8843-56B7-48AC-96E2-E23D772BD2A2}"/>
              </a:ext>
            </a:extLst>
          </p:cNvPr>
          <p:cNvPicPr>
            <a:picLocks noChangeAspect="1"/>
          </p:cNvPicPr>
          <p:nvPr/>
        </p:nvPicPr>
        <p:blipFill rotWithShape="1">
          <a:blip r:embed="rId6"/>
          <a:srcRect l="10244" t="6486"/>
          <a:stretch/>
        </p:blipFill>
        <p:spPr>
          <a:xfrm>
            <a:off x="5277606" y="2287377"/>
            <a:ext cx="1401252" cy="611127"/>
          </a:xfrm>
          <a:prstGeom prst="rect">
            <a:avLst/>
          </a:prstGeom>
        </p:spPr>
      </p:pic>
      <p:pic>
        <p:nvPicPr>
          <p:cNvPr id="15" name="Picture 14">
            <a:extLst>
              <a:ext uri="{FF2B5EF4-FFF2-40B4-BE49-F238E27FC236}">
                <a16:creationId xmlns:a16="http://schemas.microsoft.com/office/drawing/2014/main" id="{998BF10C-1272-449A-A4D1-B1247E92B1C5}"/>
              </a:ext>
            </a:extLst>
          </p:cNvPr>
          <p:cNvPicPr>
            <a:picLocks noChangeAspect="1"/>
          </p:cNvPicPr>
          <p:nvPr/>
        </p:nvPicPr>
        <p:blipFill rotWithShape="1">
          <a:blip r:embed="rId7"/>
          <a:srcRect l="8110" t="5946"/>
          <a:stretch/>
        </p:blipFill>
        <p:spPr>
          <a:xfrm>
            <a:off x="6678858" y="3168938"/>
            <a:ext cx="1998662" cy="383150"/>
          </a:xfrm>
          <a:prstGeom prst="rect">
            <a:avLst/>
          </a:prstGeom>
        </p:spPr>
      </p:pic>
      <p:pic>
        <p:nvPicPr>
          <p:cNvPr id="17" name="Picture 16">
            <a:extLst>
              <a:ext uri="{FF2B5EF4-FFF2-40B4-BE49-F238E27FC236}">
                <a16:creationId xmlns:a16="http://schemas.microsoft.com/office/drawing/2014/main" id="{A7CDACE3-212F-4A55-9D87-CBB64BCC08B3}"/>
              </a:ext>
            </a:extLst>
          </p:cNvPr>
          <p:cNvPicPr>
            <a:picLocks noChangeAspect="1"/>
          </p:cNvPicPr>
          <p:nvPr/>
        </p:nvPicPr>
        <p:blipFill>
          <a:blip r:embed="rId8"/>
          <a:stretch>
            <a:fillRect/>
          </a:stretch>
        </p:blipFill>
        <p:spPr>
          <a:xfrm>
            <a:off x="4576980" y="3732209"/>
            <a:ext cx="1401252" cy="1116445"/>
          </a:xfrm>
          <a:prstGeom prst="rect">
            <a:avLst/>
          </a:prstGeom>
        </p:spPr>
      </p:pic>
      <p:cxnSp>
        <p:nvCxnSpPr>
          <p:cNvPr id="3" name="Connector: Curved 2">
            <a:extLst>
              <a:ext uri="{FF2B5EF4-FFF2-40B4-BE49-F238E27FC236}">
                <a16:creationId xmlns:a16="http://schemas.microsoft.com/office/drawing/2014/main" id="{A8AD96F5-0862-4C70-9956-1C918833BBC8}"/>
              </a:ext>
            </a:extLst>
          </p:cNvPr>
          <p:cNvCxnSpPr>
            <a:cxnSpLocks/>
          </p:cNvCxnSpPr>
          <p:nvPr/>
        </p:nvCxnSpPr>
        <p:spPr>
          <a:xfrm flipV="1">
            <a:off x="1858517" y="889780"/>
            <a:ext cx="3428124" cy="1296306"/>
          </a:xfrm>
          <a:prstGeom prst="curvedConnector3">
            <a:avLst/>
          </a:prstGeom>
          <a:ln>
            <a:solidFill>
              <a:srgbClr val="007780"/>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Curved 7">
            <a:extLst>
              <a:ext uri="{FF2B5EF4-FFF2-40B4-BE49-F238E27FC236}">
                <a16:creationId xmlns:a16="http://schemas.microsoft.com/office/drawing/2014/main" id="{FA27C02C-A9DD-4622-A0A9-27D0A8514382}"/>
              </a:ext>
            </a:extLst>
          </p:cNvPr>
          <p:cNvCxnSpPr/>
          <p:nvPr/>
        </p:nvCxnSpPr>
        <p:spPr>
          <a:xfrm flipV="1">
            <a:off x="2397600" y="1598073"/>
            <a:ext cx="4281258" cy="770727"/>
          </a:xfrm>
          <a:prstGeom prst="curvedConnector3">
            <a:avLst/>
          </a:prstGeom>
          <a:ln>
            <a:solidFill>
              <a:srgbClr val="00778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Curved 11">
            <a:extLst>
              <a:ext uri="{FF2B5EF4-FFF2-40B4-BE49-F238E27FC236}">
                <a16:creationId xmlns:a16="http://schemas.microsoft.com/office/drawing/2014/main" id="{B39997CA-2EF7-49D6-9E56-25DF436A2531}"/>
              </a:ext>
            </a:extLst>
          </p:cNvPr>
          <p:cNvCxnSpPr/>
          <p:nvPr/>
        </p:nvCxnSpPr>
        <p:spPr>
          <a:xfrm>
            <a:off x="2074385" y="2648358"/>
            <a:ext cx="3073615" cy="77570"/>
          </a:xfrm>
          <a:prstGeom prst="curvedConnector3">
            <a:avLst/>
          </a:prstGeom>
          <a:ln>
            <a:solidFill>
              <a:srgbClr val="00778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3141DA8B-EA2E-49AE-AA88-4B7282A1CF8C}"/>
              </a:ext>
            </a:extLst>
          </p:cNvPr>
          <p:cNvCxnSpPr/>
          <p:nvPr/>
        </p:nvCxnSpPr>
        <p:spPr>
          <a:xfrm>
            <a:off x="1958400" y="2829005"/>
            <a:ext cx="4492800" cy="641395"/>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or: Curved 18">
            <a:extLst>
              <a:ext uri="{FF2B5EF4-FFF2-40B4-BE49-F238E27FC236}">
                <a16:creationId xmlns:a16="http://schemas.microsoft.com/office/drawing/2014/main" id="{30C426AC-9A79-4EC9-BF7D-85E68C75AD55}"/>
              </a:ext>
            </a:extLst>
          </p:cNvPr>
          <p:cNvCxnSpPr/>
          <p:nvPr/>
        </p:nvCxnSpPr>
        <p:spPr>
          <a:xfrm>
            <a:off x="1903811" y="3080947"/>
            <a:ext cx="2488860" cy="1343373"/>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2013723" y="962869"/>
            <a:ext cx="4661100"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2</a:t>
            </a:r>
            <a:br>
              <a:rPr lang="en" dirty="0"/>
            </a:br>
            <a:r>
              <a:rPr lang="en" sz="4000" dirty="0"/>
              <a:t>ER Diagram</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09919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10"/>
        <p:cNvGrpSpPr/>
        <p:nvPr/>
      </p:nvGrpSpPr>
      <p:grpSpPr>
        <a:xfrm>
          <a:off x="0" y="0"/>
          <a:ext cx="0" cy="0"/>
          <a:chOff x="0" y="0"/>
          <a:chExt cx="0" cy="0"/>
        </a:xfrm>
      </p:grpSpPr>
      <p:sp>
        <p:nvSpPr>
          <p:cNvPr id="3912" name="Google Shape;3912;p71"/>
          <p:cNvSpPr txBox="1">
            <a:spLocks noGrp="1"/>
          </p:cNvSpPr>
          <p:nvPr>
            <p:ph type="title"/>
          </p:nvPr>
        </p:nvSpPr>
        <p:spPr>
          <a:xfrm>
            <a:off x="0" y="-11593"/>
            <a:ext cx="2142147"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accent5"/>
              </a:buClr>
              <a:buSzPts val="1100"/>
              <a:buFont typeface="Arial"/>
              <a:buNone/>
            </a:pPr>
            <a:r>
              <a:rPr lang="en" dirty="0"/>
              <a:t>ER Diagram</a:t>
            </a:r>
            <a:endParaRPr dirty="0"/>
          </a:p>
        </p:txBody>
      </p:sp>
      <p:graphicFrame>
        <p:nvGraphicFramePr>
          <p:cNvPr id="2" name="Table 2">
            <a:extLst>
              <a:ext uri="{FF2B5EF4-FFF2-40B4-BE49-F238E27FC236}">
                <a16:creationId xmlns:a16="http://schemas.microsoft.com/office/drawing/2014/main" id="{934DC7B2-BB9D-4465-98EC-2BA3B1A30151}"/>
              </a:ext>
            </a:extLst>
          </p:cNvPr>
          <p:cNvGraphicFramePr>
            <a:graphicFrameLocks noGrp="1"/>
          </p:cNvGraphicFramePr>
          <p:nvPr>
            <p:extLst>
              <p:ext uri="{D42A27DB-BD31-4B8C-83A1-F6EECF244321}">
                <p14:modId xmlns:p14="http://schemas.microsoft.com/office/powerpoint/2010/main" val="3122261131"/>
              </p:ext>
            </p:extLst>
          </p:nvPr>
        </p:nvGraphicFramePr>
        <p:xfrm>
          <a:off x="851579" y="749106"/>
          <a:ext cx="1531434" cy="889000"/>
        </p:xfrm>
        <a:graphic>
          <a:graphicData uri="http://schemas.openxmlformats.org/drawingml/2006/table">
            <a:tbl>
              <a:tblPr firstRow="1" bandRow="1">
                <a:tableStyleId>{989A18AD-05FD-40AC-B87D-80DB10FFD3A5}</a:tableStyleId>
              </a:tblPr>
              <a:tblGrid>
                <a:gridCol w="1531434">
                  <a:extLst>
                    <a:ext uri="{9D8B030D-6E8A-4147-A177-3AD203B41FA5}">
                      <a16:colId xmlns:a16="http://schemas.microsoft.com/office/drawing/2014/main" val="1705205444"/>
                    </a:ext>
                  </a:extLst>
                </a:gridCol>
              </a:tblGrid>
              <a:tr h="370840">
                <a:tc>
                  <a:txBody>
                    <a:bodyPr/>
                    <a:lstStyle/>
                    <a:p>
                      <a:r>
                        <a:rPr lang="en-US" dirty="0" err="1">
                          <a:solidFill>
                            <a:schemeClr val="bg1"/>
                          </a:solidFill>
                        </a:rPr>
                        <a:t>ApplicationUser</a:t>
                      </a:r>
                      <a:endParaRPr lang="en-US" dirty="0">
                        <a:solidFill>
                          <a:schemeClr val="bg1"/>
                        </a:solidFill>
                      </a:endParaRPr>
                    </a:p>
                  </a:txBody>
                  <a:tcPr>
                    <a:solidFill>
                      <a:schemeClr val="accent2"/>
                    </a:solidFill>
                  </a:tcPr>
                </a:tc>
                <a:extLst>
                  <a:ext uri="{0D108BD9-81ED-4DB2-BD59-A6C34878D82A}">
                    <a16:rowId xmlns:a16="http://schemas.microsoft.com/office/drawing/2014/main" val="2608112668"/>
                  </a:ext>
                </a:extLst>
              </a:tr>
              <a:tr h="370840">
                <a:tc>
                  <a:txBody>
                    <a:bodyPr/>
                    <a:lstStyle/>
                    <a:p>
                      <a:r>
                        <a:rPr lang="en-US" dirty="0">
                          <a:solidFill>
                            <a:schemeClr val="bg1"/>
                          </a:solidFill>
                        </a:rPr>
                        <a:t>Id (PK)</a:t>
                      </a:r>
                    </a:p>
                    <a:p>
                      <a:r>
                        <a:rPr lang="en-US" dirty="0" err="1">
                          <a:solidFill>
                            <a:schemeClr val="bg1"/>
                          </a:solidFill>
                        </a:rPr>
                        <a:t>FullName</a:t>
                      </a:r>
                      <a:endParaRPr lang="en-US" dirty="0">
                        <a:solidFill>
                          <a:schemeClr val="bg1"/>
                        </a:solidFill>
                      </a:endParaRPr>
                    </a:p>
                  </a:txBody>
                  <a:tcPr>
                    <a:solidFill>
                      <a:schemeClr val="bg1">
                        <a:lumMod val="25000"/>
                      </a:schemeClr>
                    </a:solidFill>
                  </a:tcPr>
                </a:tc>
                <a:extLst>
                  <a:ext uri="{0D108BD9-81ED-4DB2-BD59-A6C34878D82A}">
                    <a16:rowId xmlns:a16="http://schemas.microsoft.com/office/drawing/2014/main" val="897614011"/>
                  </a:ext>
                </a:extLst>
              </a:tr>
            </a:tbl>
          </a:graphicData>
        </a:graphic>
      </p:graphicFrame>
      <p:graphicFrame>
        <p:nvGraphicFramePr>
          <p:cNvPr id="7" name="Table 2">
            <a:extLst>
              <a:ext uri="{FF2B5EF4-FFF2-40B4-BE49-F238E27FC236}">
                <a16:creationId xmlns:a16="http://schemas.microsoft.com/office/drawing/2014/main" id="{5DA0AB30-2E67-4C09-A462-02227712E4FC}"/>
              </a:ext>
            </a:extLst>
          </p:cNvPr>
          <p:cNvGraphicFramePr>
            <a:graphicFrameLocks noGrp="1"/>
          </p:cNvGraphicFramePr>
          <p:nvPr>
            <p:extLst>
              <p:ext uri="{D42A27DB-BD31-4B8C-83A1-F6EECF244321}">
                <p14:modId xmlns:p14="http://schemas.microsoft.com/office/powerpoint/2010/main" val="3428117371"/>
              </p:ext>
            </p:extLst>
          </p:nvPr>
        </p:nvGraphicFramePr>
        <p:xfrm>
          <a:off x="-4459" y="2298545"/>
          <a:ext cx="1621755" cy="1955800"/>
        </p:xfrm>
        <a:graphic>
          <a:graphicData uri="http://schemas.openxmlformats.org/drawingml/2006/table">
            <a:tbl>
              <a:tblPr firstRow="1" bandRow="1">
                <a:tableStyleId>{989A18AD-05FD-40AC-B87D-80DB10FFD3A5}</a:tableStyleId>
              </a:tblPr>
              <a:tblGrid>
                <a:gridCol w="1621755">
                  <a:extLst>
                    <a:ext uri="{9D8B030D-6E8A-4147-A177-3AD203B41FA5}">
                      <a16:colId xmlns:a16="http://schemas.microsoft.com/office/drawing/2014/main" val="1705205444"/>
                    </a:ext>
                  </a:extLst>
                </a:gridCol>
              </a:tblGrid>
              <a:tr h="370840">
                <a:tc>
                  <a:txBody>
                    <a:bodyPr/>
                    <a:lstStyle/>
                    <a:p>
                      <a:r>
                        <a:rPr lang="en-US" dirty="0">
                          <a:solidFill>
                            <a:schemeClr val="bg1"/>
                          </a:solidFill>
                        </a:rPr>
                        <a:t>Pharmacy</a:t>
                      </a:r>
                    </a:p>
                  </a:txBody>
                  <a:tcPr>
                    <a:solidFill>
                      <a:schemeClr val="accent2"/>
                    </a:solidFill>
                  </a:tcPr>
                </a:tc>
                <a:extLst>
                  <a:ext uri="{0D108BD9-81ED-4DB2-BD59-A6C34878D82A}">
                    <a16:rowId xmlns:a16="http://schemas.microsoft.com/office/drawing/2014/main" val="2608112668"/>
                  </a:ext>
                </a:extLst>
              </a:tr>
              <a:tr h="370840">
                <a:tc>
                  <a:txBody>
                    <a:bodyPr/>
                    <a:lstStyle/>
                    <a:p>
                      <a:r>
                        <a:rPr lang="en-US" dirty="0">
                          <a:solidFill>
                            <a:schemeClr val="bg1"/>
                          </a:solidFill>
                        </a:rPr>
                        <a:t>Id (PK)</a:t>
                      </a:r>
                    </a:p>
                    <a:p>
                      <a:r>
                        <a:rPr lang="en-US" dirty="0">
                          <a:solidFill>
                            <a:schemeClr val="bg1"/>
                          </a:solidFill>
                        </a:rPr>
                        <a:t>Name</a:t>
                      </a:r>
                    </a:p>
                    <a:p>
                      <a:r>
                        <a:rPr lang="en-US" dirty="0">
                          <a:solidFill>
                            <a:schemeClr val="bg1"/>
                          </a:solidFill>
                        </a:rPr>
                        <a:t>City </a:t>
                      </a:r>
                    </a:p>
                    <a:p>
                      <a:r>
                        <a:rPr lang="en-US" dirty="0">
                          <a:solidFill>
                            <a:schemeClr val="bg1"/>
                          </a:solidFill>
                        </a:rPr>
                        <a:t>Phone</a:t>
                      </a:r>
                    </a:p>
                    <a:p>
                      <a:r>
                        <a:rPr lang="en-US" dirty="0" err="1">
                          <a:solidFill>
                            <a:schemeClr val="bg1"/>
                          </a:solidFill>
                        </a:rPr>
                        <a:t>IsApproved</a:t>
                      </a:r>
                      <a:endParaRPr lang="en-US" dirty="0">
                        <a:solidFill>
                          <a:schemeClr val="bg1"/>
                        </a:solidFill>
                      </a:endParaRPr>
                    </a:p>
                    <a:p>
                      <a:r>
                        <a:rPr lang="en-US" dirty="0" err="1">
                          <a:solidFill>
                            <a:schemeClr val="bg1"/>
                          </a:solidFill>
                        </a:rPr>
                        <a:t>LogoPath</a:t>
                      </a:r>
                      <a:endParaRPr lang="en-US" dirty="0">
                        <a:solidFill>
                          <a:schemeClr val="bg1"/>
                        </a:solidFill>
                      </a:endParaRPr>
                    </a:p>
                    <a:p>
                      <a:r>
                        <a:rPr lang="en-US" dirty="0" err="1">
                          <a:solidFill>
                            <a:schemeClr val="bg1"/>
                          </a:solidFill>
                        </a:rPr>
                        <a:t>OwnerUserId</a:t>
                      </a:r>
                      <a:r>
                        <a:rPr lang="en-US" dirty="0">
                          <a:solidFill>
                            <a:schemeClr val="bg1"/>
                          </a:solidFill>
                        </a:rPr>
                        <a:t> (FK)</a:t>
                      </a:r>
                    </a:p>
                  </a:txBody>
                  <a:tcPr>
                    <a:solidFill>
                      <a:schemeClr val="bg1">
                        <a:lumMod val="25000"/>
                      </a:schemeClr>
                    </a:solidFill>
                  </a:tcPr>
                </a:tc>
                <a:extLst>
                  <a:ext uri="{0D108BD9-81ED-4DB2-BD59-A6C34878D82A}">
                    <a16:rowId xmlns:a16="http://schemas.microsoft.com/office/drawing/2014/main" val="897614011"/>
                  </a:ext>
                </a:extLst>
              </a:tr>
            </a:tbl>
          </a:graphicData>
        </a:graphic>
      </p:graphicFrame>
      <p:graphicFrame>
        <p:nvGraphicFramePr>
          <p:cNvPr id="8" name="Table 2">
            <a:extLst>
              <a:ext uri="{FF2B5EF4-FFF2-40B4-BE49-F238E27FC236}">
                <a16:creationId xmlns:a16="http://schemas.microsoft.com/office/drawing/2014/main" id="{47E88319-3E82-4AE9-A431-CAA539E6346A}"/>
              </a:ext>
            </a:extLst>
          </p:cNvPr>
          <p:cNvGraphicFramePr>
            <a:graphicFrameLocks noGrp="1"/>
          </p:cNvGraphicFramePr>
          <p:nvPr>
            <p:extLst>
              <p:ext uri="{D42A27DB-BD31-4B8C-83A1-F6EECF244321}">
                <p14:modId xmlns:p14="http://schemas.microsoft.com/office/powerpoint/2010/main" val="2394369851"/>
              </p:ext>
            </p:extLst>
          </p:nvPr>
        </p:nvGraphicFramePr>
        <p:xfrm>
          <a:off x="3564675" y="337975"/>
          <a:ext cx="1531434" cy="1102360"/>
        </p:xfrm>
        <a:graphic>
          <a:graphicData uri="http://schemas.openxmlformats.org/drawingml/2006/table">
            <a:tbl>
              <a:tblPr firstRow="1" bandRow="1">
                <a:tableStyleId>{989A18AD-05FD-40AC-B87D-80DB10FFD3A5}</a:tableStyleId>
              </a:tblPr>
              <a:tblGrid>
                <a:gridCol w="1531434">
                  <a:extLst>
                    <a:ext uri="{9D8B030D-6E8A-4147-A177-3AD203B41FA5}">
                      <a16:colId xmlns:a16="http://schemas.microsoft.com/office/drawing/2014/main" val="1705205444"/>
                    </a:ext>
                  </a:extLst>
                </a:gridCol>
              </a:tblGrid>
              <a:tr h="370840">
                <a:tc>
                  <a:txBody>
                    <a:bodyPr/>
                    <a:lstStyle/>
                    <a:p>
                      <a:r>
                        <a:rPr lang="en-US" dirty="0">
                          <a:solidFill>
                            <a:schemeClr val="bg1"/>
                          </a:solidFill>
                        </a:rPr>
                        <a:t>Medication</a:t>
                      </a:r>
                    </a:p>
                  </a:txBody>
                  <a:tcPr>
                    <a:solidFill>
                      <a:schemeClr val="accent2"/>
                    </a:solidFill>
                  </a:tcPr>
                </a:tc>
                <a:extLst>
                  <a:ext uri="{0D108BD9-81ED-4DB2-BD59-A6C34878D82A}">
                    <a16:rowId xmlns:a16="http://schemas.microsoft.com/office/drawing/2014/main" val="2608112668"/>
                  </a:ext>
                </a:extLst>
              </a:tr>
              <a:tr h="370840">
                <a:tc>
                  <a:txBody>
                    <a:bodyPr/>
                    <a:lstStyle/>
                    <a:p>
                      <a:r>
                        <a:rPr lang="en-US" dirty="0">
                          <a:solidFill>
                            <a:schemeClr val="bg1"/>
                          </a:solidFill>
                        </a:rPr>
                        <a:t>Id (PK)</a:t>
                      </a:r>
                    </a:p>
                    <a:p>
                      <a:r>
                        <a:rPr lang="en-US" dirty="0" err="1">
                          <a:solidFill>
                            <a:schemeClr val="bg1"/>
                          </a:solidFill>
                        </a:rPr>
                        <a:t>FullName</a:t>
                      </a:r>
                      <a:endParaRPr lang="en-US" dirty="0">
                        <a:solidFill>
                          <a:schemeClr val="bg1"/>
                        </a:solidFill>
                      </a:endParaRPr>
                    </a:p>
                    <a:p>
                      <a:r>
                        <a:rPr lang="en-US" dirty="0">
                          <a:solidFill>
                            <a:schemeClr val="bg1"/>
                          </a:solidFill>
                        </a:rPr>
                        <a:t>Description</a:t>
                      </a:r>
                    </a:p>
                  </a:txBody>
                  <a:tcPr>
                    <a:solidFill>
                      <a:schemeClr val="bg1">
                        <a:lumMod val="25000"/>
                      </a:schemeClr>
                    </a:solidFill>
                  </a:tcPr>
                </a:tc>
                <a:extLst>
                  <a:ext uri="{0D108BD9-81ED-4DB2-BD59-A6C34878D82A}">
                    <a16:rowId xmlns:a16="http://schemas.microsoft.com/office/drawing/2014/main" val="897614011"/>
                  </a:ext>
                </a:extLst>
              </a:tr>
            </a:tbl>
          </a:graphicData>
        </a:graphic>
      </p:graphicFrame>
      <p:graphicFrame>
        <p:nvGraphicFramePr>
          <p:cNvPr id="9" name="Table 2">
            <a:extLst>
              <a:ext uri="{FF2B5EF4-FFF2-40B4-BE49-F238E27FC236}">
                <a16:creationId xmlns:a16="http://schemas.microsoft.com/office/drawing/2014/main" id="{DB4A4BF9-28E3-42A8-A9DA-3F2188F04CE7}"/>
              </a:ext>
            </a:extLst>
          </p:cNvPr>
          <p:cNvGraphicFramePr>
            <a:graphicFrameLocks noGrp="1"/>
          </p:cNvGraphicFramePr>
          <p:nvPr>
            <p:extLst>
              <p:ext uri="{D42A27DB-BD31-4B8C-83A1-F6EECF244321}">
                <p14:modId xmlns:p14="http://schemas.microsoft.com/office/powerpoint/2010/main" val="797405477"/>
              </p:ext>
            </p:extLst>
          </p:nvPr>
        </p:nvGraphicFramePr>
        <p:xfrm>
          <a:off x="2557905" y="3127794"/>
          <a:ext cx="1842366" cy="1955800"/>
        </p:xfrm>
        <a:graphic>
          <a:graphicData uri="http://schemas.openxmlformats.org/drawingml/2006/table">
            <a:tbl>
              <a:tblPr firstRow="1" bandRow="1">
                <a:tableStyleId>{989A18AD-05FD-40AC-B87D-80DB10FFD3A5}</a:tableStyleId>
              </a:tblPr>
              <a:tblGrid>
                <a:gridCol w="1842366">
                  <a:extLst>
                    <a:ext uri="{9D8B030D-6E8A-4147-A177-3AD203B41FA5}">
                      <a16:colId xmlns:a16="http://schemas.microsoft.com/office/drawing/2014/main" val="1705205444"/>
                    </a:ext>
                  </a:extLst>
                </a:gridCol>
              </a:tblGrid>
              <a:tr h="370840">
                <a:tc>
                  <a:txBody>
                    <a:bodyPr/>
                    <a:lstStyle/>
                    <a:p>
                      <a:r>
                        <a:rPr lang="en-US" dirty="0" err="1">
                          <a:solidFill>
                            <a:schemeClr val="bg1"/>
                          </a:solidFill>
                        </a:rPr>
                        <a:t>PharmacyMedication</a:t>
                      </a:r>
                      <a:endParaRPr lang="en-US" dirty="0">
                        <a:solidFill>
                          <a:schemeClr val="bg1"/>
                        </a:solidFill>
                      </a:endParaRPr>
                    </a:p>
                  </a:txBody>
                  <a:tcPr>
                    <a:solidFill>
                      <a:schemeClr val="accent2"/>
                    </a:solidFill>
                  </a:tcPr>
                </a:tc>
                <a:extLst>
                  <a:ext uri="{0D108BD9-81ED-4DB2-BD59-A6C34878D82A}">
                    <a16:rowId xmlns:a16="http://schemas.microsoft.com/office/drawing/2014/main" val="2608112668"/>
                  </a:ext>
                </a:extLst>
              </a:tr>
              <a:tr h="370840">
                <a:tc>
                  <a:txBody>
                    <a:bodyPr/>
                    <a:lstStyle/>
                    <a:p>
                      <a:r>
                        <a:rPr lang="en-US" dirty="0">
                          <a:solidFill>
                            <a:schemeClr val="bg1"/>
                          </a:solidFill>
                        </a:rPr>
                        <a:t>Id (PK)</a:t>
                      </a:r>
                    </a:p>
                    <a:p>
                      <a:r>
                        <a:rPr lang="en-US" dirty="0" err="1">
                          <a:solidFill>
                            <a:schemeClr val="bg1"/>
                          </a:solidFill>
                        </a:rPr>
                        <a:t>PharmacyId</a:t>
                      </a:r>
                      <a:r>
                        <a:rPr lang="en-US" dirty="0">
                          <a:solidFill>
                            <a:schemeClr val="bg1"/>
                          </a:solidFill>
                        </a:rPr>
                        <a:t> (FK)</a:t>
                      </a:r>
                    </a:p>
                    <a:p>
                      <a:r>
                        <a:rPr lang="en-US" dirty="0" err="1">
                          <a:solidFill>
                            <a:schemeClr val="bg1"/>
                          </a:solidFill>
                        </a:rPr>
                        <a:t>MedicationId</a:t>
                      </a:r>
                      <a:r>
                        <a:rPr lang="en-US" dirty="0">
                          <a:solidFill>
                            <a:schemeClr val="bg1"/>
                          </a:solidFill>
                        </a:rPr>
                        <a:t> (FK)</a:t>
                      </a:r>
                    </a:p>
                    <a:p>
                      <a:r>
                        <a:rPr lang="en-US" dirty="0">
                          <a:solidFill>
                            <a:schemeClr val="bg1"/>
                          </a:solidFill>
                        </a:rPr>
                        <a:t>Quantity</a:t>
                      </a:r>
                    </a:p>
                    <a:p>
                      <a:r>
                        <a:rPr lang="en-US" dirty="0" err="1">
                          <a:solidFill>
                            <a:schemeClr val="bg1"/>
                          </a:solidFill>
                        </a:rPr>
                        <a:t>ExpiryDate</a:t>
                      </a:r>
                      <a:r>
                        <a:rPr lang="en-US" dirty="0">
                          <a:solidFill>
                            <a:schemeClr val="bg1"/>
                          </a:solidFill>
                        </a:rPr>
                        <a:t> </a:t>
                      </a:r>
                    </a:p>
                    <a:p>
                      <a:r>
                        <a:rPr lang="en-US" dirty="0">
                          <a:solidFill>
                            <a:schemeClr val="bg1"/>
                          </a:solidFill>
                        </a:rPr>
                        <a:t>Price</a:t>
                      </a:r>
                    </a:p>
                    <a:p>
                      <a:r>
                        <a:rPr lang="en-US" dirty="0" err="1">
                          <a:solidFill>
                            <a:schemeClr val="bg1"/>
                          </a:solidFill>
                        </a:rPr>
                        <a:t>LastUpdatedAt</a:t>
                      </a:r>
                      <a:endParaRPr lang="en-US" dirty="0">
                        <a:solidFill>
                          <a:schemeClr val="bg1"/>
                        </a:solidFill>
                      </a:endParaRPr>
                    </a:p>
                  </a:txBody>
                  <a:tcPr>
                    <a:solidFill>
                      <a:schemeClr val="bg1">
                        <a:lumMod val="25000"/>
                      </a:schemeClr>
                    </a:solidFill>
                  </a:tcPr>
                </a:tc>
                <a:extLst>
                  <a:ext uri="{0D108BD9-81ED-4DB2-BD59-A6C34878D82A}">
                    <a16:rowId xmlns:a16="http://schemas.microsoft.com/office/drawing/2014/main" val="897614011"/>
                  </a:ext>
                </a:extLst>
              </a:tr>
            </a:tbl>
          </a:graphicData>
        </a:graphic>
      </p:graphicFrame>
      <p:graphicFrame>
        <p:nvGraphicFramePr>
          <p:cNvPr id="10" name="Table 2">
            <a:extLst>
              <a:ext uri="{FF2B5EF4-FFF2-40B4-BE49-F238E27FC236}">
                <a16:creationId xmlns:a16="http://schemas.microsoft.com/office/drawing/2014/main" id="{87388B78-BAE2-481A-84A4-4C0394F1DE95}"/>
              </a:ext>
            </a:extLst>
          </p:cNvPr>
          <p:cNvGraphicFramePr>
            <a:graphicFrameLocks noGrp="1"/>
          </p:cNvGraphicFramePr>
          <p:nvPr>
            <p:extLst>
              <p:ext uri="{D42A27DB-BD31-4B8C-83A1-F6EECF244321}">
                <p14:modId xmlns:p14="http://schemas.microsoft.com/office/powerpoint/2010/main" val="2688195601"/>
              </p:ext>
            </p:extLst>
          </p:nvPr>
        </p:nvGraphicFramePr>
        <p:xfrm>
          <a:off x="6006046" y="889155"/>
          <a:ext cx="2613103" cy="1315720"/>
        </p:xfrm>
        <a:graphic>
          <a:graphicData uri="http://schemas.openxmlformats.org/drawingml/2006/table">
            <a:tbl>
              <a:tblPr firstRow="1" bandRow="1">
                <a:tableStyleId>{989A18AD-05FD-40AC-B87D-80DB10FFD3A5}</a:tableStyleId>
              </a:tblPr>
              <a:tblGrid>
                <a:gridCol w="2613103">
                  <a:extLst>
                    <a:ext uri="{9D8B030D-6E8A-4147-A177-3AD203B41FA5}">
                      <a16:colId xmlns:a16="http://schemas.microsoft.com/office/drawing/2014/main" val="1705205444"/>
                    </a:ext>
                  </a:extLst>
                </a:gridCol>
              </a:tblGrid>
              <a:tr h="370840">
                <a:tc>
                  <a:txBody>
                    <a:bodyPr/>
                    <a:lstStyle/>
                    <a:p>
                      <a:r>
                        <a:rPr lang="en-US" dirty="0" err="1">
                          <a:solidFill>
                            <a:schemeClr val="bg1"/>
                          </a:solidFill>
                        </a:rPr>
                        <a:t>MedicationSubstitute</a:t>
                      </a:r>
                      <a:endParaRPr lang="en-US" dirty="0">
                        <a:solidFill>
                          <a:schemeClr val="bg1"/>
                        </a:solidFill>
                      </a:endParaRPr>
                    </a:p>
                  </a:txBody>
                  <a:tcPr>
                    <a:solidFill>
                      <a:schemeClr val="accent2"/>
                    </a:solidFill>
                  </a:tcPr>
                </a:tc>
                <a:extLst>
                  <a:ext uri="{0D108BD9-81ED-4DB2-BD59-A6C34878D82A}">
                    <a16:rowId xmlns:a16="http://schemas.microsoft.com/office/drawing/2014/main" val="2608112668"/>
                  </a:ext>
                </a:extLst>
              </a:tr>
              <a:tr h="370840">
                <a:tc>
                  <a:txBody>
                    <a:bodyPr/>
                    <a:lstStyle/>
                    <a:p>
                      <a:r>
                        <a:rPr lang="en-US" dirty="0">
                          <a:solidFill>
                            <a:schemeClr val="bg1"/>
                          </a:solidFill>
                        </a:rPr>
                        <a:t>Id (PK)</a:t>
                      </a:r>
                    </a:p>
                    <a:p>
                      <a:r>
                        <a:rPr lang="en-US" dirty="0" err="1">
                          <a:solidFill>
                            <a:schemeClr val="bg1"/>
                          </a:solidFill>
                        </a:rPr>
                        <a:t>PrimaryMedicationId</a:t>
                      </a:r>
                      <a:r>
                        <a:rPr lang="en-US" dirty="0">
                          <a:solidFill>
                            <a:schemeClr val="bg1"/>
                          </a:solidFill>
                        </a:rPr>
                        <a:t> (FK)</a:t>
                      </a:r>
                    </a:p>
                    <a:p>
                      <a:r>
                        <a:rPr lang="en-US" dirty="0" err="1">
                          <a:solidFill>
                            <a:schemeClr val="bg1"/>
                          </a:solidFill>
                        </a:rPr>
                        <a:t>AlternativeMedicationId</a:t>
                      </a:r>
                      <a:r>
                        <a:rPr lang="en-US" dirty="0">
                          <a:solidFill>
                            <a:schemeClr val="bg1"/>
                          </a:solidFill>
                        </a:rPr>
                        <a:t> (FK)</a:t>
                      </a:r>
                    </a:p>
                    <a:p>
                      <a:r>
                        <a:rPr lang="en-US" dirty="0">
                          <a:solidFill>
                            <a:schemeClr val="bg1"/>
                          </a:solidFill>
                        </a:rPr>
                        <a:t>Notes</a:t>
                      </a:r>
                    </a:p>
                  </a:txBody>
                  <a:tcPr>
                    <a:solidFill>
                      <a:schemeClr val="bg1">
                        <a:lumMod val="25000"/>
                      </a:schemeClr>
                    </a:solidFill>
                  </a:tcPr>
                </a:tc>
                <a:extLst>
                  <a:ext uri="{0D108BD9-81ED-4DB2-BD59-A6C34878D82A}">
                    <a16:rowId xmlns:a16="http://schemas.microsoft.com/office/drawing/2014/main" val="897614011"/>
                  </a:ext>
                </a:extLst>
              </a:tr>
            </a:tbl>
          </a:graphicData>
        </a:graphic>
      </p:graphicFrame>
      <p:graphicFrame>
        <p:nvGraphicFramePr>
          <p:cNvPr id="11" name="Table 2">
            <a:extLst>
              <a:ext uri="{FF2B5EF4-FFF2-40B4-BE49-F238E27FC236}">
                <a16:creationId xmlns:a16="http://schemas.microsoft.com/office/drawing/2014/main" id="{62AD75B6-4ED2-407E-B2D5-481F724A29CA}"/>
              </a:ext>
            </a:extLst>
          </p:cNvPr>
          <p:cNvGraphicFramePr>
            <a:graphicFrameLocks noGrp="1"/>
          </p:cNvGraphicFramePr>
          <p:nvPr>
            <p:extLst>
              <p:ext uri="{D42A27DB-BD31-4B8C-83A1-F6EECF244321}">
                <p14:modId xmlns:p14="http://schemas.microsoft.com/office/powerpoint/2010/main" val="242184092"/>
              </p:ext>
            </p:extLst>
          </p:nvPr>
        </p:nvGraphicFramePr>
        <p:xfrm>
          <a:off x="6151757" y="2938626"/>
          <a:ext cx="1787911" cy="1742440"/>
        </p:xfrm>
        <a:graphic>
          <a:graphicData uri="http://schemas.openxmlformats.org/drawingml/2006/table">
            <a:tbl>
              <a:tblPr firstRow="1" bandRow="1">
                <a:tableStyleId>{989A18AD-05FD-40AC-B87D-80DB10FFD3A5}</a:tableStyleId>
              </a:tblPr>
              <a:tblGrid>
                <a:gridCol w="1787911">
                  <a:extLst>
                    <a:ext uri="{9D8B030D-6E8A-4147-A177-3AD203B41FA5}">
                      <a16:colId xmlns:a16="http://schemas.microsoft.com/office/drawing/2014/main" val="1705205444"/>
                    </a:ext>
                  </a:extLst>
                </a:gridCol>
              </a:tblGrid>
              <a:tr h="370840">
                <a:tc>
                  <a:txBody>
                    <a:bodyPr/>
                    <a:lstStyle/>
                    <a:p>
                      <a:r>
                        <a:rPr lang="en-US" dirty="0">
                          <a:solidFill>
                            <a:schemeClr val="bg1"/>
                          </a:solidFill>
                        </a:rPr>
                        <a:t>Notification</a:t>
                      </a:r>
                    </a:p>
                  </a:txBody>
                  <a:tcPr>
                    <a:solidFill>
                      <a:schemeClr val="accent2"/>
                    </a:solidFill>
                  </a:tcPr>
                </a:tc>
                <a:extLst>
                  <a:ext uri="{0D108BD9-81ED-4DB2-BD59-A6C34878D82A}">
                    <a16:rowId xmlns:a16="http://schemas.microsoft.com/office/drawing/2014/main" val="2608112668"/>
                  </a:ext>
                </a:extLst>
              </a:tr>
              <a:tr h="370840">
                <a:tc>
                  <a:txBody>
                    <a:bodyPr/>
                    <a:lstStyle/>
                    <a:p>
                      <a:r>
                        <a:rPr lang="en-US" dirty="0">
                          <a:solidFill>
                            <a:schemeClr val="bg1"/>
                          </a:solidFill>
                        </a:rPr>
                        <a:t>Id (PK)</a:t>
                      </a:r>
                    </a:p>
                    <a:p>
                      <a:r>
                        <a:rPr lang="en-US" dirty="0" err="1">
                          <a:solidFill>
                            <a:schemeClr val="bg1"/>
                          </a:solidFill>
                        </a:rPr>
                        <a:t>MedicationId</a:t>
                      </a:r>
                      <a:r>
                        <a:rPr lang="en-US" dirty="0">
                          <a:solidFill>
                            <a:schemeClr val="bg1"/>
                          </a:solidFill>
                        </a:rPr>
                        <a:t> (FK)</a:t>
                      </a:r>
                    </a:p>
                    <a:p>
                      <a:r>
                        <a:rPr lang="en-US" dirty="0" err="1">
                          <a:solidFill>
                            <a:schemeClr val="bg1"/>
                          </a:solidFill>
                        </a:rPr>
                        <a:t>UserId</a:t>
                      </a:r>
                      <a:r>
                        <a:rPr lang="en-US" dirty="0">
                          <a:solidFill>
                            <a:schemeClr val="bg1"/>
                          </a:solidFill>
                        </a:rPr>
                        <a:t> (FK)</a:t>
                      </a:r>
                    </a:p>
                    <a:p>
                      <a:r>
                        <a:rPr lang="en-US" dirty="0">
                          <a:solidFill>
                            <a:schemeClr val="bg1"/>
                          </a:solidFill>
                        </a:rPr>
                        <a:t>Message</a:t>
                      </a:r>
                    </a:p>
                    <a:p>
                      <a:r>
                        <a:rPr lang="en-US" dirty="0" err="1">
                          <a:solidFill>
                            <a:schemeClr val="bg1"/>
                          </a:solidFill>
                        </a:rPr>
                        <a:t>CreatedAt</a:t>
                      </a:r>
                      <a:endParaRPr lang="en-US" dirty="0">
                        <a:solidFill>
                          <a:schemeClr val="bg1"/>
                        </a:solidFill>
                      </a:endParaRPr>
                    </a:p>
                    <a:p>
                      <a:r>
                        <a:rPr lang="en-US" dirty="0" err="1">
                          <a:solidFill>
                            <a:schemeClr val="bg1"/>
                          </a:solidFill>
                        </a:rPr>
                        <a:t>IsRead</a:t>
                      </a:r>
                      <a:endParaRPr lang="en-US" dirty="0">
                        <a:solidFill>
                          <a:schemeClr val="bg1"/>
                        </a:solidFill>
                      </a:endParaRPr>
                    </a:p>
                  </a:txBody>
                  <a:tcPr>
                    <a:solidFill>
                      <a:schemeClr val="bg1">
                        <a:lumMod val="25000"/>
                      </a:schemeClr>
                    </a:solidFill>
                  </a:tcPr>
                </a:tc>
                <a:extLst>
                  <a:ext uri="{0D108BD9-81ED-4DB2-BD59-A6C34878D82A}">
                    <a16:rowId xmlns:a16="http://schemas.microsoft.com/office/drawing/2014/main" val="897614011"/>
                  </a:ext>
                </a:extLst>
              </a:tr>
            </a:tbl>
          </a:graphicData>
        </a:graphic>
      </p:graphicFrame>
      <p:cxnSp>
        <p:nvCxnSpPr>
          <p:cNvPr id="14" name="Straight Connector 13">
            <a:extLst>
              <a:ext uri="{FF2B5EF4-FFF2-40B4-BE49-F238E27FC236}">
                <a16:creationId xmlns:a16="http://schemas.microsoft.com/office/drawing/2014/main" id="{611D6BD1-D548-43E1-AF99-7AF2E35F3437}"/>
              </a:ext>
            </a:extLst>
          </p:cNvPr>
          <p:cNvCxnSpPr>
            <a:cxnSpLocks/>
          </p:cNvCxnSpPr>
          <p:nvPr/>
        </p:nvCxnSpPr>
        <p:spPr>
          <a:xfrm>
            <a:off x="2234146" y="1775898"/>
            <a:ext cx="3846614" cy="1659673"/>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239DAF3-237B-4404-824D-AB6AE1B6C1C7}"/>
              </a:ext>
            </a:extLst>
          </p:cNvPr>
          <p:cNvSpPr txBox="1"/>
          <p:nvPr/>
        </p:nvSpPr>
        <p:spPr>
          <a:xfrm>
            <a:off x="2370841" y="1592192"/>
            <a:ext cx="275247" cy="307777"/>
          </a:xfrm>
          <a:prstGeom prst="rect">
            <a:avLst/>
          </a:prstGeom>
          <a:noFill/>
        </p:spPr>
        <p:txBody>
          <a:bodyPr wrap="square" rtlCol="0">
            <a:spAutoFit/>
          </a:bodyPr>
          <a:lstStyle/>
          <a:p>
            <a:r>
              <a:rPr lang="en-US" dirty="0"/>
              <a:t>1</a:t>
            </a:r>
          </a:p>
        </p:txBody>
      </p:sp>
      <p:sp>
        <p:nvSpPr>
          <p:cNvPr id="22" name="TextBox 21">
            <a:extLst>
              <a:ext uri="{FF2B5EF4-FFF2-40B4-BE49-F238E27FC236}">
                <a16:creationId xmlns:a16="http://schemas.microsoft.com/office/drawing/2014/main" id="{CE11F6DB-B65C-482F-B57F-3028CBEFEAA0}"/>
              </a:ext>
            </a:extLst>
          </p:cNvPr>
          <p:cNvSpPr txBox="1"/>
          <p:nvPr/>
        </p:nvSpPr>
        <p:spPr>
          <a:xfrm>
            <a:off x="5849004" y="3066239"/>
            <a:ext cx="302753" cy="369332"/>
          </a:xfrm>
          <a:prstGeom prst="rect">
            <a:avLst/>
          </a:prstGeom>
          <a:noFill/>
        </p:spPr>
        <p:txBody>
          <a:bodyPr wrap="square">
            <a:spAutoFit/>
          </a:bodyPr>
          <a:lstStyle/>
          <a:p>
            <a:r>
              <a:rPr lang="en-US" sz="1800" dirty="0"/>
              <a:t>∞</a:t>
            </a:r>
            <a:endParaRPr lang="en-US" dirty="0"/>
          </a:p>
        </p:txBody>
      </p:sp>
      <p:cxnSp>
        <p:nvCxnSpPr>
          <p:cNvPr id="24" name="Straight Connector 23">
            <a:extLst>
              <a:ext uri="{FF2B5EF4-FFF2-40B4-BE49-F238E27FC236}">
                <a16:creationId xmlns:a16="http://schemas.microsoft.com/office/drawing/2014/main" id="{00F5D77D-1390-4913-88B6-70B5E12CA427}"/>
              </a:ext>
            </a:extLst>
          </p:cNvPr>
          <p:cNvCxnSpPr>
            <a:cxnSpLocks/>
          </p:cNvCxnSpPr>
          <p:nvPr/>
        </p:nvCxnSpPr>
        <p:spPr>
          <a:xfrm>
            <a:off x="4019639" y="1519265"/>
            <a:ext cx="2061121" cy="1490635"/>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9CC8FF4-5207-4B62-B838-4CF73D4C8530}"/>
              </a:ext>
            </a:extLst>
          </p:cNvPr>
          <p:cNvSpPr txBox="1"/>
          <p:nvPr/>
        </p:nvSpPr>
        <p:spPr>
          <a:xfrm>
            <a:off x="4100344" y="1389191"/>
            <a:ext cx="364739" cy="307777"/>
          </a:xfrm>
          <a:prstGeom prst="rect">
            <a:avLst/>
          </a:prstGeom>
          <a:noFill/>
        </p:spPr>
        <p:txBody>
          <a:bodyPr wrap="square" rtlCol="0">
            <a:spAutoFit/>
          </a:bodyPr>
          <a:lstStyle/>
          <a:p>
            <a:r>
              <a:rPr lang="en-US" dirty="0"/>
              <a:t>1</a:t>
            </a:r>
          </a:p>
        </p:txBody>
      </p:sp>
      <p:sp>
        <p:nvSpPr>
          <p:cNvPr id="32" name="TextBox 31">
            <a:extLst>
              <a:ext uri="{FF2B5EF4-FFF2-40B4-BE49-F238E27FC236}">
                <a16:creationId xmlns:a16="http://schemas.microsoft.com/office/drawing/2014/main" id="{6D22681D-850B-4F33-B9E2-BE9B146F60D4}"/>
              </a:ext>
            </a:extLst>
          </p:cNvPr>
          <p:cNvSpPr txBox="1"/>
          <p:nvPr/>
        </p:nvSpPr>
        <p:spPr>
          <a:xfrm>
            <a:off x="5929383" y="2668738"/>
            <a:ext cx="302753" cy="369332"/>
          </a:xfrm>
          <a:prstGeom prst="rect">
            <a:avLst/>
          </a:prstGeom>
          <a:noFill/>
        </p:spPr>
        <p:txBody>
          <a:bodyPr wrap="square">
            <a:spAutoFit/>
          </a:bodyPr>
          <a:lstStyle/>
          <a:p>
            <a:r>
              <a:rPr lang="en-US" sz="1800" dirty="0"/>
              <a:t>∞</a:t>
            </a:r>
            <a:endParaRPr lang="en-US" dirty="0"/>
          </a:p>
        </p:txBody>
      </p:sp>
      <p:cxnSp>
        <p:nvCxnSpPr>
          <p:cNvPr id="33" name="Straight Connector 32">
            <a:extLst>
              <a:ext uri="{FF2B5EF4-FFF2-40B4-BE49-F238E27FC236}">
                <a16:creationId xmlns:a16="http://schemas.microsoft.com/office/drawing/2014/main" id="{F7B74A17-6DAD-46D8-9BFC-48330A4DE82B}"/>
              </a:ext>
            </a:extLst>
          </p:cNvPr>
          <p:cNvCxnSpPr>
            <a:cxnSpLocks/>
          </p:cNvCxnSpPr>
          <p:nvPr/>
        </p:nvCxnSpPr>
        <p:spPr>
          <a:xfrm flipH="1">
            <a:off x="997290" y="1702544"/>
            <a:ext cx="281778" cy="50233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636E9737-F3ED-4751-B04A-9F41D50FF3CC}"/>
              </a:ext>
            </a:extLst>
          </p:cNvPr>
          <p:cNvSpPr txBox="1"/>
          <p:nvPr/>
        </p:nvSpPr>
        <p:spPr>
          <a:xfrm>
            <a:off x="998708" y="1604669"/>
            <a:ext cx="275247" cy="307777"/>
          </a:xfrm>
          <a:prstGeom prst="rect">
            <a:avLst/>
          </a:prstGeom>
          <a:noFill/>
        </p:spPr>
        <p:txBody>
          <a:bodyPr wrap="square" rtlCol="0">
            <a:spAutoFit/>
          </a:bodyPr>
          <a:lstStyle/>
          <a:p>
            <a:r>
              <a:rPr lang="en-US" dirty="0"/>
              <a:t>1</a:t>
            </a:r>
          </a:p>
        </p:txBody>
      </p:sp>
      <p:sp>
        <p:nvSpPr>
          <p:cNvPr id="37" name="TextBox 36">
            <a:extLst>
              <a:ext uri="{FF2B5EF4-FFF2-40B4-BE49-F238E27FC236}">
                <a16:creationId xmlns:a16="http://schemas.microsoft.com/office/drawing/2014/main" id="{800BA012-EEF9-4282-9AD1-6C523D75C6B2}"/>
              </a:ext>
            </a:extLst>
          </p:cNvPr>
          <p:cNvSpPr txBox="1"/>
          <p:nvPr/>
        </p:nvSpPr>
        <p:spPr>
          <a:xfrm>
            <a:off x="702156" y="1976884"/>
            <a:ext cx="302753" cy="369332"/>
          </a:xfrm>
          <a:prstGeom prst="rect">
            <a:avLst/>
          </a:prstGeom>
          <a:noFill/>
        </p:spPr>
        <p:txBody>
          <a:bodyPr wrap="square">
            <a:spAutoFit/>
          </a:bodyPr>
          <a:lstStyle/>
          <a:p>
            <a:r>
              <a:rPr lang="en-US" sz="1800" dirty="0"/>
              <a:t>∞</a:t>
            </a:r>
            <a:endParaRPr lang="en-US" dirty="0"/>
          </a:p>
        </p:txBody>
      </p:sp>
      <p:cxnSp>
        <p:nvCxnSpPr>
          <p:cNvPr id="38" name="Straight Connector 37">
            <a:extLst>
              <a:ext uri="{FF2B5EF4-FFF2-40B4-BE49-F238E27FC236}">
                <a16:creationId xmlns:a16="http://schemas.microsoft.com/office/drawing/2014/main" id="{3EA170D0-EFE4-40EA-A268-C3CCFF1B6761}"/>
              </a:ext>
            </a:extLst>
          </p:cNvPr>
          <p:cNvCxnSpPr>
            <a:cxnSpLocks/>
          </p:cNvCxnSpPr>
          <p:nvPr/>
        </p:nvCxnSpPr>
        <p:spPr>
          <a:xfrm flipH="1" flipV="1">
            <a:off x="1707879" y="2687546"/>
            <a:ext cx="1252570" cy="35200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D2215466-718E-4E37-8097-B62CBA1887B6}"/>
              </a:ext>
            </a:extLst>
          </p:cNvPr>
          <p:cNvSpPr txBox="1"/>
          <p:nvPr/>
        </p:nvSpPr>
        <p:spPr>
          <a:xfrm>
            <a:off x="1650473" y="2419490"/>
            <a:ext cx="275247" cy="307777"/>
          </a:xfrm>
          <a:prstGeom prst="rect">
            <a:avLst/>
          </a:prstGeom>
          <a:noFill/>
        </p:spPr>
        <p:txBody>
          <a:bodyPr wrap="square" rtlCol="0">
            <a:spAutoFit/>
          </a:bodyPr>
          <a:lstStyle/>
          <a:p>
            <a:r>
              <a:rPr lang="en-US" dirty="0"/>
              <a:t>1</a:t>
            </a:r>
          </a:p>
        </p:txBody>
      </p:sp>
      <p:sp>
        <p:nvSpPr>
          <p:cNvPr id="42" name="TextBox 41">
            <a:extLst>
              <a:ext uri="{FF2B5EF4-FFF2-40B4-BE49-F238E27FC236}">
                <a16:creationId xmlns:a16="http://schemas.microsoft.com/office/drawing/2014/main" id="{00DE5638-0659-4D50-870C-BAB4488AE0D4}"/>
              </a:ext>
            </a:extLst>
          </p:cNvPr>
          <p:cNvSpPr txBox="1"/>
          <p:nvPr/>
        </p:nvSpPr>
        <p:spPr>
          <a:xfrm>
            <a:off x="2728980" y="2748737"/>
            <a:ext cx="302753" cy="369332"/>
          </a:xfrm>
          <a:prstGeom prst="rect">
            <a:avLst/>
          </a:prstGeom>
          <a:noFill/>
        </p:spPr>
        <p:txBody>
          <a:bodyPr wrap="square">
            <a:spAutoFit/>
          </a:bodyPr>
          <a:lstStyle/>
          <a:p>
            <a:r>
              <a:rPr lang="en-US" sz="1800" dirty="0"/>
              <a:t>∞</a:t>
            </a:r>
            <a:endParaRPr lang="en-US" dirty="0"/>
          </a:p>
        </p:txBody>
      </p:sp>
      <p:cxnSp>
        <p:nvCxnSpPr>
          <p:cNvPr id="43" name="Straight Connector 42">
            <a:extLst>
              <a:ext uri="{FF2B5EF4-FFF2-40B4-BE49-F238E27FC236}">
                <a16:creationId xmlns:a16="http://schemas.microsoft.com/office/drawing/2014/main" id="{007B8D50-723D-4F88-8884-E5D979C34A25}"/>
              </a:ext>
            </a:extLst>
          </p:cNvPr>
          <p:cNvCxnSpPr>
            <a:cxnSpLocks/>
          </p:cNvCxnSpPr>
          <p:nvPr/>
        </p:nvCxnSpPr>
        <p:spPr>
          <a:xfrm flipV="1">
            <a:off x="3601166" y="1519265"/>
            <a:ext cx="340504" cy="154697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ECA85C5B-30DE-4B5E-8ECC-8048785B13E3}"/>
              </a:ext>
            </a:extLst>
          </p:cNvPr>
          <p:cNvSpPr txBox="1"/>
          <p:nvPr/>
        </p:nvSpPr>
        <p:spPr>
          <a:xfrm>
            <a:off x="3695252" y="1389191"/>
            <a:ext cx="364739" cy="307777"/>
          </a:xfrm>
          <a:prstGeom prst="rect">
            <a:avLst/>
          </a:prstGeom>
          <a:noFill/>
        </p:spPr>
        <p:txBody>
          <a:bodyPr wrap="square" rtlCol="0">
            <a:spAutoFit/>
          </a:bodyPr>
          <a:lstStyle/>
          <a:p>
            <a:r>
              <a:rPr lang="en-US" dirty="0"/>
              <a:t>1</a:t>
            </a:r>
          </a:p>
        </p:txBody>
      </p:sp>
      <p:sp>
        <p:nvSpPr>
          <p:cNvPr id="48" name="TextBox 47">
            <a:extLst>
              <a:ext uri="{FF2B5EF4-FFF2-40B4-BE49-F238E27FC236}">
                <a16:creationId xmlns:a16="http://schemas.microsoft.com/office/drawing/2014/main" id="{2CBAF590-6524-4586-9259-B6177DF938D1}"/>
              </a:ext>
            </a:extLst>
          </p:cNvPr>
          <p:cNvSpPr txBox="1"/>
          <p:nvPr/>
        </p:nvSpPr>
        <p:spPr>
          <a:xfrm>
            <a:off x="3334128" y="2742507"/>
            <a:ext cx="302753" cy="369332"/>
          </a:xfrm>
          <a:prstGeom prst="rect">
            <a:avLst/>
          </a:prstGeom>
          <a:noFill/>
        </p:spPr>
        <p:txBody>
          <a:bodyPr wrap="square">
            <a:spAutoFit/>
          </a:bodyPr>
          <a:lstStyle/>
          <a:p>
            <a:r>
              <a:rPr lang="en-US" sz="1800" dirty="0"/>
              <a:t>∞</a:t>
            </a:r>
            <a:endParaRPr lang="en-US" dirty="0"/>
          </a:p>
        </p:txBody>
      </p:sp>
      <p:cxnSp>
        <p:nvCxnSpPr>
          <p:cNvPr id="49" name="Straight Connector 48">
            <a:extLst>
              <a:ext uri="{FF2B5EF4-FFF2-40B4-BE49-F238E27FC236}">
                <a16:creationId xmlns:a16="http://schemas.microsoft.com/office/drawing/2014/main" id="{1C50C545-94B7-4E77-B644-38B2093B6EB2}"/>
              </a:ext>
            </a:extLst>
          </p:cNvPr>
          <p:cNvCxnSpPr>
            <a:cxnSpLocks/>
          </p:cNvCxnSpPr>
          <p:nvPr/>
        </p:nvCxnSpPr>
        <p:spPr>
          <a:xfrm flipH="1" flipV="1">
            <a:off x="5125992" y="878727"/>
            <a:ext cx="858521" cy="289387"/>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D4145F8-2743-41F7-860C-E43852DA8162}"/>
              </a:ext>
            </a:extLst>
          </p:cNvPr>
          <p:cNvCxnSpPr>
            <a:cxnSpLocks/>
          </p:cNvCxnSpPr>
          <p:nvPr/>
        </p:nvCxnSpPr>
        <p:spPr>
          <a:xfrm flipH="1" flipV="1">
            <a:off x="5127836" y="1039787"/>
            <a:ext cx="856677" cy="31000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4F7DFD56-1463-4F8B-A0CC-1CE4B79D159E}"/>
              </a:ext>
            </a:extLst>
          </p:cNvPr>
          <p:cNvSpPr txBox="1"/>
          <p:nvPr/>
        </p:nvSpPr>
        <p:spPr>
          <a:xfrm>
            <a:off x="5050760" y="603693"/>
            <a:ext cx="380216" cy="307777"/>
          </a:xfrm>
          <a:prstGeom prst="rect">
            <a:avLst/>
          </a:prstGeom>
          <a:noFill/>
        </p:spPr>
        <p:txBody>
          <a:bodyPr wrap="square" rtlCol="0">
            <a:spAutoFit/>
          </a:bodyPr>
          <a:lstStyle/>
          <a:p>
            <a:r>
              <a:rPr lang="en-US" dirty="0"/>
              <a:t>1</a:t>
            </a:r>
          </a:p>
        </p:txBody>
      </p:sp>
      <p:sp>
        <p:nvSpPr>
          <p:cNvPr id="54" name="TextBox 53">
            <a:extLst>
              <a:ext uri="{FF2B5EF4-FFF2-40B4-BE49-F238E27FC236}">
                <a16:creationId xmlns:a16="http://schemas.microsoft.com/office/drawing/2014/main" id="{CC084A14-8DEF-4C1B-AE8C-4CBD39A210EF}"/>
              </a:ext>
            </a:extLst>
          </p:cNvPr>
          <p:cNvSpPr txBox="1"/>
          <p:nvPr/>
        </p:nvSpPr>
        <p:spPr>
          <a:xfrm>
            <a:off x="5044316" y="1060733"/>
            <a:ext cx="364739" cy="307777"/>
          </a:xfrm>
          <a:prstGeom prst="rect">
            <a:avLst/>
          </a:prstGeom>
          <a:noFill/>
        </p:spPr>
        <p:txBody>
          <a:bodyPr wrap="square" rtlCol="0">
            <a:spAutoFit/>
          </a:bodyPr>
          <a:lstStyle/>
          <a:p>
            <a:r>
              <a:rPr lang="en-US" dirty="0"/>
              <a:t>1</a:t>
            </a:r>
          </a:p>
        </p:txBody>
      </p:sp>
      <p:sp>
        <p:nvSpPr>
          <p:cNvPr id="55" name="TextBox 54">
            <a:extLst>
              <a:ext uri="{FF2B5EF4-FFF2-40B4-BE49-F238E27FC236}">
                <a16:creationId xmlns:a16="http://schemas.microsoft.com/office/drawing/2014/main" id="{511DA3C5-B4E0-437B-ABE5-2885BB29074E}"/>
              </a:ext>
            </a:extLst>
          </p:cNvPr>
          <p:cNvSpPr txBox="1"/>
          <p:nvPr/>
        </p:nvSpPr>
        <p:spPr>
          <a:xfrm>
            <a:off x="5735959" y="798782"/>
            <a:ext cx="302753" cy="369332"/>
          </a:xfrm>
          <a:prstGeom prst="rect">
            <a:avLst/>
          </a:prstGeom>
          <a:noFill/>
        </p:spPr>
        <p:txBody>
          <a:bodyPr wrap="square">
            <a:spAutoFit/>
          </a:bodyPr>
          <a:lstStyle/>
          <a:p>
            <a:r>
              <a:rPr lang="en-US" sz="1800" dirty="0"/>
              <a:t>∞</a:t>
            </a:r>
            <a:endParaRPr lang="en-US" dirty="0"/>
          </a:p>
        </p:txBody>
      </p:sp>
      <p:sp>
        <p:nvSpPr>
          <p:cNvPr id="56" name="TextBox 55">
            <a:extLst>
              <a:ext uri="{FF2B5EF4-FFF2-40B4-BE49-F238E27FC236}">
                <a16:creationId xmlns:a16="http://schemas.microsoft.com/office/drawing/2014/main" id="{850A911A-05D8-4F78-85D3-F6CD5A53AF23}"/>
              </a:ext>
            </a:extLst>
          </p:cNvPr>
          <p:cNvSpPr txBox="1"/>
          <p:nvPr/>
        </p:nvSpPr>
        <p:spPr>
          <a:xfrm>
            <a:off x="5722197" y="1239102"/>
            <a:ext cx="302753" cy="369332"/>
          </a:xfrm>
          <a:prstGeom prst="rect">
            <a:avLst/>
          </a:prstGeom>
          <a:noFill/>
        </p:spPr>
        <p:txBody>
          <a:bodyPr wrap="square">
            <a:spAutoFit/>
          </a:bodyPr>
          <a:lstStyle/>
          <a:p>
            <a:r>
              <a:rPr lang="en-US" sz="1800" dirty="0"/>
              <a:t>∞</a:t>
            </a:r>
            <a:endParaRPr lang="en-US" dirty="0"/>
          </a:p>
        </p:txBody>
      </p:sp>
    </p:spTree>
    <p:extLst>
      <p:ext uri="{BB962C8B-B14F-4D97-AF65-F5344CB8AC3E}">
        <p14:creationId xmlns:p14="http://schemas.microsoft.com/office/powerpoint/2010/main" val="2709147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2013723" y="962869"/>
            <a:ext cx="4661100"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3</a:t>
            </a:r>
            <a:br>
              <a:rPr lang="en" dirty="0"/>
            </a:br>
            <a:r>
              <a:rPr lang="en" sz="4000" dirty="0"/>
              <a:t>UseCase Diagram</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54618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94"/>
        <p:cNvGrpSpPr/>
        <p:nvPr/>
      </p:nvGrpSpPr>
      <p:grpSpPr>
        <a:xfrm>
          <a:off x="0" y="0"/>
          <a:ext cx="0" cy="0"/>
          <a:chOff x="0" y="0"/>
          <a:chExt cx="0" cy="0"/>
        </a:xfrm>
      </p:grpSpPr>
      <p:sp>
        <p:nvSpPr>
          <p:cNvPr id="3899" name="Google Shape;3899;p69"/>
          <p:cNvSpPr txBox="1">
            <a:spLocks noGrp="1"/>
          </p:cNvSpPr>
          <p:nvPr>
            <p:ph type="title"/>
          </p:nvPr>
        </p:nvSpPr>
        <p:spPr>
          <a:xfrm>
            <a:off x="-34335" y="271215"/>
            <a:ext cx="30214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UseCase Diagram</a:t>
            </a:r>
            <a:endParaRPr dirty="0"/>
          </a:p>
        </p:txBody>
      </p:sp>
      <p:sp>
        <p:nvSpPr>
          <p:cNvPr id="2" name="Rectangle 1">
            <a:extLst>
              <a:ext uri="{FF2B5EF4-FFF2-40B4-BE49-F238E27FC236}">
                <a16:creationId xmlns:a16="http://schemas.microsoft.com/office/drawing/2014/main" id="{268BE168-3EC0-44D7-9A60-66020C248097}"/>
              </a:ext>
            </a:extLst>
          </p:cNvPr>
          <p:cNvSpPr/>
          <p:nvPr/>
        </p:nvSpPr>
        <p:spPr>
          <a:xfrm>
            <a:off x="1905000" y="937261"/>
            <a:ext cx="5334000" cy="300228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 name="Oval 2">
            <a:extLst>
              <a:ext uri="{FF2B5EF4-FFF2-40B4-BE49-F238E27FC236}">
                <a16:creationId xmlns:a16="http://schemas.microsoft.com/office/drawing/2014/main" id="{F7A56EE8-2A04-4B57-9666-DF1B30C85D59}"/>
              </a:ext>
            </a:extLst>
          </p:cNvPr>
          <p:cNvSpPr/>
          <p:nvPr/>
        </p:nvSpPr>
        <p:spPr>
          <a:xfrm>
            <a:off x="982980" y="1409700"/>
            <a:ext cx="434340" cy="388620"/>
          </a:xfrm>
          <a:prstGeom prst="ellipse">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79CC92BA-AE6E-45C9-9EF7-7F0CBC7D9BDB}"/>
              </a:ext>
            </a:extLst>
          </p:cNvPr>
          <p:cNvCxnSpPr>
            <a:cxnSpLocks/>
            <a:endCxn id="3" idx="4"/>
          </p:cNvCxnSpPr>
          <p:nvPr/>
        </p:nvCxnSpPr>
        <p:spPr>
          <a:xfrm flipV="1">
            <a:off x="1181100" y="1798320"/>
            <a:ext cx="19050" cy="655320"/>
          </a:xfrm>
          <a:prstGeom prst="line">
            <a:avLst/>
          </a:prstGeom>
        </p:spPr>
        <p:style>
          <a:lnRef idx="1">
            <a:schemeClr val="accent5"/>
          </a:lnRef>
          <a:fillRef idx="0">
            <a:schemeClr val="accent5"/>
          </a:fillRef>
          <a:effectRef idx="0">
            <a:schemeClr val="accent5"/>
          </a:effectRef>
          <a:fontRef idx="minor">
            <a:schemeClr val="tx1"/>
          </a:fontRef>
        </p:style>
      </p:cxnSp>
      <p:cxnSp>
        <p:nvCxnSpPr>
          <p:cNvPr id="10" name="Straight Connector 9">
            <a:extLst>
              <a:ext uri="{FF2B5EF4-FFF2-40B4-BE49-F238E27FC236}">
                <a16:creationId xmlns:a16="http://schemas.microsoft.com/office/drawing/2014/main" id="{36E77FE5-BB6E-4763-BBBA-54A7D07C411C}"/>
              </a:ext>
            </a:extLst>
          </p:cNvPr>
          <p:cNvCxnSpPr>
            <a:cxnSpLocks/>
          </p:cNvCxnSpPr>
          <p:nvPr/>
        </p:nvCxnSpPr>
        <p:spPr>
          <a:xfrm flipH="1">
            <a:off x="982980" y="2453640"/>
            <a:ext cx="198120" cy="502920"/>
          </a:xfrm>
          <a:prstGeom prst="line">
            <a:avLst/>
          </a:prstGeom>
        </p:spPr>
        <p:style>
          <a:lnRef idx="1">
            <a:schemeClr val="accent5"/>
          </a:lnRef>
          <a:fillRef idx="0">
            <a:schemeClr val="accent5"/>
          </a:fillRef>
          <a:effectRef idx="0">
            <a:schemeClr val="accent5"/>
          </a:effectRef>
          <a:fontRef idx="minor">
            <a:schemeClr val="tx1"/>
          </a:fontRef>
        </p:style>
      </p:cxnSp>
      <p:cxnSp>
        <p:nvCxnSpPr>
          <p:cNvPr id="16" name="Straight Connector 15">
            <a:extLst>
              <a:ext uri="{FF2B5EF4-FFF2-40B4-BE49-F238E27FC236}">
                <a16:creationId xmlns:a16="http://schemas.microsoft.com/office/drawing/2014/main" id="{05F69D73-2EAB-4AAF-8B27-EB2A633F0CF1}"/>
              </a:ext>
            </a:extLst>
          </p:cNvPr>
          <p:cNvCxnSpPr>
            <a:cxnSpLocks/>
          </p:cNvCxnSpPr>
          <p:nvPr/>
        </p:nvCxnSpPr>
        <p:spPr>
          <a:xfrm>
            <a:off x="1181100" y="2453640"/>
            <a:ext cx="217170" cy="502920"/>
          </a:xfrm>
          <a:prstGeom prst="line">
            <a:avLst/>
          </a:prstGeom>
          <a:ln>
            <a:solidFill>
              <a:schemeClr val="accent5"/>
            </a:solidFill>
          </a:ln>
        </p:spPr>
        <p:style>
          <a:lnRef idx="1">
            <a:schemeClr val="accent5"/>
          </a:lnRef>
          <a:fillRef idx="0">
            <a:schemeClr val="accent5"/>
          </a:fillRef>
          <a:effectRef idx="0">
            <a:schemeClr val="accent5"/>
          </a:effectRef>
          <a:fontRef idx="minor">
            <a:schemeClr val="tx1"/>
          </a:fontRef>
        </p:style>
      </p:cxnSp>
      <p:cxnSp>
        <p:nvCxnSpPr>
          <p:cNvPr id="20" name="Straight Connector 19">
            <a:extLst>
              <a:ext uri="{FF2B5EF4-FFF2-40B4-BE49-F238E27FC236}">
                <a16:creationId xmlns:a16="http://schemas.microsoft.com/office/drawing/2014/main" id="{564E6E4B-32A6-43AB-BDEF-1B707D6CC0EA}"/>
              </a:ext>
            </a:extLst>
          </p:cNvPr>
          <p:cNvCxnSpPr>
            <a:cxnSpLocks/>
          </p:cNvCxnSpPr>
          <p:nvPr/>
        </p:nvCxnSpPr>
        <p:spPr>
          <a:xfrm flipH="1">
            <a:off x="1181100" y="1874520"/>
            <a:ext cx="295275" cy="251460"/>
          </a:xfrm>
          <a:prstGeom prst="line">
            <a:avLst/>
          </a:prstGeom>
        </p:spPr>
        <p:style>
          <a:lnRef idx="1">
            <a:schemeClr val="accent5"/>
          </a:lnRef>
          <a:fillRef idx="0">
            <a:schemeClr val="accent5"/>
          </a:fillRef>
          <a:effectRef idx="0">
            <a:schemeClr val="accent5"/>
          </a:effectRef>
          <a:fontRef idx="minor">
            <a:schemeClr val="tx1"/>
          </a:fontRef>
        </p:style>
      </p:cxnSp>
      <p:cxnSp>
        <p:nvCxnSpPr>
          <p:cNvPr id="23" name="Straight Connector 22">
            <a:extLst>
              <a:ext uri="{FF2B5EF4-FFF2-40B4-BE49-F238E27FC236}">
                <a16:creationId xmlns:a16="http://schemas.microsoft.com/office/drawing/2014/main" id="{173B31F7-EF56-42A4-8C8A-2070B26FAC1C}"/>
              </a:ext>
            </a:extLst>
          </p:cNvPr>
          <p:cNvCxnSpPr>
            <a:cxnSpLocks/>
          </p:cNvCxnSpPr>
          <p:nvPr/>
        </p:nvCxnSpPr>
        <p:spPr>
          <a:xfrm flipH="1" flipV="1">
            <a:off x="967740" y="1914525"/>
            <a:ext cx="217171" cy="201930"/>
          </a:xfrm>
          <a:prstGeom prst="line">
            <a:avLst/>
          </a:prstGeom>
        </p:spPr>
        <p:style>
          <a:lnRef idx="1">
            <a:schemeClr val="accent5"/>
          </a:lnRef>
          <a:fillRef idx="0">
            <a:schemeClr val="accent5"/>
          </a:fillRef>
          <a:effectRef idx="0">
            <a:schemeClr val="accent5"/>
          </a:effectRef>
          <a:fontRef idx="minor">
            <a:schemeClr val="tx1"/>
          </a:fontRef>
        </p:style>
      </p:cxnSp>
      <p:sp>
        <p:nvSpPr>
          <p:cNvPr id="18" name="Oval 17">
            <a:extLst>
              <a:ext uri="{FF2B5EF4-FFF2-40B4-BE49-F238E27FC236}">
                <a16:creationId xmlns:a16="http://schemas.microsoft.com/office/drawing/2014/main" id="{D940A6D5-4981-47F0-B1E6-7E1DBAC7AA2A}"/>
              </a:ext>
            </a:extLst>
          </p:cNvPr>
          <p:cNvSpPr/>
          <p:nvPr/>
        </p:nvSpPr>
        <p:spPr>
          <a:xfrm>
            <a:off x="1083945" y="1508760"/>
            <a:ext cx="97155" cy="68580"/>
          </a:xfrm>
          <a:prstGeom prst="ellipse">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3EE0C7D-D18B-419F-B17D-8B4A08F42C3E}"/>
              </a:ext>
            </a:extLst>
          </p:cNvPr>
          <p:cNvSpPr/>
          <p:nvPr/>
        </p:nvSpPr>
        <p:spPr>
          <a:xfrm>
            <a:off x="1211580" y="1508760"/>
            <a:ext cx="97155" cy="68580"/>
          </a:xfrm>
          <a:prstGeom prst="ellipse">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c 20">
            <a:extLst>
              <a:ext uri="{FF2B5EF4-FFF2-40B4-BE49-F238E27FC236}">
                <a16:creationId xmlns:a16="http://schemas.microsoft.com/office/drawing/2014/main" id="{FB7DD419-AEC6-49CD-83F2-FD477E4FC96C}"/>
              </a:ext>
            </a:extLst>
          </p:cNvPr>
          <p:cNvSpPr/>
          <p:nvPr/>
        </p:nvSpPr>
        <p:spPr>
          <a:xfrm rot="10443901">
            <a:off x="1095499" y="1625770"/>
            <a:ext cx="419100" cy="60960"/>
          </a:xfrm>
          <a:prstGeom prst="arc">
            <a:avLst/>
          </a:prstGeom>
          <a:ln>
            <a:solidFill>
              <a:schemeClr val="accent5"/>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29" name="Oval 28">
            <a:extLst>
              <a:ext uri="{FF2B5EF4-FFF2-40B4-BE49-F238E27FC236}">
                <a16:creationId xmlns:a16="http://schemas.microsoft.com/office/drawing/2014/main" id="{36EB0914-2276-4B1D-B68E-CDB373BF700A}"/>
              </a:ext>
            </a:extLst>
          </p:cNvPr>
          <p:cNvSpPr/>
          <p:nvPr/>
        </p:nvSpPr>
        <p:spPr>
          <a:xfrm>
            <a:off x="7627372" y="1409700"/>
            <a:ext cx="434340" cy="388620"/>
          </a:xfrm>
          <a:prstGeom prst="ellipse">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2E0EED0-4841-477B-98B9-79E94666DA69}"/>
              </a:ext>
            </a:extLst>
          </p:cNvPr>
          <p:cNvSpPr/>
          <p:nvPr/>
        </p:nvSpPr>
        <p:spPr>
          <a:xfrm flipH="1">
            <a:off x="7722867" y="1543050"/>
            <a:ext cx="97157" cy="72390"/>
          </a:xfrm>
          <a:prstGeom prst="ellipse">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02F2F25-B854-4E06-B38C-E782BD7A9DEF}"/>
              </a:ext>
            </a:extLst>
          </p:cNvPr>
          <p:cNvSpPr/>
          <p:nvPr/>
        </p:nvSpPr>
        <p:spPr>
          <a:xfrm>
            <a:off x="7895272" y="1543050"/>
            <a:ext cx="97155" cy="68580"/>
          </a:xfrm>
          <a:prstGeom prst="ellipse">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c 31">
            <a:extLst>
              <a:ext uri="{FF2B5EF4-FFF2-40B4-BE49-F238E27FC236}">
                <a16:creationId xmlns:a16="http://schemas.microsoft.com/office/drawing/2014/main" id="{4A960BE6-C17C-4CF0-8F7E-48AA3A4BDECF}"/>
              </a:ext>
            </a:extLst>
          </p:cNvPr>
          <p:cNvSpPr/>
          <p:nvPr/>
        </p:nvSpPr>
        <p:spPr>
          <a:xfrm rot="10443901">
            <a:off x="7739892" y="1633134"/>
            <a:ext cx="419100" cy="60960"/>
          </a:xfrm>
          <a:prstGeom prst="arc">
            <a:avLst/>
          </a:prstGeom>
          <a:ln>
            <a:solidFill>
              <a:schemeClr val="accent5"/>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4812C6A4-46D5-4492-8AD1-84EFB468D7DD}"/>
              </a:ext>
            </a:extLst>
          </p:cNvPr>
          <p:cNvCxnSpPr>
            <a:cxnSpLocks/>
          </p:cNvCxnSpPr>
          <p:nvPr/>
        </p:nvCxnSpPr>
        <p:spPr>
          <a:xfrm flipV="1">
            <a:off x="7844542" y="1798320"/>
            <a:ext cx="19050" cy="655320"/>
          </a:xfrm>
          <a:prstGeom prst="line">
            <a:avLst/>
          </a:prstGeom>
        </p:spPr>
        <p:style>
          <a:lnRef idx="1">
            <a:schemeClr val="accent5"/>
          </a:lnRef>
          <a:fillRef idx="0">
            <a:schemeClr val="accent5"/>
          </a:fillRef>
          <a:effectRef idx="0">
            <a:schemeClr val="accent5"/>
          </a:effectRef>
          <a:fontRef idx="minor">
            <a:schemeClr val="tx1"/>
          </a:fontRef>
        </p:style>
      </p:cxnSp>
      <p:cxnSp>
        <p:nvCxnSpPr>
          <p:cNvPr id="34" name="Straight Connector 33">
            <a:extLst>
              <a:ext uri="{FF2B5EF4-FFF2-40B4-BE49-F238E27FC236}">
                <a16:creationId xmlns:a16="http://schemas.microsoft.com/office/drawing/2014/main" id="{EDC76DF9-3A8D-4B74-98DA-D99383B681AB}"/>
              </a:ext>
            </a:extLst>
          </p:cNvPr>
          <p:cNvCxnSpPr>
            <a:cxnSpLocks/>
          </p:cNvCxnSpPr>
          <p:nvPr/>
        </p:nvCxnSpPr>
        <p:spPr>
          <a:xfrm flipH="1">
            <a:off x="7844542" y="1931670"/>
            <a:ext cx="295275" cy="251460"/>
          </a:xfrm>
          <a:prstGeom prst="line">
            <a:avLst/>
          </a:prstGeom>
        </p:spPr>
        <p:style>
          <a:lnRef idx="1">
            <a:schemeClr val="accent5"/>
          </a:lnRef>
          <a:fillRef idx="0">
            <a:schemeClr val="accent5"/>
          </a:fillRef>
          <a:effectRef idx="0">
            <a:schemeClr val="accent5"/>
          </a:effectRef>
          <a:fontRef idx="minor">
            <a:schemeClr val="tx1"/>
          </a:fontRef>
        </p:style>
      </p:cxnSp>
      <p:cxnSp>
        <p:nvCxnSpPr>
          <p:cNvPr id="35" name="Straight Connector 34">
            <a:extLst>
              <a:ext uri="{FF2B5EF4-FFF2-40B4-BE49-F238E27FC236}">
                <a16:creationId xmlns:a16="http://schemas.microsoft.com/office/drawing/2014/main" id="{5501A1C2-B814-48F5-B58B-2CE6EEB15809}"/>
              </a:ext>
            </a:extLst>
          </p:cNvPr>
          <p:cNvCxnSpPr>
            <a:cxnSpLocks/>
          </p:cNvCxnSpPr>
          <p:nvPr/>
        </p:nvCxnSpPr>
        <p:spPr>
          <a:xfrm flipH="1" flipV="1">
            <a:off x="7627372" y="1985010"/>
            <a:ext cx="217171" cy="201930"/>
          </a:xfrm>
          <a:prstGeom prst="line">
            <a:avLst/>
          </a:prstGeom>
        </p:spPr>
        <p:style>
          <a:lnRef idx="1">
            <a:schemeClr val="accent5"/>
          </a:lnRef>
          <a:fillRef idx="0">
            <a:schemeClr val="accent5"/>
          </a:fillRef>
          <a:effectRef idx="0">
            <a:schemeClr val="accent5"/>
          </a:effectRef>
          <a:fontRef idx="minor">
            <a:schemeClr val="tx1"/>
          </a:fontRef>
        </p:style>
      </p:cxnSp>
      <p:cxnSp>
        <p:nvCxnSpPr>
          <p:cNvPr id="36" name="Straight Connector 35">
            <a:extLst>
              <a:ext uri="{FF2B5EF4-FFF2-40B4-BE49-F238E27FC236}">
                <a16:creationId xmlns:a16="http://schemas.microsoft.com/office/drawing/2014/main" id="{2598C876-0E5C-4FEC-9D73-8D2107D870D5}"/>
              </a:ext>
            </a:extLst>
          </p:cNvPr>
          <p:cNvCxnSpPr>
            <a:cxnSpLocks/>
          </p:cNvCxnSpPr>
          <p:nvPr/>
        </p:nvCxnSpPr>
        <p:spPr>
          <a:xfrm>
            <a:off x="7844541" y="2461260"/>
            <a:ext cx="217170" cy="502920"/>
          </a:xfrm>
          <a:prstGeom prst="line">
            <a:avLst/>
          </a:prstGeom>
          <a:ln>
            <a:solidFill>
              <a:schemeClr val="accent5"/>
            </a:solidFill>
          </a:ln>
        </p:spPr>
        <p:style>
          <a:lnRef idx="1">
            <a:schemeClr val="accent5"/>
          </a:lnRef>
          <a:fillRef idx="0">
            <a:schemeClr val="accent5"/>
          </a:fillRef>
          <a:effectRef idx="0">
            <a:schemeClr val="accent5"/>
          </a:effectRef>
          <a:fontRef idx="minor">
            <a:schemeClr val="tx1"/>
          </a:fontRef>
        </p:style>
      </p:cxnSp>
      <p:cxnSp>
        <p:nvCxnSpPr>
          <p:cNvPr id="37" name="Straight Connector 36">
            <a:extLst>
              <a:ext uri="{FF2B5EF4-FFF2-40B4-BE49-F238E27FC236}">
                <a16:creationId xmlns:a16="http://schemas.microsoft.com/office/drawing/2014/main" id="{ECB0FE84-BCA2-4E32-999D-6C9CCADBB583}"/>
              </a:ext>
            </a:extLst>
          </p:cNvPr>
          <p:cNvCxnSpPr>
            <a:cxnSpLocks/>
          </p:cNvCxnSpPr>
          <p:nvPr/>
        </p:nvCxnSpPr>
        <p:spPr>
          <a:xfrm flipH="1">
            <a:off x="7648327" y="2438401"/>
            <a:ext cx="198120" cy="502920"/>
          </a:xfrm>
          <a:prstGeom prst="line">
            <a:avLst/>
          </a:prstGeom>
        </p:spPr>
        <p:style>
          <a:lnRef idx="1">
            <a:schemeClr val="accent5"/>
          </a:lnRef>
          <a:fillRef idx="0">
            <a:schemeClr val="accent5"/>
          </a:fillRef>
          <a:effectRef idx="0">
            <a:schemeClr val="accent5"/>
          </a:effectRef>
          <a:fontRef idx="minor">
            <a:schemeClr val="tx1"/>
          </a:fontRef>
        </p:style>
      </p:cxnSp>
      <p:sp>
        <p:nvSpPr>
          <p:cNvPr id="38" name="Oval 37">
            <a:extLst>
              <a:ext uri="{FF2B5EF4-FFF2-40B4-BE49-F238E27FC236}">
                <a16:creationId xmlns:a16="http://schemas.microsoft.com/office/drawing/2014/main" id="{6C328F64-5760-40B3-9E3F-8F95440E3269}"/>
              </a:ext>
            </a:extLst>
          </p:cNvPr>
          <p:cNvSpPr/>
          <p:nvPr/>
        </p:nvSpPr>
        <p:spPr>
          <a:xfrm>
            <a:off x="3931920" y="4011929"/>
            <a:ext cx="434340" cy="388620"/>
          </a:xfrm>
          <a:prstGeom prst="ellipse">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4E857667-982A-4F17-9311-92864DA117CA}"/>
              </a:ext>
            </a:extLst>
          </p:cNvPr>
          <p:cNvCxnSpPr>
            <a:cxnSpLocks/>
          </p:cNvCxnSpPr>
          <p:nvPr/>
        </p:nvCxnSpPr>
        <p:spPr>
          <a:xfrm flipV="1">
            <a:off x="4149090" y="4400549"/>
            <a:ext cx="0" cy="400051"/>
          </a:xfrm>
          <a:prstGeom prst="line">
            <a:avLst/>
          </a:prstGeom>
        </p:spPr>
        <p:style>
          <a:lnRef idx="1">
            <a:schemeClr val="accent5"/>
          </a:lnRef>
          <a:fillRef idx="0">
            <a:schemeClr val="accent5"/>
          </a:fillRef>
          <a:effectRef idx="0">
            <a:schemeClr val="accent5"/>
          </a:effectRef>
          <a:fontRef idx="minor">
            <a:schemeClr val="tx1"/>
          </a:fontRef>
        </p:style>
      </p:cxnSp>
      <p:cxnSp>
        <p:nvCxnSpPr>
          <p:cNvPr id="41" name="Straight Connector 40">
            <a:extLst>
              <a:ext uri="{FF2B5EF4-FFF2-40B4-BE49-F238E27FC236}">
                <a16:creationId xmlns:a16="http://schemas.microsoft.com/office/drawing/2014/main" id="{AB234676-6DFD-4FFD-9F39-D962BF83492C}"/>
              </a:ext>
            </a:extLst>
          </p:cNvPr>
          <p:cNvCxnSpPr>
            <a:cxnSpLocks/>
          </p:cNvCxnSpPr>
          <p:nvPr/>
        </p:nvCxnSpPr>
        <p:spPr>
          <a:xfrm flipH="1" flipV="1">
            <a:off x="3931919" y="4400549"/>
            <a:ext cx="217171" cy="201930"/>
          </a:xfrm>
          <a:prstGeom prst="line">
            <a:avLst/>
          </a:prstGeom>
        </p:spPr>
        <p:style>
          <a:lnRef idx="1">
            <a:schemeClr val="accent5"/>
          </a:lnRef>
          <a:fillRef idx="0">
            <a:schemeClr val="accent5"/>
          </a:fillRef>
          <a:effectRef idx="0">
            <a:schemeClr val="accent5"/>
          </a:effectRef>
          <a:fontRef idx="minor">
            <a:schemeClr val="tx1"/>
          </a:fontRef>
        </p:style>
      </p:cxnSp>
      <p:cxnSp>
        <p:nvCxnSpPr>
          <p:cNvPr id="42" name="Straight Connector 41">
            <a:extLst>
              <a:ext uri="{FF2B5EF4-FFF2-40B4-BE49-F238E27FC236}">
                <a16:creationId xmlns:a16="http://schemas.microsoft.com/office/drawing/2014/main" id="{325A9801-304F-4DCE-80C4-4C9E9A8A3EA3}"/>
              </a:ext>
            </a:extLst>
          </p:cNvPr>
          <p:cNvCxnSpPr>
            <a:cxnSpLocks/>
          </p:cNvCxnSpPr>
          <p:nvPr/>
        </p:nvCxnSpPr>
        <p:spPr>
          <a:xfrm flipH="1">
            <a:off x="4149566" y="4349114"/>
            <a:ext cx="295275" cy="251460"/>
          </a:xfrm>
          <a:prstGeom prst="line">
            <a:avLst/>
          </a:prstGeom>
        </p:spPr>
        <p:style>
          <a:lnRef idx="1">
            <a:schemeClr val="accent5"/>
          </a:lnRef>
          <a:fillRef idx="0">
            <a:schemeClr val="accent5"/>
          </a:fillRef>
          <a:effectRef idx="0">
            <a:schemeClr val="accent5"/>
          </a:effectRef>
          <a:fontRef idx="minor">
            <a:schemeClr val="tx1"/>
          </a:fontRef>
        </p:style>
      </p:cxnSp>
      <p:cxnSp>
        <p:nvCxnSpPr>
          <p:cNvPr id="43" name="Straight Connector 42">
            <a:extLst>
              <a:ext uri="{FF2B5EF4-FFF2-40B4-BE49-F238E27FC236}">
                <a16:creationId xmlns:a16="http://schemas.microsoft.com/office/drawing/2014/main" id="{7C465075-54B9-4F27-9A45-7DBD4F1FE8C2}"/>
              </a:ext>
            </a:extLst>
          </p:cNvPr>
          <p:cNvCxnSpPr>
            <a:cxnSpLocks/>
          </p:cNvCxnSpPr>
          <p:nvPr/>
        </p:nvCxnSpPr>
        <p:spPr>
          <a:xfrm flipH="1">
            <a:off x="3973830" y="4798694"/>
            <a:ext cx="175260" cy="259080"/>
          </a:xfrm>
          <a:prstGeom prst="line">
            <a:avLst/>
          </a:prstGeom>
        </p:spPr>
        <p:style>
          <a:lnRef idx="1">
            <a:schemeClr val="accent5"/>
          </a:lnRef>
          <a:fillRef idx="0">
            <a:schemeClr val="accent5"/>
          </a:fillRef>
          <a:effectRef idx="0">
            <a:schemeClr val="accent5"/>
          </a:effectRef>
          <a:fontRef idx="minor">
            <a:schemeClr val="tx1"/>
          </a:fontRef>
        </p:style>
      </p:cxnSp>
      <p:cxnSp>
        <p:nvCxnSpPr>
          <p:cNvPr id="45" name="Straight Connector 44">
            <a:extLst>
              <a:ext uri="{FF2B5EF4-FFF2-40B4-BE49-F238E27FC236}">
                <a16:creationId xmlns:a16="http://schemas.microsoft.com/office/drawing/2014/main" id="{0FFE34B1-105A-46BC-A031-785B3FB350E9}"/>
              </a:ext>
            </a:extLst>
          </p:cNvPr>
          <p:cNvCxnSpPr>
            <a:cxnSpLocks/>
          </p:cNvCxnSpPr>
          <p:nvPr/>
        </p:nvCxnSpPr>
        <p:spPr>
          <a:xfrm>
            <a:off x="4160520" y="4810122"/>
            <a:ext cx="136683" cy="243840"/>
          </a:xfrm>
          <a:prstGeom prst="line">
            <a:avLst/>
          </a:prstGeom>
          <a:ln>
            <a:solidFill>
              <a:schemeClr val="accent5"/>
            </a:solidFill>
          </a:ln>
        </p:spPr>
        <p:style>
          <a:lnRef idx="1">
            <a:schemeClr val="accent5"/>
          </a:lnRef>
          <a:fillRef idx="0">
            <a:schemeClr val="accent5"/>
          </a:fillRef>
          <a:effectRef idx="0">
            <a:schemeClr val="accent5"/>
          </a:effectRef>
          <a:fontRef idx="minor">
            <a:schemeClr val="tx1"/>
          </a:fontRef>
        </p:style>
      </p:cxnSp>
      <p:sp>
        <p:nvSpPr>
          <p:cNvPr id="47" name="Oval 46">
            <a:extLst>
              <a:ext uri="{FF2B5EF4-FFF2-40B4-BE49-F238E27FC236}">
                <a16:creationId xmlns:a16="http://schemas.microsoft.com/office/drawing/2014/main" id="{47B21180-2EBA-4B8A-921C-95516A63F25E}"/>
              </a:ext>
            </a:extLst>
          </p:cNvPr>
          <p:cNvSpPr/>
          <p:nvPr/>
        </p:nvSpPr>
        <p:spPr>
          <a:xfrm>
            <a:off x="4040504" y="4137659"/>
            <a:ext cx="97155" cy="68580"/>
          </a:xfrm>
          <a:prstGeom prst="ellipse">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746D90BC-FFFB-456E-ACC7-0E1DE30E75AE}"/>
              </a:ext>
            </a:extLst>
          </p:cNvPr>
          <p:cNvSpPr/>
          <p:nvPr/>
        </p:nvSpPr>
        <p:spPr>
          <a:xfrm>
            <a:off x="4180283" y="4137659"/>
            <a:ext cx="97155" cy="68580"/>
          </a:xfrm>
          <a:prstGeom prst="ellipse">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c 48">
            <a:extLst>
              <a:ext uri="{FF2B5EF4-FFF2-40B4-BE49-F238E27FC236}">
                <a16:creationId xmlns:a16="http://schemas.microsoft.com/office/drawing/2014/main" id="{2096AF7A-5165-47E9-8F18-8DF56470B886}"/>
              </a:ext>
            </a:extLst>
          </p:cNvPr>
          <p:cNvSpPr/>
          <p:nvPr/>
        </p:nvSpPr>
        <p:spPr>
          <a:xfrm rot="10443901">
            <a:off x="4037045" y="4239576"/>
            <a:ext cx="419100" cy="60960"/>
          </a:xfrm>
          <a:prstGeom prst="arc">
            <a:avLst/>
          </a:prstGeom>
          <a:ln>
            <a:solidFill>
              <a:schemeClr val="accent5"/>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28" name="Rectangle 27">
            <a:extLst>
              <a:ext uri="{FF2B5EF4-FFF2-40B4-BE49-F238E27FC236}">
                <a16:creationId xmlns:a16="http://schemas.microsoft.com/office/drawing/2014/main" id="{102BB9DA-C11E-46C5-909D-C1C6FE8DAB29}"/>
              </a:ext>
            </a:extLst>
          </p:cNvPr>
          <p:cNvSpPr/>
          <p:nvPr/>
        </p:nvSpPr>
        <p:spPr>
          <a:xfrm>
            <a:off x="2082730" y="1203958"/>
            <a:ext cx="1934298" cy="110871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chemeClr val="bg1"/>
                </a:solidFill>
                <a:effectLst/>
                <a:uLnTx/>
                <a:uFillTx/>
                <a:latin typeface="Arial"/>
                <a:cs typeface="Arial"/>
                <a:sym typeface="Arial"/>
              </a:rPr>
              <a:t>Search Medication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chemeClr val="bg1"/>
                </a:solidFill>
                <a:effectLst/>
                <a:uLnTx/>
                <a:uFillTx/>
                <a:latin typeface="Arial"/>
                <a:cs typeface="Arial"/>
                <a:sym typeface="Arial"/>
              </a:rPr>
              <a:t>Filter by City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chemeClr val="bg1"/>
                </a:solidFill>
                <a:effectLst/>
                <a:uLnTx/>
                <a:uFillTx/>
                <a:latin typeface="Arial"/>
                <a:cs typeface="Arial"/>
                <a:sym typeface="Arial"/>
              </a:rPr>
              <a:t>View Medication Availability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chemeClr val="bg1"/>
                </a:solidFill>
                <a:effectLst/>
                <a:uLnTx/>
                <a:uFillTx/>
                <a:latin typeface="Arial"/>
                <a:cs typeface="Arial"/>
                <a:sym typeface="Arial"/>
              </a:rPr>
              <a:t>View Pharmacy Details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chemeClr val="bg1"/>
                </a:solidFill>
                <a:effectLst/>
                <a:uLnTx/>
                <a:uFillTx/>
                <a:latin typeface="Arial"/>
                <a:cs typeface="Arial"/>
                <a:sym typeface="Arial"/>
              </a:rPr>
              <a:t>View Medication Substitutes         Request to Add Pharmacy </a:t>
            </a:r>
          </a:p>
        </p:txBody>
      </p:sp>
      <p:sp>
        <p:nvSpPr>
          <p:cNvPr id="52" name="Rectangle 51">
            <a:extLst>
              <a:ext uri="{FF2B5EF4-FFF2-40B4-BE49-F238E27FC236}">
                <a16:creationId xmlns:a16="http://schemas.microsoft.com/office/drawing/2014/main" id="{F64A97C6-635A-4A2E-A233-035EC8FBEA17}"/>
              </a:ext>
            </a:extLst>
          </p:cNvPr>
          <p:cNvSpPr/>
          <p:nvPr/>
        </p:nvSpPr>
        <p:spPr>
          <a:xfrm>
            <a:off x="5078338" y="1059179"/>
            <a:ext cx="1934298" cy="213360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chemeClr val="bg1"/>
              </a:solidFill>
              <a:effectLst/>
              <a:uLnTx/>
              <a:uFillTx/>
              <a:latin typeface="Arial"/>
              <a:cs typeface="Arial"/>
              <a:sym typeface="Arial"/>
            </a:endParaRPr>
          </a:p>
        </p:txBody>
      </p:sp>
      <p:sp>
        <p:nvSpPr>
          <p:cNvPr id="44" name="Rectangle 2">
            <a:extLst>
              <a:ext uri="{FF2B5EF4-FFF2-40B4-BE49-F238E27FC236}">
                <a16:creationId xmlns:a16="http://schemas.microsoft.com/office/drawing/2014/main" id="{D075BA13-8A50-4466-A0C6-C9004348F2C8}"/>
              </a:ext>
            </a:extLst>
          </p:cNvPr>
          <p:cNvSpPr>
            <a:spLocks noChangeArrowheads="1"/>
          </p:cNvSpPr>
          <p:nvPr/>
        </p:nvSpPr>
        <p:spPr bwMode="auto">
          <a:xfrm>
            <a:off x="5133833" y="1170318"/>
            <a:ext cx="201795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bg1"/>
                </a:solidFill>
                <a:effectLst/>
                <a:latin typeface="Arial" panose="020B0604020202020204" pitchFamily="34" charset="0"/>
              </a:rPr>
              <a:t>Login</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bg1"/>
                </a:solidFill>
                <a:effectLst/>
                <a:latin typeface="Arial" panose="020B0604020202020204" pitchFamily="34" charset="0"/>
              </a:rPr>
              <a:t>Create Pharmacy Profile</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bg1"/>
                </a:solidFill>
                <a:effectLst/>
                <a:latin typeface="Arial" panose="020B0604020202020204" pitchFamily="34" charset="0"/>
              </a:rPr>
              <a:t>Edit Pharmacy Profile</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bg1"/>
                </a:solidFill>
                <a:effectLst/>
                <a:latin typeface="Arial" panose="020B0604020202020204" pitchFamily="34" charset="0"/>
              </a:rPr>
              <a:t>Manage Inventory</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bg1"/>
                </a:solidFill>
                <a:effectLst/>
                <a:latin typeface="Arial" panose="020B0604020202020204" pitchFamily="34" charset="0"/>
              </a:rPr>
              <a:t>Add Medication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bg1"/>
                </a:solidFill>
                <a:effectLst/>
                <a:latin typeface="Arial" panose="020B0604020202020204" pitchFamily="34" charset="0"/>
              </a:rPr>
              <a:t>Update Quantity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bg1"/>
                </a:solidFill>
                <a:effectLst/>
                <a:latin typeface="Arial" panose="020B0604020202020204" pitchFamily="34" charset="0"/>
              </a:rPr>
              <a:t>Set Price</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bg1"/>
                </a:solidFill>
                <a:effectLst/>
                <a:latin typeface="Arial" panose="020B0604020202020204" pitchFamily="34" charset="0"/>
              </a:rPr>
              <a:t>Set Expiry Date</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bg1"/>
                </a:solidFill>
                <a:effectLst/>
                <a:latin typeface="Arial" panose="020B0604020202020204" pitchFamily="34" charset="0"/>
              </a:rPr>
              <a:t>View Inventory Status</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bg1"/>
                </a:solidFill>
                <a:effectLst/>
                <a:latin typeface="Arial" panose="020B0604020202020204" pitchFamily="34" charset="0"/>
              </a:rPr>
              <a:t>Receive Notification</a:t>
            </a:r>
          </a:p>
        </p:txBody>
      </p:sp>
      <p:sp>
        <p:nvSpPr>
          <p:cNvPr id="55" name="Rectangle 54">
            <a:extLst>
              <a:ext uri="{FF2B5EF4-FFF2-40B4-BE49-F238E27FC236}">
                <a16:creationId xmlns:a16="http://schemas.microsoft.com/office/drawing/2014/main" id="{1A0AC53F-0925-4C67-A1C5-AC4E614231FA}"/>
              </a:ext>
            </a:extLst>
          </p:cNvPr>
          <p:cNvSpPr/>
          <p:nvPr/>
        </p:nvSpPr>
        <p:spPr>
          <a:xfrm>
            <a:off x="2900200" y="2689861"/>
            <a:ext cx="1934298" cy="110871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chemeClr val="bg1"/>
              </a:solidFill>
              <a:effectLst/>
              <a:uLnTx/>
              <a:uFillTx/>
              <a:latin typeface="Arial"/>
              <a:cs typeface="Arial"/>
              <a:sym typeface="Arial"/>
            </a:endParaRPr>
          </a:p>
        </p:txBody>
      </p:sp>
      <p:sp>
        <p:nvSpPr>
          <p:cNvPr id="50" name="Rectangle 4">
            <a:extLst>
              <a:ext uri="{FF2B5EF4-FFF2-40B4-BE49-F238E27FC236}">
                <a16:creationId xmlns:a16="http://schemas.microsoft.com/office/drawing/2014/main" id="{D151E218-BA8F-4BF3-88C2-6814BBE0CA49}"/>
              </a:ext>
            </a:extLst>
          </p:cNvPr>
          <p:cNvSpPr>
            <a:spLocks noChangeArrowheads="1"/>
          </p:cNvSpPr>
          <p:nvPr/>
        </p:nvSpPr>
        <p:spPr bwMode="auto">
          <a:xfrm>
            <a:off x="2909087" y="2708075"/>
            <a:ext cx="2068195"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bg1"/>
                </a:solidFill>
                <a:effectLst/>
                <a:latin typeface="Arial" panose="020B0604020202020204" pitchFamily="34" charset="0"/>
              </a:rPr>
              <a:t>Login</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bg1"/>
                </a:solidFill>
                <a:effectLst/>
                <a:latin typeface="Arial" panose="020B0604020202020204" pitchFamily="34" charset="0"/>
              </a:rPr>
              <a:t>Approve Pharmacy Requests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bg1"/>
                </a:solidFill>
                <a:effectLst/>
                <a:latin typeface="Arial" panose="020B0604020202020204" pitchFamily="34" charset="0"/>
              </a:rPr>
              <a:t>Reject Pharmacy Requests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bg1"/>
                </a:solidFill>
                <a:effectLst/>
                <a:latin typeface="Arial" panose="020B0604020202020204" pitchFamily="34" charset="0"/>
              </a:rPr>
              <a:t>View All Pharmacies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bg1"/>
                </a:solidFill>
                <a:effectLst/>
                <a:latin typeface="Arial" panose="020B0604020202020204" pitchFamily="34" charset="0"/>
              </a:rPr>
              <a:t>Manage Medications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bg1"/>
                </a:solidFill>
                <a:effectLst/>
                <a:latin typeface="Arial" panose="020B0604020202020204" pitchFamily="34" charset="0"/>
              </a:rPr>
              <a:t>Monitor Pharmacies’ Reports</a:t>
            </a:r>
          </a:p>
        </p:txBody>
      </p:sp>
      <p:sp>
        <p:nvSpPr>
          <p:cNvPr id="51" name="TextBox 50">
            <a:extLst>
              <a:ext uri="{FF2B5EF4-FFF2-40B4-BE49-F238E27FC236}">
                <a16:creationId xmlns:a16="http://schemas.microsoft.com/office/drawing/2014/main" id="{3ADC8AAD-03A1-4A2A-9B3B-6EFBFF5EE27A}"/>
              </a:ext>
            </a:extLst>
          </p:cNvPr>
          <p:cNvSpPr txBox="1"/>
          <p:nvPr/>
        </p:nvSpPr>
        <p:spPr>
          <a:xfrm>
            <a:off x="5295899" y="4072891"/>
            <a:ext cx="4152899" cy="1277273"/>
          </a:xfrm>
          <a:prstGeom prst="rect">
            <a:avLst/>
          </a:prstGeom>
          <a:noFill/>
        </p:spPr>
        <p:txBody>
          <a:bodyPr wrap="square" rtlCol="0">
            <a:spAutoFit/>
          </a:bodyPr>
          <a:lstStyle/>
          <a:p>
            <a:r>
              <a:rPr lang="en-US" sz="1100" b="1" dirty="0">
                <a:solidFill>
                  <a:schemeClr val="accent5"/>
                </a:solidFill>
              </a:rPr>
              <a:t>Search Medication «include» Filter by City</a:t>
            </a:r>
          </a:p>
          <a:p>
            <a:r>
              <a:rPr lang="en-US" sz="1100" b="1" dirty="0">
                <a:solidFill>
                  <a:schemeClr val="accent5"/>
                </a:solidFill>
              </a:rPr>
              <a:t>Manage Inventory «include» Add Medication</a:t>
            </a:r>
          </a:p>
          <a:p>
            <a:r>
              <a:rPr lang="en-US" sz="1100" b="1" dirty="0">
                <a:solidFill>
                  <a:schemeClr val="accent5"/>
                </a:solidFill>
              </a:rPr>
              <a:t>Manage Inventory «include» Update Quantity</a:t>
            </a:r>
          </a:p>
          <a:p>
            <a:r>
              <a:rPr lang="en-US" sz="1100" b="1" dirty="0">
                <a:solidFill>
                  <a:schemeClr val="accent5"/>
                </a:solidFill>
              </a:rPr>
              <a:t>Manage Inventory «include» Set Price</a:t>
            </a:r>
          </a:p>
          <a:p>
            <a:r>
              <a:rPr lang="en-US" sz="1100" b="1" dirty="0">
                <a:solidFill>
                  <a:schemeClr val="accent5"/>
                </a:solidFill>
              </a:rPr>
              <a:t>Manage Inventory «include» Set Expiry Date</a:t>
            </a:r>
          </a:p>
          <a:p>
            <a:r>
              <a:rPr lang="en-US" sz="1100" b="1" dirty="0">
                <a:solidFill>
                  <a:schemeClr val="accent5"/>
                </a:solidFill>
              </a:rPr>
              <a:t>Receive Notification «extend» Mark Notification as Read</a:t>
            </a:r>
          </a:p>
          <a:p>
            <a:endParaRPr lang="en-US" sz="1100" b="1" dirty="0">
              <a:solidFill>
                <a:schemeClr val="accent5"/>
              </a:solidFill>
            </a:endParaRPr>
          </a:p>
        </p:txBody>
      </p:sp>
      <p:sp>
        <p:nvSpPr>
          <p:cNvPr id="53" name="TextBox 52">
            <a:extLst>
              <a:ext uri="{FF2B5EF4-FFF2-40B4-BE49-F238E27FC236}">
                <a16:creationId xmlns:a16="http://schemas.microsoft.com/office/drawing/2014/main" id="{25E980C6-818C-437D-A5FD-6E0D75BEC019}"/>
              </a:ext>
            </a:extLst>
          </p:cNvPr>
          <p:cNvSpPr txBox="1"/>
          <p:nvPr/>
        </p:nvSpPr>
        <p:spPr>
          <a:xfrm>
            <a:off x="890587" y="3027046"/>
            <a:ext cx="739140" cy="307777"/>
          </a:xfrm>
          <a:prstGeom prst="rect">
            <a:avLst/>
          </a:prstGeom>
          <a:noFill/>
        </p:spPr>
        <p:txBody>
          <a:bodyPr wrap="square" rtlCol="0">
            <a:spAutoFit/>
          </a:bodyPr>
          <a:lstStyle/>
          <a:p>
            <a:r>
              <a:rPr lang="en-US" b="1" dirty="0"/>
              <a:t>User</a:t>
            </a:r>
          </a:p>
        </p:txBody>
      </p:sp>
      <p:sp>
        <p:nvSpPr>
          <p:cNvPr id="54" name="TextBox 53">
            <a:extLst>
              <a:ext uri="{FF2B5EF4-FFF2-40B4-BE49-F238E27FC236}">
                <a16:creationId xmlns:a16="http://schemas.microsoft.com/office/drawing/2014/main" id="{B00F6736-2D2A-4F72-9231-77AB82C67F43}"/>
              </a:ext>
            </a:extLst>
          </p:cNvPr>
          <p:cNvSpPr txBox="1"/>
          <p:nvPr/>
        </p:nvSpPr>
        <p:spPr>
          <a:xfrm>
            <a:off x="3269180" y="4551460"/>
            <a:ext cx="902969" cy="307777"/>
          </a:xfrm>
          <a:prstGeom prst="rect">
            <a:avLst/>
          </a:prstGeom>
          <a:noFill/>
        </p:spPr>
        <p:txBody>
          <a:bodyPr wrap="square" rtlCol="0">
            <a:spAutoFit/>
          </a:bodyPr>
          <a:lstStyle/>
          <a:p>
            <a:r>
              <a:rPr lang="en-US" b="1" dirty="0"/>
              <a:t>Admin</a:t>
            </a:r>
          </a:p>
        </p:txBody>
      </p:sp>
      <p:sp>
        <p:nvSpPr>
          <p:cNvPr id="56" name="TextBox 55">
            <a:extLst>
              <a:ext uri="{FF2B5EF4-FFF2-40B4-BE49-F238E27FC236}">
                <a16:creationId xmlns:a16="http://schemas.microsoft.com/office/drawing/2014/main" id="{7F1D93ED-C75E-4480-B2C1-DADC51A3616E}"/>
              </a:ext>
            </a:extLst>
          </p:cNvPr>
          <p:cNvSpPr txBox="1"/>
          <p:nvPr/>
        </p:nvSpPr>
        <p:spPr>
          <a:xfrm>
            <a:off x="7227571" y="3014126"/>
            <a:ext cx="1866900" cy="307777"/>
          </a:xfrm>
          <a:prstGeom prst="rect">
            <a:avLst/>
          </a:prstGeom>
          <a:noFill/>
        </p:spPr>
        <p:txBody>
          <a:bodyPr wrap="square" rtlCol="0">
            <a:spAutoFit/>
          </a:bodyPr>
          <a:lstStyle/>
          <a:p>
            <a:r>
              <a:rPr lang="en-US" b="1" dirty="0"/>
              <a:t>Pharmacy Owner</a:t>
            </a:r>
          </a:p>
        </p:txBody>
      </p:sp>
      <p:cxnSp>
        <p:nvCxnSpPr>
          <p:cNvPr id="58" name="Straight Arrow Connector 57">
            <a:extLst>
              <a:ext uri="{FF2B5EF4-FFF2-40B4-BE49-F238E27FC236}">
                <a16:creationId xmlns:a16="http://schemas.microsoft.com/office/drawing/2014/main" id="{490BA92E-1CB1-44B7-889E-F9C58CB1B01C}"/>
              </a:ext>
            </a:extLst>
          </p:cNvPr>
          <p:cNvCxnSpPr/>
          <p:nvPr/>
        </p:nvCxnSpPr>
        <p:spPr>
          <a:xfrm flipV="1">
            <a:off x="1398270" y="2057400"/>
            <a:ext cx="567690" cy="38100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8FFC17B-68F2-46F7-8315-6AA5541E9673}"/>
              </a:ext>
            </a:extLst>
          </p:cNvPr>
          <p:cNvCxnSpPr>
            <a:cxnSpLocks/>
          </p:cNvCxnSpPr>
          <p:nvPr/>
        </p:nvCxnSpPr>
        <p:spPr>
          <a:xfrm flipH="1" flipV="1">
            <a:off x="3497330" y="3885830"/>
            <a:ext cx="342676" cy="28611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643CED1-FB24-4629-888F-C868831F257F}"/>
              </a:ext>
            </a:extLst>
          </p:cNvPr>
          <p:cNvCxnSpPr>
            <a:cxnSpLocks/>
          </p:cNvCxnSpPr>
          <p:nvPr/>
        </p:nvCxnSpPr>
        <p:spPr>
          <a:xfrm flipH="1" flipV="1">
            <a:off x="6891368" y="2109985"/>
            <a:ext cx="854362" cy="19887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3520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2013723" y="962869"/>
            <a:ext cx="4661100"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4</a:t>
            </a:r>
            <a:br>
              <a:rPr lang="en" dirty="0"/>
            </a:br>
            <a:r>
              <a:rPr lang="en" sz="4000" dirty="0"/>
              <a:t>Core Features</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39256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27"/>
        <p:cNvGrpSpPr/>
        <p:nvPr/>
      </p:nvGrpSpPr>
      <p:grpSpPr>
        <a:xfrm>
          <a:off x="0" y="0"/>
          <a:ext cx="0" cy="0"/>
          <a:chOff x="0" y="0"/>
          <a:chExt cx="0" cy="0"/>
        </a:xfrm>
      </p:grpSpPr>
      <p:sp>
        <p:nvSpPr>
          <p:cNvPr id="2828" name="Google Shape;2828;p53"/>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Core Features</a:t>
            </a:r>
            <a:endParaRPr dirty="0"/>
          </a:p>
        </p:txBody>
      </p:sp>
      <p:sp>
        <p:nvSpPr>
          <p:cNvPr id="2835" name="Google Shape;2835;p53"/>
          <p:cNvSpPr txBox="1">
            <a:spLocks noGrp="1"/>
          </p:cNvSpPr>
          <p:nvPr>
            <p:ph type="subTitle" idx="7"/>
          </p:nvPr>
        </p:nvSpPr>
        <p:spPr>
          <a:xfrm>
            <a:off x="253394" y="1107700"/>
            <a:ext cx="7520887" cy="392004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Authentication &amp; role-based authorization </a:t>
            </a:r>
          </a:p>
          <a:p>
            <a:pPr marL="0" lvl="0" indent="0" algn="l" rtl="0">
              <a:spcBef>
                <a:spcPts val="0"/>
              </a:spcBef>
              <a:spcAft>
                <a:spcPts val="0"/>
              </a:spcAft>
              <a:buNone/>
            </a:pPr>
            <a:r>
              <a:rPr lang="en-US" sz="1600" dirty="0"/>
              <a:t>Database integration with EF Core, migrations, and seed data</a:t>
            </a:r>
          </a:p>
          <a:p>
            <a:pPr marL="0" lvl="0" indent="0" algn="l" rtl="0">
              <a:spcBef>
                <a:spcPts val="0"/>
              </a:spcBef>
              <a:spcAft>
                <a:spcPts val="0"/>
              </a:spcAft>
              <a:buNone/>
            </a:pPr>
            <a:r>
              <a:rPr lang="en-US" sz="1600" dirty="0"/>
              <a:t>N-Layer architecture with Repository &amp; Unit of Work pattern</a:t>
            </a:r>
          </a:p>
          <a:p>
            <a:pPr marL="0" lvl="0" indent="0" algn="l" rtl="0">
              <a:spcBef>
                <a:spcPts val="0"/>
              </a:spcBef>
              <a:spcAft>
                <a:spcPts val="0"/>
              </a:spcAft>
              <a:buNone/>
            </a:pPr>
            <a:r>
              <a:rPr lang="en-US" sz="1600" dirty="0"/>
              <a:t>Core business logic in service/manager layer</a:t>
            </a:r>
          </a:p>
          <a:p>
            <a:pPr marL="0" lvl="0" indent="0" algn="l" rtl="0">
              <a:spcBef>
                <a:spcPts val="0"/>
              </a:spcBef>
              <a:spcAft>
                <a:spcPts val="0"/>
              </a:spcAft>
              <a:buNone/>
            </a:pPr>
            <a:r>
              <a:rPr lang="en-US" sz="1600" dirty="0"/>
              <a:t>CRUD operations for main entities</a:t>
            </a:r>
          </a:p>
          <a:p>
            <a:pPr marL="0" lvl="0" indent="0" algn="l" rtl="0">
              <a:spcBef>
                <a:spcPts val="0"/>
              </a:spcBef>
              <a:spcAft>
                <a:spcPts val="0"/>
              </a:spcAft>
              <a:buNone/>
            </a:pPr>
            <a:r>
              <a:rPr lang="en-US" sz="1600" dirty="0"/>
              <a:t>REST API with Swagger documentation</a:t>
            </a:r>
          </a:p>
          <a:p>
            <a:pPr marL="0" lvl="0" indent="0" algn="l" rtl="0">
              <a:spcBef>
                <a:spcPts val="0"/>
              </a:spcBef>
              <a:spcAft>
                <a:spcPts val="0"/>
              </a:spcAft>
              <a:buNone/>
            </a:pPr>
            <a:r>
              <a:rPr lang="en-US" sz="1600" dirty="0"/>
              <a:t>Server-side &amp; client-side validation</a:t>
            </a:r>
          </a:p>
          <a:p>
            <a:pPr marL="0" lvl="0" indent="0" algn="l" rtl="0">
              <a:spcBef>
                <a:spcPts val="0"/>
              </a:spcBef>
              <a:spcAft>
                <a:spcPts val="0"/>
              </a:spcAft>
              <a:buNone/>
            </a:pPr>
            <a:r>
              <a:rPr lang="en-US" sz="1600" dirty="0"/>
              <a:t>Logging &amp; exception handling (</a:t>
            </a:r>
            <a:r>
              <a:rPr lang="en-US" sz="1600" dirty="0" err="1"/>
              <a:t>Serilog</a:t>
            </a:r>
            <a:r>
              <a:rPr lang="en-US" sz="1600" dirty="0"/>
              <a:t>)</a:t>
            </a:r>
          </a:p>
          <a:p>
            <a:pPr marL="0" lvl="0" indent="0" algn="l" rtl="0">
              <a:spcBef>
                <a:spcPts val="0"/>
              </a:spcBef>
              <a:spcAft>
                <a:spcPts val="0"/>
              </a:spcAft>
              <a:buNone/>
            </a:pPr>
            <a:r>
              <a:rPr lang="en-US" sz="1600" dirty="0"/>
              <a:t>Secure MVC &amp; Razor Pages UI </a:t>
            </a:r>
          </a:p>
          <a:p>
            <a:pPr marL="0" lvl="0" indent="0" algn="l" rtl="0">
              <a:spcBef>
                <a:spcPts val="0"/>
              </a:spcBef>
              <a:spcAft>
                <a:spcPts val="0"/>
              </a:spcAft>
              <a:buNone/>
            </a:pPr>
            <a:r>
              <a:rPr lang="en-US" sz="1600" dirty="0"/>
              <a:t>Background hosted </a:t>
            </a:r>
            <a:r>
              <a:rPr lang="en-US" sz="1600"/>
              <a:t>services </a:t>
            </a:r>
          </a:p>
          <a:p>
            <a:pPr marL="0" lvl="0" indent="0" algn="l" rtl="0">
              <a:spcBef>
                <a:spcPts val="0"/>
              </a:spcBef>
              <a:spcAft>
                <a:spcPts val="0"/>
              </a:spcAft>
              <a:buNone/>
            </a:pPr>
            <a:r>
              <a:rPr lang="en-US" sz="1600"/>
              <a:t>Real-time </a:t>
            </a:r>
            <a:r>
              <a:rPr lang="en-US" sz="1600" dirty="0"/>
              <a:t>updates using </a:t>
            </a:r>
            <a:r>
              <a:rPr lang="en-US" sz="1600" dirty="0" err="1"/>
              <a:t>SignalR</a:t>
            </a:r>
            <a:endParaRPr lang="en-US" sz="1600" dirty="0"/>
          </a:p>
          <a:p>
            <a:pPr marL="0" lvl="0" indent="0" algn="l" rtl="0">
              <a:spcBef>
                <a:spcPts val="0"/>
              </a:spcBef>
              <a:spcAft>
                <a:spcPts val="0"/>
              </a:spcAft>
              <a:buNone/>
            </a:pPr>
            <a:r>
              <a:rPr lang="en-US" sz="1600" dirty="0"/>
              <a:t>Optimized queries and DTO-based data access</a:t>
            </a:r>
          </a:p>
          <a:p>
            <a:pPr marL="0" lvl="0" indent="0" algn="l" rtl="0">
              <a:spcBef>
                <a:spcPts val="0"/>
              </a:spcBef>
              <a:spcAft>
                <a:spcPts val="0"/>
              </a:spcAft>
              <a:buNone/>
            </a:pPr>
            <a:r>
              <a:rPr lang="en-US" sz="1600" dirty="0"/>
              <a:t>Notifications and reporting features</a:t>
            </a:r>
          </a:p>
          <a:p>
            <a:pPr marL="0" lvl="0" indent="0" algn="l" rtl="0">
              <a:spcBef>
                <a:spcPts val="0"/>
              </a:spcBef>
              <a:spcAft>
                <a:spcPts val="0"/>
              </a:spcAft>
              <a:buNone/>
            </a:pPr>
            <a:r>
              <a:rPr lang="en-US" sz="1600" dirty="0"/>
              <a:t>File uploads &amp; static file handling</a:t>
            </a:r>
          </a:p>
          <a:p>
            <a:pPr marL="0" lvl="0" indent="0" algn="l" rtl="0">
              <a:spcBef>
                <a:spcPts val="0"/>
              </a:spcBef>
              <a:spcAft>
                <a:spcPts val="0"/>
              </a:spcAft>
              <a:buNone/>
            </a:pPr>
            <a:r>
              <a:rPr lang="en-US" sz="1600" dirty="0"/>
              <a:t>Unit testing for business logic</a:t>
            </a:r>
            <a:endParaRPr sz="1600" dirty="0"/>
          </a:p>
        </p:txBody>
      </p:sp>
      <p:grpSp>
        <p:nvGrpSpPr>
          <p:cNvPr id="2878" name="Google Shape;2878;p53"/>
          <p:cNvGrpSpPr/>
          <p:nvPr/>
        </p:nvGrpSpPr>
        <p:grpSpPr>
          <a:xfrm rot="1195754">
            <a:off x="7929111" y="3538672"/>
            <a:ext cx="1110092" cy="1375045"/>
            <a:chOff x="4463600" y="387275"/>
            <a:chExt cx="449175" cy="556425"/>
          </a:xfrm>
        </p:grpSpPr>
        <p:sp>
          <p:nvSpPr>
            <p:cNvPr id="2879" name="Google Shape;2879;p53"/>
            <p:cNvSpPr/>
            <p:nvPr/>
          </p:nvSpPr>
          <p:spPr>
            <a:xfrm>
              <a:off x="4463900" y="396050"/>
              <a:ext cx="159475" cy="126800"/>
            </a:xfrm>
            <a:custGeom>
              <a:avLst/>
              <a:gdLst/>
              <a:ahLst/>
              <a:cxnLst/>
              <a:rect l="l" t="t" r="r" b="b"/>
              <a:pathLst>
                <a:path w="6379" h="5072" extrusionOk="0">
                  <a:moveTo>
                    <a:pt x="1655" y="0"/>
                  </a:moveTo>
                  <a:cubicBezTo>
                    <a:pt x="1640" y="0"/>
                    <a:pt x="1625" y="0"/>
                    <a:pt x="1610" y="1"/>
                  </a:cubicBezTo>
                  <a:cubicBezTo>
                    <a:pt x="1087" y="16"/>
                    <a:pt x="588" y="329"/>
                    <a:pt x="320" y="780"/>
                  </a:cubicBezTo>
                  <a:cubicBezTo>
                    <a:pt x="303" y="810"/>
                    <a:pt x="286" y="841"/>
                    <a:pt x="271" y="872"/>
                  </a:cubicBezTo>
                  <a:cubicBezTo>
                    <a:pt x="256" y="897"/>
                    <a:pt x="245" y="925"/>
                    <a:pt x="233" y="950"/>
                  </a:cubicBezTo>
                  <a:cubicBezTo>
                    <a:pt x="0" y="1491"/>
                    <a:pt x="92" y="2155"/>
                    <a:pt x="448" y="2624"/>
                  </a:cubicBezTo>
                  <a:cubicBezTo>
                    <a:pt x="851" y="3155"/>
                    <a:pt x="1511" y="3405"/>
                    <a:pt x="2139" y="3631"/>
                  </a:cubicBezTo>
                  <a:lnTo>
                    <a:pt x="4786" y="4587"/>
                  </a:lnTo>
                  <a:cubicBezTo>
                    <a:pt x="5142" y="4715"/>
                    <a:pt x="5736" y="5025"/>
                    <a:pt x="6112" y="5067"/>
                  </a:cubicBezTo>
                  <a:cubicBezTo>
                    <a:pt x="6136" y="5070"/>
                    <a:pt x="6158" y="5071"/>
                    <a:pt x="6178" y="5071"/>
                  </a:cubicBezTo>
                  <a:cubicBezTo>
                    <a:pt x="6223" y="5071"/>
                    <a:pt x="6258" y="5064"/>
                    <a:pt x="6283" y="5051"/>
                  </a:cubicBezTo>
                  <a:cubicBezTo>
                    <a:pt x="6320" y="5035"/>
                    <a:pt x="6341" y="5005"/>
                    <a:pt x="6347" y="4969"/>
                  </a:cubicBezTo>
                  <a:cubicBezTo>
                    <a:pt x="6378" y="4818"/>
                    <a:pt x="6200" y="4533"/>
                    <a:pt x="6096" y="4318"/>
                  </a:cubicBezTo>
                  <a:cubicBezTo>
                    <a:pt x="5442" y="2926"/>
                    <a:pt x="4468" y="1683"/>
                    <a:pt x="3269" y="722"/>
                  </a:cubicBezTo>
                  <a:cubicBezTo>
                    <a:pt x="2799" y="346"/>
                    <a:pt x="2253" y="0"/>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53"/>
            <p:cNvSpPr/>
            <p:nvPr/>
          </p:nvSpPr>
          <p:spPr>
            <a:xfrm>
              <a:off x="4470650" y="415525"/>
              <a:ext cx="401775" cy="528175"/>
            </a:xfrm>
            <a:custGeom>
              <a:avLst/>
              <a:gdLst/>
              <a:ahLst/>
              <a:cxnLst/>
              <a:rect l="l" t="t" r="r" b="b"/>
              <a:pathLst>
                <a:path w="16071" h="21127" extrusionOk="0">
                  <a:moveTo>
                    <a:pt x="50" y="0"/>
                  </a:moveTo>
                  <a:cubicBezTo>
                    <a:pt x="33" y="30"/>
                    <a:pt x="16" y="61"/>
                    <a:pt x="1" y="92"/>
                  </a:cubicBezTo>
                  <a:cubicBezTo>
                    <a:pt x="1015" y="637"/>
                    <a:pt x="2002" y="1235"/>
                    <a:pt x="2953" y="1888"/>
                  </a:cubicBezTo>
                  <a:cubicBezTo>
                    <a:pt x="4020" y="2620"/>
                    <a:pt x="5042" y="3416"/>
                    <a:pt x="6013" y="4271"/>
                  </a:cubicBezTo>
                  <a:cubicBezTo>
                    <a:pt x="6435" y="4646"/>
                    <a:pt x="6849" y="5029"/>
                    <a:pt x="7252" y="5423"/>
                  </a:cubicBezTo>
                  <a:cubicBezTo>
                    <a:pt x="8611" y="6758"/>
                    <a:pt x="9848" y="8214"/>
                    <a:pt x="10943" y="9771"/>
                  </a:cubicBezTo>
                  <a:cubicBezTo>
                    <a:pt x="12071" y="11373"/>
                    <a:pt x="13050" y="13080"/>
                    <a:pt x="13863" y="14861"/>
                  </a:cubicBezTo>
                  <a:cubicBezTo>
                    <a:pt x="14677" y="16640"/>
                    <a:pt x="15327" y="18495"/>
                    <a:pt x="15798" y="20394"/>
                  </a:cubicBezTo>
                  <a:cubicBezTo>
                    <a:pt x="15855" y="20624"/>
                    <a:pt x="15911" y="20859"/>
                    <a:pt x="15963" y="21092"/>
                  </a:cubicBezTo>
                  <a:cubicBezTo>
                    <a:pt x="15968" y="21116"/>
                    <a:pt x="15985" y="21126"/>
                    <a:pt x="16004" y="21126"/>
                  </a:cubicBezTo>
                  <a:cubicBezTo>
                    <a:pt x="16035" y="21126"/>
                    <a:pt x="16071" y="21096"/>
                    <a:pt x="16062" y="21056"/>
                  </a:cubicBezTo>
                  <a:cubicBezTo>
                    <a:pt x="15628" y="19132"/>
                    <a:pt x="15017" y="17252"/>
                    <a:pt x="14235" y="15443"/>
                  </a:cubicBezTo>
                  <a:cubicBezTo>
                    <a:pt x="13459" y="13643"/>
                    <a:pt x="12517" y="11913"/>
                    <a:pt x="11425" y="10286"/>
                  </a:cubicBezTo>
                  <a:cubicBezTo>
                    <a:pt x="10359" y="8699"/>
                    <a:pt x="9147" y="7211"/>
                    <a:pt x="7814" y="5841"/>
                  </a:cubicBezTo>
                  <a:cubicBezTo>
                    <a:pt x="7257" y="5268"/>
                    <a:pt x="6676" y="4718"/>
                    <a:pt x="6076" y="4190"/>
                  </a:cubicBezTo>
                  <a:cubicBezTo>
                    <a:pt x="5272" y="3481"/>
                    <a:pt x="4433" y="2812"/>
                    <a:pt x="3562" y="2188"/>
                  </a:cubicBezTo>
                  <a:cubicBezTo>
                    <a:pt x="2440" y="1383"/>
                    <a:pt x="1267" y="652"/>
                    <a:pt x="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53"/>
            <p:cNvSpPr/>
            <p:nvPr/>
          </p:nvSpPr>
          <p:spPr>
            <a:xfrm>
              <a:off x="4596250" y="387275"/>
              <a:ext cx="92950" cy="180025"/>
            </a:xfrm>
            <a:custGeom>
              <a:avLst/>
              <a:gdLst/>
              <a:ahLst/>
              <a:cxnLst/>
              <a:rect l="l" t="t" r="r" b="b"/>
              <a:pathLst>
                <a:path w="3718" h="7201" extrusionOk="0">
                  <a:moveTo>
                    <a:pt x="1654" y="0"/>
                  </a:moveTo>
                  <a:cubicBezTo>
                    <a:pt x="1474" y="0"/>
                    <a:pt x="1293" y="30"/>
                    <a:pt x="1123" y="89"/>
                  </a:cubicBezTo>
                  <a:cubicBezTo>
                    <a:pt x="1091" y="101"/>
                    <a:pt x="1057" y="113"/>
                    <a:pt x="1025" y="128"/>
                  </a:cubicBezTo>
                  <a:cubicBezTo>
                    <a:pt x="999" y="138"/>
                    <a:pt x="971" y="150"/>
                    <a:pt x="945" y="164"/>
                  </a:cubicBezTo>
                  <a:cubicBezTo>
                    <a:pt x="419" y="428"/>
                    <a:pt x="65" y="995"/>
                    <a:pt x="35" y="1583"/>
                  </a:cubicBezTo>
                  <a:cubicBezTo>
                    <a:pt x="1" y="2248"/>
                    <a:pt x="345" y="2865"/>
                    <a:pt x="680" y="3442"/>
                  </a:cubicBezTo>
                  <a:lnTo>
                    <a:pt x="2092" y="5876"/>
                  </a:lnTo>
                  <a:cubicBezTo>
                    <a:pt x="2281" y="6202"/>
                    <a:pt x="2539" y="6821"/>
                    <a:pt x="2799" y="7097"/>
                  </a:cubicBezTo>
                  <a:cubicBezTo>
                    <a:pt x="2854" y="7155"/>
                    <a:pt x="2901" y="7186"/>
                    <a:pt x="2941" y="7196"/>
                  </a:cubicBezTo>
                  <a:cubicBezTo>
                    <a:pt x="2952" y="7199"/>
                    <a:pt x="2962" y="7200"/>
                    <a:pt x="2972" y="7200"/>
                  </a:cubicBezTo>
                  <a:cubicBezTo>
                    <a:pt x="2998" y="7200"/>
                    <a:pt x="3022" y="7191"/>
                    <a:pt x="3043" y="7174"/>
                  </a:cubicBezTo>
                  <a:cubicBezTo>
                    <a:pt x="3163" y="7078"/>
                    <a:pt x="3209" y="6744"/>
                    <a:pt x="3270" y="6514"/>
                  </a:cubicBezTo>
                  <a:cubicBezTo>
                    <a:pt x="3663" y="5028"/>
                    <a:pt x="3718" y="3450"/>
                    <a:pt x="3417" y="1942"/>
                  </a:cubicBezTo>
                  <a:cubicBezTo>
                    <a:pt x="3296" y="1337"/>
                    <a:pt x="3095" y="705"/>
                    <a:pt x="2612" y="323"/>
                  </a:cubicBezTo>
                  <a:cubicBezTo>
                    <a:pt x="2342" y="108"/>
                    <a:pt x="1998" y="0"/>
                    <a:pt x="1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53"/>
            <p:cNvSpPr/>
            <p:nvPr/>
          </p:nvSpPr>
          <p:spPr>
            <a:xfrm>
              <a:off x="4621875" y="389500"/>
              <a:ext cx="50450" cy="177800"/>
            </a:xfrm>
            <a:custGeom>
              <a:avLst/>
              <a:gdLst/>
              <a:ahLst/>
              <a:cxnLst/>
              <a:rect l="l" t="t" r="r" b="b"/>
              <a:pathLst>
                <a:path w="2018" h="7112" extrusionOk="0">
                  <a:moveTo>
                    <a:pt x="98" y="1"/>
                  </a:moveTo>
                  <a:cubicBezTo>
                    <a:pt x="66" y="12"/>
                    <a:pt x="32" y="24"/>
                    <a:pt x="0" y="39"/>
                  </a:cubicBezTo>
                  <a:cubicBezTo>
                    <a:pt x="429" y="1108"/>
                    <a:pt x="799" y="2202"/>
                    <a:pt x="1107" y="3313"/>
                  </a:cubicBezTo>
                  <a:cubicBezTo>
                    <a:pt x="1452" y="4559"/>
                    <a:pt x="1724" y="5827"/>
                    <a:pt x="1916" y="7107"/>
                  </a:cubicBezTo>
                  <a:cubicBezTo>
                    <a:pt x="1927" y="7110"/>
                    <a:pt x="1937" y="7111"/>
                    <a:pt x="1947" y="7111"/>
                  </a:cubicBezTo>
                  <a:cubicBezTo>
                    <a:pt x="1973" y="7111"/>
                    <a:pt x="1997" y="7102"/>
                    <a:pt x="2018" y="7085"/>
                  </a:cubicBezTo>
                  <a:cubicBezTo>
                    <a:pt x="1859" y="6025"/>
                    <a:pt x="1645" y="4973"/>
                    <a:pt x="1379" y="3935"/>
                  </a:cubicBezTo>
                  <a:cubicBezTo>
                    <a:pt x="1038" y="2597"/>
                    <a:pt x="610" y="1282"/>
                    <a:pt x="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53"/>
            <p:cNvSpPr/>
            <p:nvPr/>
          </p:nvSpPr>
          <p:spPr>
            <a:xfrm>
              <a:off x="4690225" y="439125"/>
              <a:ext cx="85875" cy="183000"/>
            </a:xfrm>
            <a:custGeom>
              <a:avLst/>
              <a:gdLst/>
              <a:ahLst/>
              <a:cxnLst/>
              <a:rect l="l" t="t" r="r" b="b"/>
              <a:pathLst>
                <a:path w="3435" h="7320" extrusionOk="0">
                  <a:moveTo>
                    <a:pt x="1794" y="0"/>
                  </a:moveTo>
                  <a:cubicBezTo>
                    <a:pt x="1760" y="0"/>
                    <a:pt x="1724" y="0"/>
                    <a:pt x="1688" y="3"/>
                  </a:cubicBezTo>
                  <a:cubicBezTo>
                    <a:pt x="1660" y="3"/>
                    <a:pt x="1632" y="5"/>
                    <a:pt x="1602" y="10"/>
                  </a:cubicBezTo>
                  <a:cubicBezTo>
                    <a:pt x="1017" y="77"/>
                    <a:pt x="488" y="485"/>
                    <a:pt x="259" y="1029"/>
                  </a:cubicBezTo>
                  <a:cubicBezTo>
                    <a:pt x="0" y="1641"/>
                    <a:pt x="111" y="2341"/>
                    <a:pt x="227" y="2996"/>
                  </a:cubicBezTo>
                  <a:cubicBezTo>
                    <a:pt x="390" y="3921"/>
                    <a:pt x="553" y="4844"/>
                    <a:pt x="717" y="5768"/>
                  </a:cubicBezTo>
                  <a:cubicBezTo>
                    <a:pt x="782" y="6140"/>
                    <a:pt x="812" y="6809"/>
                    <a:pt x="961" y="7156"/>
                  </a:cubicBezTo>
                  <a:cubicBezTo>
                    <a:pt x="993" y="7228"/>
                    <a:pt x="1027" y="7275"/>
                    <a:pt x="1060" y="7299"/>
                  </a:cubicBezTo>
                  <a:cubicBezTo>
                    <a:pt x="1081" y="7313"/>
                    <a:pt x="1102" y="7320"/>
                    <a:pt x="1124" y="7320"/>
                  </a:cubicBezTo>
                  <a:cubicBezTo>
                    <a:pt x="1137" y="7320"/>
                    <a:pt x="1150" y="7317"/>
                    <a:pt x="1163" y="7312"/>
                  </a:cubicBezTo>
                  <a:cubicBezTo>
                    <a:pt x="1308" y="7265"/>
                    <a:pt x="1467" y="6966"/>
                    <a:pt x="1603" y="6772"/>
                  </a:cubicBezTo>
                  <a:cubicBezTo>
                    <a:pt x="2484" y="5511"/>
                    <a:pt x="3077" y="4049"/>
                    <a:pt x="3313" y="2529"/>
                  </a:cubicBezTo>
                  <a:cubicBezTo>
                    <a:pt x="3407" y="1920"/>
                    <a:pt x="3435" y="1257"/>
                    <a:pt x="3113" y="732"/>
                  </a:cubicBezTo>
                  <a:cubicBezTo>
                    <a:pt x="2838" y="283"/>
                    <a:pt x="2319" y="9"/>
                    <a:pt x="1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53"/>
            <p:cNvSpPr/>
            <p:nvPr/>
          </p:nvSpPr>
          <p:spPr>
            <a:xfrm>
              <a:off x="4716700" y="439125"/>
              <a:ext cx="19375" cy="183000"/>
            </a:xfrm>
            <a:custGeom>
              <a:avLst/>
              <a:gdLst/>
              <a:ahLst/>
              <a:cxnLst/>
              <a:rect l="l" t="t" r="r" b="b"/>
              <a:pathLst>
                <a:path w="775" h="7320" extrusionOk="0">
                  <a:moveTo>
                    <a:pt x="735" y="0"/>
                  </a:moveTo>
                  <a:cubicBezTo>
                    <a:pt x="701" y="0"/>
                    <a:pt x="665" y="0"/>
                    <a:pt x="629" y="3"/>
                  </a:cubicBezTo>
                  <a:cubicBezTo>
                    <a:pt x="665" y="1154"/>
                    <a:pt x="636" y="2309"/>
                    <a:pt x="544" y="3457"/>
                  </a:cubicBezTo>
                  <a:cubicBezTo>
                    <a:pt x="441" y="4746"/>
                    <a:pt x="259" y="6030"/>
                    <a:pt x="1" y="7299"/>
                  </a:cubicBezTo>
                  <a:cubicBezTo>
                    <a:pt x="22" y="7313"/>
                    <a:pt x="43" y="7320"/>
                    <a:pt x="65" y="7320"/>
                  </a:cubicBezTo>
                  <a:cubicBezTo>
                    <a:pt x="78" y="7320"/>
                    <a:pt x="91" y="7317"/>
                    <a:pt x="104" y="7312"/>
                  </a:cubicBezTo>
                  <a:cubicBezTo>
                    <a:pt x="319" y="6262"/>
                    <a:pt x="480" y="5201"/>
                    <a:pt x="587" y="4137"/>
                  </a:cubicBezTo>
                  <a:cubicBezTo>
                    <a:pt x="724" y="2761"/>
                    <a:pt x="775" y="1380"/>
                    <a:pt x="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53"/>
            <p:cNvSpPr/>
            <p:nvPr/>
          </p:nvSpPr>
          <p:spPr>
            <a:xfrm>
              <a:off x="4759825" y="543075"/>
              <a:ext cx="85350" cy="181850"/>
            </a:xfrm>
            <a:custGeom>
              <a:avLst/>
              <a:gdLst/>
              <a:ahLst/>
              <a:cxnLst/>
              <a:rect l="l" t="t" r="r" b="b"/>
              <a:pathLst>
                <a:path w="3414" h="7274" extrusionOk="0">
                  <a:moveTo>
                    <a:pt x="1784" y="0"/>
                  </a:moveTo>
                  <a:cubicBezTo>
                    <a:pt x="1749" y="0"/>
                    <a:pt x="1714" y="0"/>
                    <a:pt x="1680" y="3"/>
                  </a:cubicBezTo>
                  <a:cubicBezTo>
                    <a:pt x="1651" y="3"/>
                    <a:pt x="1623" y="5"/>
                    <a:pt x="1593" y="9"/>
                  </a:cubicBezTo>
                  <a:cubicBezTo>
                    <a:pt x="1011" y="76"/>
                    <a:pt x="488" y="483"/>
                    <a:pt x="258" y="1022"/>
                  </a:cubicBezTo>
                  <a:cubicBezTo>
                    <a:pt x="0" y="1632"/>
                    <a:pt x="112" y="2326"/>
                    <a:pt x="226" y="2978"/>
                  </a:cubicBezTo>
                  <a:cubicBezTo>
                    <a:pt x="390" y="3896"/>
                    <a:pt x="552" y="4813"/>
                    <a:pt x="715" y="5732"/>
                  </a:cubicBezTo>
                  <a:cubicBezTo>
                    <a:pt x="780" y="6100"/>
                    <a:pt x="810" y="6766"/>
                    <a:pt x="957" y="7111"/>
                  </a:cubicBezTo>
                  <a:cubicBezTo>
                    <a:pt x="988" y="7183"/>
                    <a:pt x="1021" y="7228"/>
                    <a:pt x="1055" y="7251"/>
                  </a:cubicBezTo>
                  <a:cubicBezTo>
                    <a:pt x="1076" y="7266"/>
                    <a:pt x="1097" y="7273"/>
                    <a:pt x="1119" y="7273"/>
                  </a:cubicBezTo>
                  <a:cubicBezTo>
                    <a:pt x="1132" y="7273"/>
                    <a:pt x="1145" y="7270"/>
                    <a:pt x="1158" y="7265"/>
                  </a:cubicBezTo>
                  <a:cubicBezTo>
                    <a:pt x="1303" y="7219"/>
                    <a:pt x="1460" y="6924"/>
                    <a:pt x="1594" y="6728"/>
                  </a:cubicBezTo>
                  <a:cubicBezTo>
                    <a:pt x="2469" y="5475"/>
                    <a:pt x="3057" y="4022"/>
                    <a:pt x="3291" y="2512"/>
                  </a:cubicBezTo>
                  <a:cubicBezTo>
                    <a:pt x="3384" y="1906"/>
                    <a:pt x="3413" y="1248"/>
                    <a:pt x="3093" y="727"/>
                  </a:cubicBezTo>
                  <a:cubicBezTo>
                    <a:pt x="2821" y="281"/>
                    <a:pt x="2305" y="8"/>
                    <a:pt x="1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53"/>
            <p:cNvSpPr/>
            <p:nvPr/>
          </p:nvSpPr>
          <p:spPr>
            <a:xfrm>
              <a:off x="4786200" y="543075"/>
              <a:ext cx="19225" cy="181850"/>
            </a:xfrm>
            <a:custGeom>
              <a:avLst/>
              <a:gdLst/>
              <a:ahLst/>
              <a:cxnLst/>
              <a:rect l="l" t="t" r="r" b="b"/>
              <a:pathLst>
                <a:path w="769" h="7274" extrusionOk="0">
                  <a:moveTo>
                    <a:pt x="729" y="0"/>
                  </a:moveTo>
                  <a:cubicBezTo>
                    <a:pt x="694" y="0"/>
                    <a:pt x="659" y="0"/>
                    <a:pt x="625" y="3"/>
                  </a:cubicBezTo>
                  <a:cubicBezTo>
                    <a:pt x="659" y="1147"/>
                    <a:pt x="631" y="2294"/>
                    <a:pt x="539" y="3436"/>
                  </a:cubicBezTo>
                  <a:cubicBezTo>
                    <a:pt x="437" y="4716"/>
                    <a:pt x="256" y="5992"/>
                    <a:pt x="0" y="7251"/>
                  </a:cubicBezTo>
                  <a:cubicBezTo>
                    <a:pt x="21" y="7266"/>
                    <a:pt x="42" y="7273"/>
                    <a:pt x="64" y="7273"/>
                  </a:cubicBezTo>
                  <a:cubicBezTo>
                    <a:pt x="77" y="7273"/>
                    <a:pt x="90" y="7270"/>
                    <a:pt x="103" y="7265"/>
                  </a:cubicBezTo>
                  <a:cubicBezTo>
                    <a:pt x="316" y="6223"/>
                    <a:pt x="476" y="5169"/>
                    <a:pt x="581" y="4109"/>
                  </a:cubicBezTo>
                  <a:cubicBezTo>
                    <a:pt x="719" y="2744"/>
                    <a:pt x="769" y="1372"/>
                    <a:pt x="7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53"/>
            <p:cNvSpPr/>
            <p:nvPr/>
          </p:nvSpPr>
          <p:spPr>
            <a:xfrm>
              <a:off x="4826450" y="640075"/>
              <a:ext cx="86325" cy="177525"/>
            </a:xfrm>
            <a:custGeom>
              <a:avLst/>
              <a:gdLst/>
              <a:ahLst/>
              <a:cxnLst/>
              <a:rect l="l" t="t" r="r" b="b"/>
              <a:pathLst>
                <a:path w="3453" h="7101" extrusionOk="0">
                  <a:moveTo>
                    <a:pt x="1784" y="1"/>
                  </a:moveTo>
                  <a:cubicBezTo>
                    <a:pt x="1222" y="1"/>
                    <a:pt x="672" y="314"/>
                    <a:pt x="374" y="790"/>
                  </a:cubicBezTo>
                  <a:cubicBezTo>
                    <a:pt x="22" y="1350"/>
                    <a:pt x="21" y="2053"/>
                    <a:pt x="29" y="2715"/>
                  </a:cubicBezTo>
                  <a:cubicBezTo>
                    <a:pt x="43" y="3648"/>
                    <a:pt x="57" y="4578"/>
                    <a:pt x="70" y="5511"/>
                  </a:cubicBezTo>
                  <a:cubicBezTo>
                    <a:pt x="75" y="5887"/>
                    <a:pt x="0" y="6549"/>
                    <a:pt x="90" y="6912"/>
                  </a:cubicBezTo>
                  <a:cubicBezTo>
                    <a:pt x="109" y="6988"/>
                    <a:pt x="135" y="7039"/>
                    <a:pt x="165" y="7067"/>
                  </a:cubicBezTo>
                  <a:cubicBezTo>
                    <a:pt x="188" y="7090"/>
                    <a:pt x="215" y="7100"/>
                    <a:pt x="243" y="7100"/>
                  </a:cubicBezTo>
                  <a:cubicBezTo>
                    <a:pt x="250" y="7100"/>
                    <a:pt x="257" y="7100"/>
                    <a:pt x="264" y="7099"/>
                  </a:cubicBezTo>
                  <a:cubicBezTo>
                    <a:pt x="414" y="7074"/>
                    <a:pt x="616" y="6808"/>
                    <a:pt x="780" y="6635"/>
                  </a:cubicBezTo>
                  <a:cubicBezTo>
                    <a:pt x="1844" y="5538"/>
                    <a:pt x="2658" y="4198"/>
                    <a:pt x="3130" y="2745"/>
                  </a:cubicBezTo>
                  <a:cubicBezTo>
                    <a:pt x="3319" y="2162"/>
                    <a:pt x="3452" y="1517"/>
                    <a:pt x="3220" y="950"/>
                  </a:cubicBezTo>
                  <a:cubicBezTo>
                    <a:pt x="3021" y="467"/>
                    <a:pt x="2556" y="114"/>
                    <a:pt x="2043" y="23"/>
                  </a:cubicBezTo>
                  <a:cubicBezTo>
                    <a:pt x="2008" y="17"/>
                    <a:pt x="1973" y="12"/>
                    <a:pt x="1938" y="10"/>
                  </a:cubicBezTo>
                  <a:cubicBezTo>
                    <a:pt x="1910" y="7"/>
                    <a:pt x="1881" y="5"/>
                    <a:pt x="1852" y="3"/>
                  </a:cubicBezTo>
                  <a:cubicBezTo>
                    <a:pt x="1830" y="2"/>
                    <a:pt x="1807" y="1"/>
                    <a:pt x="1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53"/>
            <p:cNvSpPr/>
            <p:nvPr/>
          </p:nvSpPr>
          <p:spPr>
            <a:xfrm>
              <a:off x="4830575" y="640325"/>
              <a:ext cx="47000" cy="177275"/>
            </a:xfrm>
            <a:custGeom>
              <a:avLst/>
              <a:gdLst/>
              <a:ahLst/>
              <a:cxnLst/>
              <a:rect l="l" t="t" r="r" b="b"/>
              <a:pathLst>
                <a:path w="1880" h="7091" extrusionOk="0">
                  <a:moveTo>
                    <a:pt x="1775" y="1"/>
                  </a:moveTo>
                  <a:cubicBezTo>
                    <a:pt x="1627" y="1135"/>
                    <a:pt x="1415" y="2263"/>
                    <a:pt x="1143" y="3375"/>
                  </a:cubicBezTo>
                  <a:cubicBezTo>
                    <a:pt x="837" y="4624"/>
                    <a:pt x="454" y="5854"/>
                    <a:pt x="0" y="7057"/>
                  </a:cubicBezTo>
                  <a:cubicBezTo>
                    <a:pt x="23" y="7080"/>
                    <a:pt x="50" y="7090"/>
                    <a:pt x="78" y="7090"/>
                  </a:cubicBezTo>
                  <a:cubicBezTo>
                    <a:pt x="85" y="7090"/>
                    <a:pt x="92" y="7090"/>
                    <a:pt x="99" y="7089"/>
                  </a:cubicBezTo>
                  <a:cubicBezTo>
                    <a:pt x="476" y="6093"/>
                    <a:pt x="802" y="5077"/>
                    <a:pt x="1079" y="4047"/>
                  </a:cubicBezTo>
                  <a:cubicBezTo>
                    <a:pt x="1432" y="2721"/>
                    <a:pt x="1700" y="1374"/>
                    <a:pt x="1879" y="15"/>
                  </a:cubicBezTo>
                  <a:cubicBezTo>
                    <a:pt x="1844" y="8"/>
                    <a:pt x="1809" y="3"/>
                    <a:pt x="1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53"/>
            <p:cNvSpPr/>
            <p:nvPr/>
          </p:nvSpPr>
          <p:spPr>
            <a:xfrm>
              <a:off x="4463600" y="498550"/>
              <a:ext cx="185400" cy="82950"/>
            </a:xfrm>
            <a:custGeom>
              <a:avLst/>
              <a:gdLst/>
              <a:ahLst/>
              <a:cxnLst/>
              <a:rect l="l" t="t" r="r" b="b"/>
              <a:pathLst>
                <a:path w="7416" h="3318" extrusionOk="0">
                  <a:moveTo>
                    <a:pt x="1795" y="0"/>
                  </a:moveTo>
                  <a:cubicBezTo>
                    <a:pt x="1652" y="0"/>
                    <a:pt x="1509" y="14"/>
                    <a:pt x="1367" y="46"/>
                  </a:cubicBezTo>
                  <a:cubicBezTo>
                    <a:pt x="792" y="176"/>
                    <a:pt x="296" y="624"/>
                    <a:pt x="127" y="1188"/>
                  </a:cubicBezTo>
                  <a:cubicBezTo>
                    <a:pt x="119" y="1217"/>
                    <a:pt x="111" y="1245"/>
                    <a:pt x="105" y="1271"/>
                  </a:cubicBezTo>
                  <a:cubicBezTo>
                    <a:pt x="96" y="1305"/>
                    <a:pt x="90" y="1341"/>
                    <a:pt x="85" y="1375"/>
                  </a:cubicBezTo>
                  <a:cubicBezTo>
                    <a:pt x="0" y="1893"/>
                    <a:pt x="181" y="2452"/>
                    <a:pt x="573" y="2802"/>
                  </a:cubicBezTo>
                  <a:cubicBezTo>
                    <a:pt x="1033" y="3211"/>
                    <a:pt x="1689" y="3299"/>
                    <a:pt x="2307" y="3315"/>
                  </a:cubicBezTo>
                  <a:cubicBezTo>
                    <a:pt x="2382" y="3316"/>
                    <a:pt x="2457" y="3317"/>
                    <a:pt x="2532" y="3317"/>
                  </a:cubicBezTo>
                  <a:cubicBezTo>
                    <a:pt x="3995" y="3317"/>
                    <a:pt x="5456" y="2993"/>
                    <a:pt x="6783" y="2380"/>
                  </a:cubicBezTo>
                  <a:cubicBezTo>
                    <a:pt x="7001" y="2282"/>
                    <a:pt x="7322" y="2180"/>
                    <a:pt x="7394" y="2044"/>
                  </a:cubicBezTo>
                  <a:cubicBezTo>
                    <a:pt x="7412" y="2012"/>
                    <a:pt x="7416" y="1977"/>
                    <a:pt x="7397" y="1940"/>
                  </a:cubicBezTo>
                  <a:cubicBezTo>
                    <a:pt x="7381" y="1903"/>
                    <a:pt x="7342" y="1862"/>
                    <a:pt x="7276" y="1817"/>
                  </a:cubicBezTo>
                  <a:cubicBezTo>
                    <a:pt x="6959" y="1610"/>
                    <a:pt x="6306" y="1462"/>
                    <a:pt x="5952" y="1332"/>
                  </a:cubicBezTo>
                  <a:cubicBezTo>
                    <a:pt x="5071" y="1008"/>
                    <a:pt x="4191" y="684"/>
                    <a:pt x="3310" y="361"/>
                  </a:cubicBezTo>
                  <a:cubicBezTo>
                    <a:pt x="2821" y="181"/>
                    <a:pt x="2307" y="0"/>
                    <a:pt x="1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53"/>
            <p:cNvSpPr/>
            <p:nvPr/>
          </p:nvSpPr>
          <p:spPr>
            <a:xfrm>
              <a:off x="4465700" y="530400"/>
              <a:ext cx="183300" cy="19525"/>
            </a:xfrm>
            <a:custGeom>
              <a:avLst/>
              <a:gdLst/>
              <a:ahLst/>
              <a:cxnLst/>
              <a:rect l="l" t="t" r="r" b="b"/>
              <a:pathLst>
                <a:path w="7332" h="781" extrusionOk="0">
                  <a:moveTo>
                    <a:pt x="21" y="0"/>
                  </a:moveTo>
                  <a:cubicBezTo>
                    <a:pt x="12" y="34"/>
                    <a:pt x="6" y="69"/>
                    <a:pt x="1" y="104"/>
                  </a:cubicBezTo>
                  <a:cubicBezTo>
                    <a:pt x="1352" y="386"/>
                    <a:pt x="2720" y="580"/>
                    <a:pt x="4098" y="687"/>
                  </a:cubicBezTo>
                  <a:cubicBezTo>
                    <a:pt x="4904" y="749"/>
                    <a:pt x="5713" y="780"/>
                    <a:pt x="6522" y="780"/>
                  </a:cubicBezTo>
                  <a:cubicBezTo>
                    <a:pt x="6785" y="780"/>
                    <a:pt x="7048" y="777"/>
                    <a:pt x="7310" y="770"/>
                  </a:cubicBezTo>
                  <a:cubicBezTo>
                    <a:pt x="7328" y="738"/>
                    <a:pt x="7332" y="703"/>
                    <a:pt x="7313" y="666"/>
                  </a:cubicBezTo>
                  <a:lnTo>
                    <a:pt x="7313" y="666"/>
                  </a:lnTo>
                  <a:cubicBezTo>
                    <a:pt x="7056" y="672"/>
                    <a:pt x="6798" y="675"/>
                    <a:pt x="6541" y="675"/>
                  </a:cubicBezTo>
                  <a:cubicBezTo>
                    <a:pt x="5505" y="675"/>
                    <a:pt x="4469" y="625"/>
                    <a:pt x="3437" y="524"/>
                  </a:cubicBezTo>
                  <a:cubicBezTo>
                    <a:pt x="2291" y="412"/>
                    <a:pt x="1149" y="237"/>
                    <a:pt x="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53"/>
            <p:cNvSpPr/>
            <p:nvPr/>
          </p:nvSpPr>
          <p:spPr>
            <a:xfrm>
              <a:off x="4529750" y="585700"/>
              <a:ext cx="182950" cy="81375"/>
            </a:xfrm>
            <a:custGeom>
              <a:avLst/>
              <a:gdLst/>
              <a:ahLst/>
              <a:cxnLst/>
              <a:rect l="l" t="t" r="r" b="b"/>
              <a:pathLst>
                <a:path w="7318" h="3255" extrusionOk="0">
                  <a:moveTo>
                    <a:pt x="1837" y="1"/>
                  </a:moveTo>
                  <a:cubicBezTo>
                    <a:pt x="1589" y="1"/>
                    <a:pt x="1344" y="34"/>
                    <a:pt x="1110" y="121"/>
                  </a:cubicBezTo>
                  <a:cubicBezTo>
                    <a:pt x="559" y="323"/>
                    <a:pt x="129" y="828"/>
                    <a:pt x="34" y="1406"/>
                  </a:cubicBezTo>
                  <a:cubicBezTo>
                    <a:pt x="29" y="1434"/>
                    <a:pt x="26" y="1463"/>
                    <a:pt x="23" y="1491"/>
                  </a:cubicBezTo>
                  <a:cubicBezTo>
                    <a:pt x="19" y="1526"/>
                    <a:pt x="17" y="1561"/>
                    <a:pt x="17" y="1597"/>
                  </a:cubicBezTo>
                  <a:cubicBezTo>
                    <a:pt x="0" y="2118"/>
                    <a:pt x="249" y="2645"/>
                    <a:pt x="679" y="2939"/>
                  </a:cubicBezTo>
                  <a:cubicBezTo>
                    <a:pt x="1035" y="3182"/>
                    <a:pt x="1467" y="3255"/>
                    <a:pt x="1904" y="3255"/>
                  </a:cubicBezTo>
                  <a:cubicBezTo>
                    <a:pt x="2088" y="3255"/>
                    <a:pt x="2273" y="3242"/>
                    <a:pt x="2453" y="3223"/>
                  </a:cubicBezTo>
                  <a:cubicBezTo>
                    <a:pt x="3973" y="3060"/>
                    <a:pt x="5452" y="2542"/>
                    <a:pt x="6745" y="1727"/>
                  </a:cubicBezTo>
                  <a:cubicBezTo>
                    <a:pt x="6946" y="1598"/>
                    <a:pt x="7250" y="1455"/>
                    <a:pt x="7304" y="1314"/>
                  </a:cubicBezTo>
                  <a:cubicBezTo>
                    <a:pt x="7318" y="1281"/>
                    <a:pt x="7317" y="1244"/>
                    <a:pt x="7293" y="1211"/>
                  </a:cubicBezTo>
                  <a:cubicBezTo>
                    <a:pt x="7272" y="1176"/>
                    <a:pt x="7227" y="1140"/>
                    <a:pt x="7157" y="1106"/>
                  </a:cubicBezTo>
                  <a:cubicBezTo>
                    <a:pt x="6819" y="942"/>
                    <a:pt x="6156" y="881"/>
                    <a:pt x="5791" y="798"/>
                  </a:cubicBezTo>
                  <a:cubicBezTo>
                    <a:pt x="4881" y="592"/>
                    <a:pt x="3971" y="386"/>
                    <a:pt x="3063" y="182"/>
                  </a:cubicBezTo>
                  <a:cubicBezTo>
                    <a:pt x="2662" y="91"/>
                    <a:pt x="2245" y="1"/>
                    <a:pt x="1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53"/>
            <p:cNvSpPr/>
            <p:nvPr/>
          </p:nvSpPr>
          <p:spPr>
            <a:xfrm>
              <a:off x="4530150" y="615950"/>
              <a:ext cx="182550" cy="11975"/>
            </a:xfrm>
            <a:custGeom>
              <a:avLst/>
              <a:gdLst/>
              <a:ahLst/>
              <a:cxnLst/>
              <a:rect l="l" t="t" r="r" b="b"/>
              <a:pathLst>
                <a:path w="7302" h="479" extrusionOk="0">
                  <a:moveTo>
                    <a:pt x="7277" y="1"/>
                  </a:moveTo>
                  <a:cubicBezTo>
                    <a:pt x="6007" y="198"/>
                    <a:pt x="4724" y="317"/>
                    <a:pt x="3439" y="359"/>
                  </a:cubicBezTo>
                  <a:cubicBezTo>
                    <a:pt x="3098" y="370"/>
                    <a:pt x="2756" y="376"/>
                    <a:pt x="2415" y="376"/>
                  </a:cubicBezTo>
                  <a:cubicBezTo>
                    <a:pt x="1611" y="376"/>
                    <a:pt x="807" y="344"/>
                    <a:pt x="7" y="281"/>
                  </a:cubicBezTo>
                  <a:cubicBezTo>
                    <a:pt x="3" y="316"/>
                    <a:pt x="1" y="351"/>
                    <a:pt x="1" y="387"/>
                  </a:cubicBezTo>
                  <a:cubicBezTo>
                    <a:pt x="806" y="448"/>
                    <a:pt x="1614" y="479"/>
                    <a:pt x="2422" y="479"/>
                  </a:cubicBezTo>
                  <a:cubicBezTo>
                    <a:pt x="2986" y="479"/>
                    <a:pt x="3549" y="464"/>
                    <a:pt x="4112" y="434"/>
                  </a:cubicBezTo>
                  <a:cubicBezTo>
                    <a:pt x="5175" y="377"/>
                    <a:pt x="6236" y="268"/>
                    <a:pt x="7288" y="104"/>
                  </a:cubicBezTo>
                  <a:cubicBezTo>
                    <a:pt x="7302" y="71"/>
                    <a:pt x="7301" y="34"/>
                    <a:pt x="72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53"/>
            <p:cNvSpPr/>
            <p:nvPr/>
          </p:nvSpPr>
          <p:spPr>
            <a:xfrm>
              <a:off x="4592775" y="670525"/>
              <a:ext cx="183850" cy="81550"/>
            </a:xfrm>
            <a:custGeom>
              <a:avLst/>
              <a:gdLst/>
              <a:ahLst/>
              <a:cxnLst/>
              <a:rect l="l" t="t" r="r" b="b"/>
              <a:pathLst>
                <a:path w="7354" h="3262" extrusionOk="0">
                  <a:moveTo>
                    <a:pt x="1814" y="0"/>
                  </a:moveTo>
                  <a:cubicBezTo>
                    <a:pt x="1610" y="0"/>
                    <a:pt x="1408" y="25"/>
                    <a:pt x="1211" y="87"/>
                  </a:cubicBezTo>
                  <a:cubicBezTo>
                    <a:pt x="653" y="261"/>
                    <a:pt x="195" y="743"/>
                    <a:pt x="73" y="1316"/>
                  </a:cubicBezTo>
                  <a:cubicBezTo>
                    <a:pt x="66" y="1345"/>
                    <a:pt x="61" y="1373"/>
                    <a:pt x="57" y="1402"/>
                  </a:cubicBezTo>
                  <a:cubicBezTo>
                    <a:pt x="51" y="1436"/>
                    <a:pt x="47" y="1471"/>
                    <a:pt x="45" y="1506"/>
                  </a:cubicBezTo>
                  <a:cubicBezTo>
                    <a:pt x="0" y="2026"/>
                    <a:pt x="223" y="2565"/>
                    <a:pt x="640" y="2880"/>
                  </a:cubicBezTo>
                  <a:cubicBezTo>
                    <a:pt x="1040" y="3182"/>
                    <a:pt x="1554" y="3261"/>
                    <a:pt x="2063" y="3261"/>
                  </a:cubicBezTo>
                  <a:cubicBezTo>
                    <a:pt x="2175" y="3261"/>
                    <a:pt x="2287" y="3257"/>
                    <a:pt x="2398" y="3251"/>
                  </a:cubicBezTo>
                  <a:cubicBezTo>
                    <a:pt x="3924" y="3164"/>
                    <a:pt x="5427" y="2721"/>
                    <a:pt x="6759" y="1971"/>
                  </a:cubicBezTo>
                  <a:cubicBezTo>
                    <a:pt x="6966" y="1853"/>
                    <a:pt x="7276" y="1725"/>
                    <a:pt x="7338" y="1585"/>
                  </a:cubicBezTo>
                  <a:cubicBezTo>
                    <a:pt x="7353" y="1552"/>
                    <a:pt x="7353" y="1517"/>
                    <a:pt x="7333" y="1482"/>
                  </a:cubicBezTo>
                  <a:cubicBezTo>
                    <a:pt x="7314" y="1446"/>
                    <a:pt x="7271" y="1409"/>
                    <a:pt x="7203" y="1372"/>
                  </a:cubicBezTo>
                  <a:cubicBezTo>
                    <a:pt x="6873" y="1191"/>
                    <a:pt x="6215" y="1097"/>
                    <a:pt x="5854" y="996"/>
                  </a:cubicBezTo>
                  <a:cubicBezTo>
                    <a:pt x="4956" y="746"/>
                    <a:pt x="4058" y="495"/>
                    <a:pt x="3160" y="244"/>
                  </a:cubicBezTo>
                  <a:cubicBezTo>
                    <a:pt x="2722" y="122"/>
                    <a:pt x="2263" y="0"/>
                    <a:pt x="1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53"/>
            <p:cNvSpPr/>
            <p:nvPr/>
          </p:nvSpPr>
          <p:spPr>
            <a:xfrm>
              <a:off x="4593875" y="705500"/>
              <a:ext cx="182750" cy="8975"/>
            </a:xfrm>
            <a:custGeom>
              <a:avLst/>
              <a:gdLst/>
              <a:ahLst/>
              <a:cxnLst/>
              <a:rect l="l" t="t" r="r" b="b"/>
              <a:pathLst>
                <a:path w="7310" h="359" extrusionOk="0">
                  <a:moveTo>
                    <a:pt x="13" y="1"/>
                  </a:moveTo>
                  <a:cubicBezTo>
                    <a:pt x="7" y="36"/>
                    <a:pt x="3" y="71"/>
                    <a:pt x="1" y="106"/>
                  </a:cubicBezTo>
                  <a:cubicBezTo>
                    <a:pt x="1338" y="275"/>
                    <a:pt x="2682" y="359"/>
                    <a:pt x="4030" y="359"/>
                  </a:cubicBezTo>
                  <a:cubicBezTo>
                    <a:pt x="4055" y="359"/>
                    <a:pt x="4079" y="359"/>
                    <a:pt x="4104" y="359"/>
                  </a:cubicBezTo>
                  <a:cubicBezTo>
                    <a:pt x="5170" y="355"/>
                    <a:pt x="6235" y="299"/>
                    <a:pt x="7294" y="186"/>
                  </a:cubicBezTo>
                  <a:cubicBezTo>
                    <a:pt x="7309" y="153"/>
                    <a:pt x="7309" y="118"/>
                    <a:pt x="7289" y="83"/>
                  </a:cubicBezTo>
                  <a:cubicBezTo>
                    <a:pt x="6190" y="198"/>
                    <a:pt x="5083" y="255"/>
                    <a:pt x="3978" y="255"/>
                  </a:cubicBezTo>
                  <a:cubicBezTo>
                    <a:pt x="3798" y="255"/>
                    <a:pt x="3618" y="253"/>
                    <a:pt x="3438" y="250"/>
                  </a:cubicBezTo>
                  <a:cubicBezTo>
                    <a:pt x="2293" y="231"/>
                    <a:pt x="1148" y="147"/>
                    <a:pt x="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53"/>
            <p:cNvSpPr/>
            <p:nvPr/>
          </p:nvSpPr>
          <p:spPr>
            <a:xfrm>
              <a:off x="4658000" y="754900"/>
              <a:ext cx="179700" cy="91050"/>
            </a:xfrm>
            <a:custGeom>
              <a:avLst/>
              <a:gdLst/>
              <a:ahLst/>
              <a:cxnLst/>
              <a:rect l="l" t="t" r="r" b="b"/>
              <a:pathLst>
                <a:path w="7188" h="3642" extrusionOk="0">
                  <a:moveTo>
                    <a:pt x="1732" y="1"/>
                  </a:moveTo>
                  <a:cubicBezTo>
                    <a:pt x="1725" y="1"/>
                    <a:pt x="1718" y="1"/>
                    <a:pt x="1710" y="1"/>
                  </a:cubicBezTo>
                  <a:cubicBezTo>
                    <a:pt x="1125" y="9"/>
                    <a:pt x="551" y="341"/>
                    <a:pt x="270" y="855"/>
                  </a:cubicBezTo>
                  <a:cubicBezTo>
                    <a:pt x="255" y="881"/>
                    <a:pt x="243" y="907"/>
                    <a:pt x="231" y="933"/>
                  </a:cubicBezTo>
                  <a:cubicBezTo>
                    <a:pt x="215" y="964"/>
                    <a:pt x="201" y="996"/>
                    <a:pt x="189" y="1030"/>
                  </a:cubicBezTo>
                  <a:cubicBezTo>
                    <a:pt x="0" y="1515"/>
                    <a:pt x="59" y="2096"/>
                    <a:pt x="369" y="2517"/>
                  </a:cubicBezTo>
                  <a:cubicBezTo>
                    <a:pt x="731" y="3009"/>
                    <a:pt x="1352" y="3231"/>
                    <a:pt x="1947" y="3375"/>
                  </a:cubicBezTo>
                  <a:cubicBezTo>
                    <a:pt x="2701" y="3553"/>
                    <a:pt x="3475" y="3642"/>
                    <a:pt x="4250" y="3642"/>
                  </a:cubicBezTo>
                  <a:cubicBezTo>
                    <a:pt x="5004" y="3642"/>
                    <a:pt x="5757" y="3558"/>
                    <a:pt x="6491" y="3391"/>
                  </a:cubicBezTo>
                  <a:cubicBezTo>
                    <a:pt x="6721" y="3337"/>
                    <a:pt x="7055" y="3303"/>
                    <a:pt x="7153" y="3188"/>
                  </a:cubicBezTo>
                  <a:cubicBezTo>
                    <a:pt x="7178" y="3161"/>
                    <a:pt x="7188" y="3127"/>
                    <a:pt x="7179" y="3087"/>
                  </a:cubicBezTo>
                  <a:cubicBezTo>
                    <a:pt x="7169" y="3047"/>
                    <a:pt x="7141" y="2999"/>
                    <a:pt x="7086" y="2942"/>
                  </a:cubicBezTo>
                  <a:cubicBezTo>
                    <a:pt x="6822" y="2676"/>
                    <a:pt x="6217" y="2397"/>
                    <a:pt x="5900" y="2198"/>
                  </a:cubicBezTo>
                  <a:cubicBezTo>
                    <a:pt x="5111" y="1702"/>
                    <a:pt x="4323" y="1205"/>
                    <a:pt x="3534" y="708"/>
                  </a:cubicBezTo>
                  <a:cubicBezTo>
                    <a:pt x="2980" y="360"/>
                    <a:pt x="2386" y="1"/>
                    <a:pt x="17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53"/>
            <p:cNvSpPr/>
            <p:nvPr/>
          </p:nvSpPr>
          <p:spPr>
            <a:xfrm>
              <a:off x="4662650" y="778200"/>
              <a:ext cx="175050" cy="56400"/>
            </a:xfrm>
            <a:custGeom>
              <a:avLst/>
              <a:gdLst/>
              <a:ahLst/>
              <a:cxnLst/>
              <a:rect l="l" t="t" r="r" b="b"/>
              <a:pathLst>
                <a:path w="7002" h="2256" extrusionOk="0">
                  <a:moveTo>
                    <a:pt x="42" y="1"/>
                  </a:moveTo>
                  <a:cubicBezTo>
                    <a:pt x="27" y="32"/>
                    <a:pt x="12" y="64"/>
                    <a:pt x="1" y="98"/>
                  </a:cubicBezTo>
                  <a:cubicBezTo>
                    <a:pt x="1255" y="651"/>
                    <a:pt x="2546" y="1123"/>
                    <a:pt x="3862" y="1510"/>
                  </a:cubicBezTo>
                  <a:cubicBezTo>
                    <a:pt x="4883" y="1811"/>
                    <a:pt x="5920" y="2061"/>
                    <a:pt x="6967" y="2256"/>
                  </a:cubicBezTo>
                  <a:cubicBezTo>
                    <a:pt x="6992" y="2229"/>
                    <a:pt x="7002" y="2195"/>
                    <a:pt x="6993" y="2155"/>
                  </a:cubicBezTo>
                  <a:cubicBezTo>
                    <a:pt x="5730" y="1917"/>
                    <a:pt x="4480" y="1605"/>
                    <a:pt x="3255" y="1215"/>
                  </a:cubicBezTo>
                  <a:cubicBezTo>
                    <a:pt x="2163" y="870"/>
                    <a:pt x="1090" y="464"/>
                    <a:pt x="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7" name="Google Shape;2897;p53"/>
          <p:cNvSpPr/>
          <p:nvPr/>
        </p:nvSpPr>
        <p:spPr>
          <a:xfrm>
            <a:off x="6786925" y="1185447"/>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1777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2028129" y="1278885"/>
            <a:ext cx="4552677"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5</a:t>
            </a:r>
            <a:br>
              <a:rPr lang="en" dirty="0"/>
            </a:br>
            <a:r>
              <a:rPr lang="en-US" sz="4000" dirty="0"/>
              <a:t>Authentication &amp; Authorization</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61787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27"/>
        <p:cNvGrpSpPr/>
        <p:nvPr/>
      </p:nvGrpSpPr>
      <p:grpSpPr>
        <a:xfrm>
          <a:off x="0" y="0"/>
          <a:ext cx="0" cy="0"/>
          <a:chOff x="0" y="0"/>
          <a:chExt cx="0" cy="0"/>
        </a:xfrm>
      </p:grpSpPr>
      <p:sp>
        <p:nvSpPr>
          <p:cNvPr id="2828" name="Google Shape;2828;p53"/>
          <p:cNvSpPr txBox="1">
            <a:spLocks noGrp="1"/>
          </p:cNvSpPr>
          <p:nvPr>
            <p:ph type="title"/>
          </p:nvPr>
        </p:nvSpPr>
        <p:spPr>
          <a:xfrm>
            <a:off x="40382" y="61274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Authentication &amp; Authorization</a:t>
            </a:r>
            <a:endParaRPr dirty="0"/>
          </a:p>
        </p:txBody>
      </p:sp>
      <p:grpSp>
        <p:nvGrpSpPr>
          <p:cNvPr id="2878" name="Google Shape;2878;p53"/>
          <p:cNvGrpSpPr/>
          <p:nvPr/>
        </p:nvGrpSpPr>
        <p:grpSpPr>
          <a:xfrm rot="1195754">
            <a:off x="7929111" y="3538672"/>
            <a:ext cx="1110092" cy="1375045"/>
            <a:chOff x="4463600" y="387275"/>
            <a:chExt cx="449175" cy="556425"/>
          </a:xfrm>
        </p:grpSpPr>
        <p:sp>
          <p:nvSpPr>
            <p:cNvPr id="2879" name="Google Shape;2879;p53"/>
            <p:cNvSpPr/>
            <p:nvPr/>
          </p:nvSpPr>
          <p:spPr>
            <a:xfrm>
              <a:off x="4463900" y="396050"/>
              <a:ext cx="159475" cy="126800"/>
            </a:xfrm>
            <a:custGeom>
              <a:avLst/>
              <a:gdLst/>
              <a:ahLst/>
              <a:cxnLst/>
              <a:rect l="l" t="t" r="r" b="b"/>
              <a:pathLst>
                <a:path w="6379" h="5072" extrusionOk="0">
                  <a:moveTo>
                    <a:pt x="1655" y="0"/>
                  </a:moveTo>
                  <a:cubicBezTo>
                    <a:pt x="1640" y="0"/>
                    <a:pt x="1625" y="0"/>
                    <a:pt x="1610" y="1"/>
                  </a:cubicBezTo>
                  <a:cubicBezTo>
                    <a:pt x="1087" y="16"/>
                    <a:pt x="588" y="329"/>
                    <a:pt x="320" y="780"/>
                  </a:cubicBezTo>
                  <a:cubicBezTo>
                    <a:pt x="303" y="810"/>
                    <a:pt x="286" y="841"/>
                    <a:pt x="271" y="872"/>
                  </a:cubicBezTo>
                  <a:cubicBezTo>
                    <a:pt x="256" y="897"/>
                    <a:pt x="245" y="925"/>
                    <a:pt x="233" y="950"/>
                  </a:cubicBezTo>
                  <a:cubicBezTo>
                    <a:pt x="0" y="1491"/>
                    <a:pt x="92" y="2155"/>
                    <a:pt x="448" y="2624"/>
                  </a:cubicBezTo>
                  <a:cubicBezTo>
                    <a:pt x="851" y="3155"/>
                    <a:pt x="1511" y="3405"/>
                    <a:pt x="2139" y="3631"/>
                  </a:cubicBezTo>
                  <a:lnTo>
                    <a:pt x="4786" y="4587"/>
                  </a:lnTo>
                  <a:cubicBezTo>
                    <a:pt x="5142" y="4715"/>
                    <a:pt x="5736" y="5025"/>
                    <a:pt x="6112" y="5067"/>
                  </a:cubicBezTo>
                  <a:cubicBezTo>
                    <a:pt x="6136" y="5070"/>
                    <a:pt x="6158" y="5071"/>
                    <a:pt x="6178" y="5071"/>
                  </a:cubicBezTo>
                  <a:cubicBezTo>
                    <a:pt x="6223" y="5071"/>
                    <a:pt x="6258" y="5064"/>
                    <a:pt x="6283" y="5051"/>
                  </a:cubicBezTo>
                  <a:cubicBezTo>
                    <a:pt x="6320" y="5035"/>
                    <a:pt x="6341" y="5005"/>
                    <a:pt x="6347" y="4969"/>
                  </a:cubicBezTo>
                  <a:cubicBezTo>
                    <a:pt x="6378" y="4818"/>
                    <a:pt x="6200" y="4533"/>
                    <a:pt x="6096" y="4318"/>
                  </a:cubicBezTo>
                  <a:cubicBezTo>
                    <a:pt x="5442" y="2926"/>
                    <a:pt x="4468" y="1683"/>
                    <a:pt x="3269" y="722"/>
                  </a:cubicBezTo>
                  <a:cubicBezTo>
                    <a:pt x="2799" y="346"/>
                    <a:pt x="2253" y="0"/>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53"/>
            <p:cNvSpPr/>
            <p:nvPr/>
          </p:nvSpPr>
          <p:spPr>
            <a:xfrm>
              <a:off x="4470650" y="415525"/>
              <a:ext cx="401775" cy="528175"/>
            </a:xfrm>
            <a:custGeom>
              <a:avLst/>
              <a:gdLst/>
              <a:ahLst/>
              <a:cxnLst/>
              <a:rect l="l" t="t" r="r" b="b"/>
              <a:pathLst>
                <a:path w="16071" h="21127" extrusionOk="0">
                  <a:moveTo>
                    <a:pt x="50" y="0"/>
                  </a:moveTo>
                  <a:cubicBezTo>
                    <a:pt x="33" y="30"/>
                    <a:pt x="16" y="61"/>
                    <a:pt x="1" y="92"/>
                  </a:cubicBezTo>
                  <a:cubicBezTo>
                    <a:pt x="1015" y="637"/>
                    <a:pt x="2002" y="1235"/>
                    <a:pt x="2953" y="1888"/>
                  </a:cubicBezTo>
                  <a:cubicBezTo>
                    <a:pt x="4020" y="2620"/>
                    <a:pt x="5042" y="3416"/>
                    <a:pt x="6013" y="4271"/>
                  </a:cubicBezTo>
                  <a:cubicBezTo>
                    <a:pt x="6435" y="4646"/>
                    <a:pt x="6849" y="5029"/>
                    <a:pt x="7252" y="5423"/>
                  </a:cubicBezTo>
                  <a:cubicBezTo>
                    <a:pt x="8611" y="6758"/>
                    <a:pt x="9848" y="8214"/>
                    <a:pt x="10943" y="9771"/>
                  </a:cubicBezTo>
                  <a:cubicBezTo>
                    <a:pt x="12071" y="11373"/>
                    <a:pt x="13050" y="13080"/>
                    <a:pt x="13863" y="14861"/>
                  </a:cubicBezTo>
                  <a:cubicBezTo>
                    <a:pt x="14677" y="16640"/>
                    <a:pt x="15327" y="18495"/>
                    <a:pt x="15798" y="20394"/>
                  </a:cubicBezTo>
                  <a:cubicBezTo>
                    <a:pt x="15855" y="20624"/>
                    <a:pt x="15911" y="20859"/>
                    <a:pt x="15963" y="21092"/>
                  </a:cubicBezTo>
                  <a:cubicBezTo>
                    <a:pt x="15968" y="21116"/>
                    <a:pt x="15985" y="21126"/>
                    <a:pt x="16004" y="21126"/>
                  </a:cubicBezTo>
                  <a:cubicBezTo>
                    <a:pt x="16035" y="21126"/>
                    <a:pt x="16071" y="21096"/>
                    <a:pt x="16062" y="21056"/>
                  </a:cubicBezTo>
                  <a:cubicBezTo>
                    <a:pt x="15628" y="19132"/>
                    <a:pt x="15017" y="17252"/>
                    <a:pt x="14235" y="15443"/>
                  </a:cubicBezTo>
                  <a:cubicBezTo>
                    <a:pt x="13459" y="13643"/>
                    <a:pt x="12517" y="11913"/>
                    <a:pt x="11425" y="10286"/>
                  </a:cubicBezTo>
                  <a:cubicBezTo>
                    <a:pt x="10359" y="8699"/>
                    <a:pt x="9147" y="7211"/>
                    <a:pt x="7814" y="5841"/>
                  </a:cubicBezTo>
                  <a:cubicBezTo>
                    <a:pt x="7257" y="5268"/>
                    <a:pt x="6676" y="4718"/>
                    <a:pt x="6076" y="4190"/>
                  </a:cubicBezTo>
                  <a:cubicBezTo>
                    <a:pt x="5272" y="3481"/>
                    <a:pt x="4433" y="2812"/>
                    <a:pt x="3562" y="2188"/>
                  </a:cubicBezTo>
                  <a:cubicBezTo>
                    <a:pt x="2440" y="1383"/>
                    <a:pt x="1267" y="652"/>
                    <a:pt x="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53"/>
            <p:cNvSpPr/>
            <p:nvPr/>
          </p:nvSpPr>
          <p:spPr>
            <a:xfrm>
              <a:off x="4596250" y="387275"/>
              <a:ext cx="92950" cy="180025"/>
            </a:xfrm>
            <a:custGeom>
              <a:avLst/>
              <a:gdLst/>
              <a:ahLst/>
              <a:cxnLst/>
              <a:rect l="l" t="t" r="r" b="b"/>
              <a:pathLst>
                <a:path w="3718" h="7201" extrusionOk="0">
                  <a:moveTo>
                    <a:pt x="1654" y="0"/>
                  </a:moveTo>
                  <a:cubicBezTo>
                    <a:pt x="1474" y="0"/>
                    <a:pt x="1293" y="30"/>
                    <a:pt x="1123" y="89"/>
                  </a:cubicBezTo>
                  <a:cubicBezTo>
                    <a:pt x="1091" y="101"/>
                    <a:pt x="1057" y="113"/>
                    <a:pt x="1025" y="128"/>
                  </a:cubicBezTo>
                  <a:cubicBezTo>
                    <a:pt x="999" y="138"/>
                    <a:pt x="971" y="150"/>
                    <a:pt x="945" y="164"/>
                  </a:cubicBezTo>
                  <a:cubicBezTo>
                    <a:pt x="419" y="428"/>
                    <a:pt x="65" y="995"/>
                    <a:pt x="35" y="1583"/>
                  </a:cubicBezTo>
                  <a:cubicBezTo>
                    <a:pt x="1" y="2248"/>
                    <a:pt x="345" y="2865"/>
                    <a:pt x="680" y="3442"/>
                  </a:cubicBezTo>
                  <a:lnTo>
                    <a:pt x="2092" y="5876"/>
                  </a:lnTo>
                  <a:cubicBezTo>
                    <a:pt x="2281" y="6202"/>
                    <a:pt x="2539" y="6821"/>
                    <a:pt x="2799" y="7097"/>
                  </a:cubicBezTo>
                  <a:cubicBezTo>
                    <a:pt x="2854" y="7155"/>
                    <a:pt x="2901" y="7186"/>
                    <a:pt x="2941" y="7196"/>
                  </a:cubicBezTo>
                  <a:cubicBezTo>
                    <a:pt x="2952" y="7199"/>
                    <a:pt x="2962" y="7200"/>
                    <a:pt x="2972" y="7200"/>
                  </a:cubicBezTo>
                  <a:cubicBezTo>
                    <a:pt x="2998" y="7200"/>
                    <a:pt x="3022" y="7191"/>
                    <a:pt x="3043" y="7174"/>
                  </a:cubicBezTo>
                  <a:cubicBezTo>
                    <a:pt x="3163" y="7078"/>
                    <a:pt x="3209" y="6744"/>
                    <a:pt x="3270" y="6514"/>
                  </a:cubicBezTo>
                  <a:cubicBezTo>
                    <a:pt x="3663" y="5028"/>
                    <a:pt x="3718" y="3450"/>
                    <a:pt x="3417" y="1942"/>
                  </a:cubicBezTo>
                  <a:cubicBezTo>
                    <a:pt x="3296" y="1337"/>
                    <a:pt x="3095" y="705"/>
                    <a:pt x="2612" y="323"/>
                  </a:cubicBezTo>
                  <a:cubicBezTo>
                    <a:pt x="2342" y="108"/>
                    <a:pt x="1998" y="0"/>
                    <a:pt x="1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53"/>
            <p:cNvSpPr/>
            <p:nvPr/>
          </p:nvSpPr>
          <p:spPr>
            <a:xfrm>
              <a:off x="4621875" y="389500"/>
              <a:ext cx="50450" cy="177800"/>
            </a:xfrm>
            <a:custGeom>
              <a:avLst/>
              <a:gdLst/>
              <a:ahLst/>
              <a:cxnLst/>
              <a:rect l="l" t="t" r="r" b="b"/>
              <a:pathLst>
                <a:path w="2018" h="7112" extrusionOk="0">
                  <a:moveTo>
                    <a:pt x="98" y="1"/>
                  </a:moveTo>
                  <a:cubicBezTo>
                    <a:pt x="66" y="12"/>
                    <a:pt x="32" y="24"/>
                    <a:pt x="0" y="39"/>
                  </a:cubicBezTo>
                  <a:cubicBezTo>
                    <a:pt x="429" y="1108"/>
                    <a:pt x="799" y="2202"/>
                    <a:pt x="1107" y="3313"/>
                  </a:cubicBezTo>
                  <a:cubicBezTo>
                    <a:pt x="1452" y="4559"/>
                    <a:pt x="1724" y="5827"/>
                    <a:pt x="1916" y="7107"/>
                  </a:cubicBezTo>
                  <a:cubicBezTo>
                    <a:pt x="1927" y="7110"/>
                    <a:pt x="1937" y="7111"/>
                    <a:pt x="1947" y="7111"/>
                  </a:cubicBezTo>
                  <a:cubicBezTo>
                    <a:pt x="1973" y="7111"/>
                    <a:pt x="1997" y="7102"/>
                    <a:pt x="2018" y="7085"/>
                  </a:cubicBezTo>
                  <a:cubicBezTo>
                    <a:pt x="1859" y="6025"/>
                    <a:pt x="1645" y="4973"/>
                    <a:pt x="1379" y="3935"/>
                  </a:cubicBezTo>
                  <a:cubicBezTo>
                    <a:pt x="1038" y="2597"/>
                    <a:pt x="610" y="1282"/>
                    <a:pt x="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53"/>
            <p:cNvSpPr/>
            <p:nvPr/>
          </p:nvSpPr>
          <p:spPr>
            <a:xfrm>
              <a:off x="4690225" y="439125"/>
              <a:ext cx="85875" cy="183000"/>
            </a:xfrm>
            <a:custGeom>
              <a:avLst/>
              <a:gdLst/>
              <a:ahLst/>
              <a:cxnLst/>
              <a:rect l="l" t="t" r="r" b="b"/>
              <a:pathLst>
                <a:path w="3435" h="7320" extrusionOk="0">
                  <a:moveTo>
                    <a:pt x="1794" y="0"/>
                  </a:moveTo>
                  <a:cubicBezTo>
                    <a:pt x="1760" y="0"/>
                    <a:pt x="1724" y="0"/>
                    <a:pt x="1688" y="3"/>
                  </a:cubicBezTo>
                  <a:cubicBezTo>
                    <a:pt x="1660" y="3"/>
                    <a:pt x="1632" y="5"/>
                    <a:pt x="1602" y="10"/>
                  </a:cubicBezTo>
                  <a:cubicBezTo>
                    <a:pt x="1017" y="77"/>
                    <a:pt x="488" y="485"/>
                    <a:pt x="259" y="1029"/>
                  </a:cubicBezTo>
                  <a:cubicBezTo>
                    <a:pt x="0" y="1641"/>
                    <a:pt x="111" y="2341"/>
                    <a:pt x="227" y="2996"/>
                  </a:cubicBezTo>
                  <a:cubicBezTo>
                    <a:pt x="390" y="3921"/>
                    <a:pt x="553" y="4844"/>
                    <a:pt x="717" y="5768"/>
                  </a:cubicBezTo>
                  <a:cubicBezTo>
                    <a:pt x="782" y="6140"/>
                    <a:pt x="812" y="6809"/>
                    <a:pt x="961" y="7156"/>
                  </a:cubicBezTo>
                  <a:cubicBezTo>
                    <a:pt x="993" y="7228"/>
                    <a:pt x="1027" y="7275"/>
                    <a:pt x="1060" y="7299"/>
                  </a:cubicBezTo>
                  <a:cubicBezTo>
                    <a:pt x="1081" y="7313"/>
                    <a:pt x="1102" y="7320"/>
                    <a:pt x="1124" y="7320"/>
                  </a:cubicBezTo>
                  <a:cubicBezTo>
                    <a:pt x="1137" y="7320"/>
                    <a:pt x="1150" y="7317"/>
                    <a:pt x="1163" y="7312"/>
                  </a:cubicBezTo>
                  <a:cubicBezTo>
                    <a:pt x="1308" y="7265"/>
                    <a:pt x="1467" y="6966"/>
                    <a:pt x="1603" y="6772"/>
                  </a:cubicBezTo>
                  <a:cubicBezTo>
                    <a:pt x="2484" y="5511"/>
                    <a:pt x="3077" y="4049"/>
                    <a:pt x="3313" y="2529"/>
                  </a:cubicBezTo>
                  <a:cubicBezTo>
                    <a:pt x="3407" y="1920"/>
                    <a:pt x="3435" y="1257"/>
                    <a:pt x="3113" y="732"/>
                  </a:cubicBezTo>
                  <a:cubicBezTo>
                    <a:pt x="2838" y="283"/>
                    <a:pt x="2319" y="9"/>
                    <a:pt x="1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53"/>
            <p:cNvSpPr/>
            <p:nvPr/>
          </p:nvSpPr>
          <p:spPr>
            <a:xfrm>
              <a:off x="4716700" y="439125"/>
              <a:ext cx="19375" cy="183000"/>
            </a:xfrm>
            <a:custGeom>
              <a:avLst/>
              <a:gdLst/>
              <a:ahLst/>
              <a:cxnLst/>
              <a:rect l="l" t="t" r="r" b="b"/>
              <a:pathLst>
                <a:path w="775" h="7320" extrusionOk="0">
                  <a:moveTo>
                    <a:pt x="735" y="0"/>
                  </a:moveTo>
                  <a:cubicBezTo>
                    <a:pt x="701" y="0"/>
                    <a:pt x="665" y="0"/>
                    <a:pt x="629" y="3"/>
                  </a:cubicBezTo>
                  <a:cubicBezTo>
                    <a:pt x="665" y="1154"/>
                    <a:pt x="636" y="2309"/>
                    <a:pt x="544" y="3457"/>
                  </a:cubicBezTo>
                  <a:cubicBezTo>
                    <a:pt x="441" y="4746"/>
                    <a:pt x="259" y="6030"/>
                    <a:pt x="1" y="7299"/>
                  </a:cubicBezTo>
                  <a:cubicBezTo>
                    <a:pt x="22" y="7313"/>
                    <a:pt x="43" y="7320"/>
                    <a:pt x="65" y="7320"/>
                  </a:cubicBezTo>
                  <a:cubicBezTo>
                    <a:pt x="78" y="7320"/>
                    <a:pt x="91" y="7317"/>
                    <a:pt x="104" y="7312"/>
                  </a:cubicBezTo>
                  <a:cubicBezTo>
                    <a:pt x="319" y="6262"/>
                    <a:pt x="480" y="5201"/>
                    <a:pt x="587" y="4137"/>
                  </a:cubicBezTo>
                  <a:cubicBezTo>
                    <a:pt x="724" y="2761"/>
                    <a:pt x="775" y="1380"/>
                    <a:pt x="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53"/>
            <p:cNvSpPr/>
            <p:nvPr/>
          </p:nvSpPr>
          <p:spPr>
            <a:xfrm>
              <a:off x="4759825" y="543075"/>
              <a:ext cx="85350" cy="181850"/>
            </a:xfrm>
            <a:custGeom>
              <a:avLst/>
              <a:gdLst/>
              <a:ahLst/>
              <a:cxnLst/>
              <a:rect l="l" t="t" r="r" b="b"/>
              <a:pathLst>
                <a:path w="3414" h="7274" extrusionOk="0">
                  <a:moveTo>
                    <a:pt x="1784" y="0"/>
                  </a:moveTo>
                  <a:cubicBezTo>
                    <a:pt x="1749" y="0"/>
                    <a:pt x="1714" y="0"/>
                    <a:pt x="1680" y="3"/>
                  </a:cubicBezTo>
                  <a:cubicBezTo>
                    <a:pt x="1651" y="3"/>
                    <a:pt x="1623" y="5"/>
                    <a:pt x="1593" y="9"/>
                  </a:cubicBezTo>
                  <a:cubicBezTo>
                    <a:pt x="1011" y="76"/>
                    <a:pt x="488" y="483"/>
                    <a:pt x="258" y="1022"/>
                  </a:cubicBezTo>
                  <a:cubicBezTo>
                    <a:pt x="0" y="1632"/>
                    <a:pt x="112" y="2326"/>
                    <a:pt x="226" y="2978"/>
                  </a:cubicBezTo>
                  <a:cubicBezTo>
                    <a:pt x="390" y="3896"/>
                    <a:pt x="552" y="4813"/>
                    <a:pt x="715" y="5732"/>
                  </a:cubicBezTo>
                  <a:cubicBezTo>
                    <a:pt x="780" y="6100"/>
                    <a:pt x="810" y="6766"/>
                    <a:pt x="957" y="7111"/>
                  </a:cubicBezTo>
                  <a:cubicBezTo>
                    <a:pt x="988" y="7183"/>
                    <a:pt x="1021" y="7228"/>
                    <a:pt x="1055" y="7251"/>
                  </a:cubicBezTo>
                  <a:cubicBezTo>
                    <a:pt x="1076" y="7266"/>
                    <a:pt x="1097" y="7273"/>
                    <a:pt x="1119" y="7273"/>
                  </a:cubicBezTo>
                  <a:cubicBezTo>
                    <a:pt x="1132" y="7273"/>
                    <a:pt x="1145" y="7270"/>
                    <a:pt x="1158" y="7265"/>
                  </a:cubicBezTo>
                  <a:cubicBezTo>
                    <a:pt x="1303" y="7219"/>
                    <a:pt x="1460" y="6924"/>
                    <a:pt x="1594" y="6728"/>
                  </a:cubicBezTo>
                  <a:cubicBezTo>
                    <a:pt x="2469" y="5475"/>
                    <a:pt x="3057" y="4022"/>
                    <a:pt x="3291" y="2512"/>
                  </a:cubicBezTo>
                  <a:cubicBezTo>
                    <a:pt x="3384" y="1906"/>
                    <a:pt x="3413" y="1248"/>
                    <a:pt x="3093" y="727"/>
                  </a:cubicBezTo>
                  <a:cubicBezTo>
                    <a:pt x="2821" y="281"/>
                    <a:pt x="2305" y="8"/>
                    <a:pt x="1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53"/>
            <p:cNvSpPr/>
            <p:nvPr/>
          </p:nvSpPr>
          <p:spPr>
            <a:xfrm>
              <a:off x="4786200" y="543075"/>
              <a:ext cx="19225" cy="181850"/>
            </a:xfrm>
            <a:custGeom>
              <a:avLst/>
              <a:gdLst/>
              <a:ahLst/>
              <a:cxnLst/>
              <a:rect l="l" t="t" r="r" b="b"/>
              <a:pathLst>
                <a:path w="769" h="7274" extrusionOk="0">
                  <a:moveTo>
                    <a:pt x="729" y="0"/>
                  </a:moveTo>
                  <a:cubicBezTo>
                    <a:pt x="694" y="0"/>
                    <a:pt x="659" y="0"/>
                    <a:pt x="625" y="3"/>
                  </a:cubicBezTo>
                  <a:cubicBezTo>
                    <a:pt x="659" y="1147"/>
                    <a:pt x="631" y="2294"/>
                    <a:pt x="539" y="3436"/>
                  </a:cubicBezTo>
                  <a:cubicBezTo>
                    <a:pt x="437" y="4716"/>
                    <a:pt x="256" y="5992"/>
                    <a:pt x="0" y="7251"/>
                  </a:cubicBezTo>
                  <a:cubicBezTo>
                    <a:pt x="21" y="7266"/>
                    <a:pt x="42" y="7273"/>
                    <a:pt x="64" y="7273"/>
                  </a:cubicBezTo>
                  <a:cubicBezTo>
                    <a:pt x="77" y="7273"/>
                    <a:pt x="90" y="7270"/>
                    <a:pt x="103" y="7265"/>
                  </a:cubicBezTo>
                  <a:cubicBezTo>
                    <a:pt x="316" y="6223"/>
                    <a:pt x="476" y="5169"/>
                    <a:pt x="581" y="4109"/>
                  </a:cubicBezTo>
                  <a:cubicBezTo>
                    <a:pt x="719" y="2744"/>
                    <a:pt x="769" y="1372"/>
                    <a:pt x="7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53"/>
            <p:cNvSpPr/>
            <p:nvPr/>
          </p:nvSpPr>
          <p:spPr>
            <a:xfrm>
              <a:off x="4826450" y="640075"/>
              <a:ext cx="86325" cy="177525"/>
            </a:xfrm>
            <a:custGeom>
              <a:avLst/>
              <a:gdLst/>
              <a:ahLst/>
              <a:cxnLst/>
              <a:rect l="l" t="t" r="r" b="b"/>
              <a:pathLst>
                <a:path w="3453" h="7101" extrusionOk="0">
                  <a:moveTo>
                    <a:pt x="1784" y="1"/>
                  </a:moveTo>
                  <a:cubicBezTo>
                    <a:pt x="1222" y="1"/>
                    <a:pt x="672" y="314"/>
                    <a:pt x="374" y="790"/>
                  </a:cubicBezTo>
                  <a:cubicBezTo>
                    <a:pt x="22" y="1350"/>
                    <a:pt x="21" y="2053"/>
                    <a:pt x="29" y="2715"/>
                  </a:cubicBezTo>
                  <a:cubicBezTo>
                    <a:pt x="43" y="3648"/>
                    <a:pt x="57" y="4578"/>
                    <a:pt x="70" y="5511"/>
                  </a:cubicBezTo>
                  <a:cubicBezTo>
                    <a:pt x="75" y="5887"/>
                    <a:pt x="0" y="6549"/>
                    <a:pt x="90" y="6912"/>
                  </a:cubicBezTo>
                  <a:cubicBezTo>
                    <a:pt x="109" y="6988"/>
                    <a:pt x="135" y="7039"/>
                    <a:pt x="165" y="7067"/>
                  </a:cubicBezTo>
                  <a:cubicBezTo>
                    <a:pt x="188" y="7090"/>
                    <a:pt x="215" y="7100"/>
                    <a:pt x="243" y="7100"/>
                  </a:cubicBezTo>
                  <a:cubicBezTo>
                    <a:pt x="250" y="7100"/>
                    <a:pt x="257" y="7100"/>
                    <a:pt x="264" y="7099"/>
                  </a:cubicBezTo>
                  <a:cubicBezTo>
                    <a:pt x="414" y="7074"/>
                    <a:pt x="616" y="6808"/>
                    <a:pt x="780" y="6635"/>
                  </a:cubicBezTo>
                  <a:cubicBezTo>
                    <a:pt x="1844" y="5538"/>
                    <a:pt x="2658" y="4198"/>
                    <a:pt x="3130" y="2745"/>
                  </a:cubicBezTo>
                  <a:cubicBezTo>
                    <a:pt x="3319" y="2162"/>
                    <a:pt x="3452" y="1517"/>
                    <a:pt x="3220" y="950"/>
                  </a:cubicBezTo>
                  <a:cubicBezTo>
                    <a:pt x="3021" y="467"/>
                    <a:pt x="2556" y="114"/>
                    <a:pt x="2043" y="23"/>
                  </a:cubicBezTo>
                  <a:cubicBezTo>
                    <a:pt x="2008" y="17"/>
                    <a:pt x="1973" y="12"/>
                    <a:pt x="1938" y="10"/>
                  </a:cubicBezTo>
                  <a:cubicBezTo>
                    <a:pt x="1910" y="7"/>
                    <a:pt x="1881" y="5"/>
                    <a:pt x="1852" y="3"/>
                  </a:cubicBezTo>
                  <a:cubicBezTo>
                    <a:pt x="1830" y="2"/>
                    <a:pt x="1807" y="1"/>
                    <a:pt x="1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53"/>
            <p:cNvSpPr/>
            <p:nvPr/>
          </p:nvSpPr>
          <p:spPr>
            <a:xfrm>
              <a:off x="4830575" y="640325"/>
              <a:ext cx="47000" cy="177275"/>
            </a:xfrm>
            <a:custGeom>
              <a:avLst/>
              <a:gdLst/>
              <a:ahLst/>
              <a:cxnLst/>
              <a:rect l="l" t="t" r="r" b="b"/>
              <a:pathLst>
                <a:path w="1880" h="7091" extrusionOk="0">
                  <a:moveTo>
                    <a:pt x="1775" y="1"/>
                  </a:moveTo>
                  <a:cubicBezTo>
                    <a:pt x="1627" y="1135"/>
                    <a:pt x="1415" y="2263"/>
                    <a:pt x="1143" y="3375"/>
                  </a:cubicBezTo>
                  <a:cubicBezTo>
                    <a:pt x="837" y="4624"/>
                    <a:pt x="454" y="5854"/>
                    <a:pt x="0" y="7057"/>
                  </a:cubicBezTo>
                  <a:cubicBezTo>
                    <a:pt x="23" y="7080"/>
                    <a:pt x="50" y="7090"/>
                    <a:pt x="78" y="7090"/>
                  </a:cubicBezTo>
                  <a:cubicBezTo>
                    <a:pt x="85" y="7090"/>
                    <a:pt x="92" y="7090"/>
                    <a:pt x="99" y="7089"/>
                  </a:cubicBezTo>
                  <a:cubicBezTo>
                    <a:pt x="476" y="6093"/>
                    <a:pt x="802" y="5077"/>
                    <a:pt x="1079" y="4047"/>
                  </a:cubicBezTo>
                  <a:cubicBezTo>
                    <a:pt x="1432" y="2721"/>
                    <a:pt x="1700" y="1374"/>
                    <a:pt x="1879" y="15"/>
                  </a:cubicBezTo>
                  <a:cubicBezTo>
                    <a:pt x="1844" y="8"/>
                    <a:pt x="1809" y="3"/>
                    <a:pt x="1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53"/>
            <p:cNvSpPr/>
            <p:nvPr/>
          </p:nvSpPr>
          <p:spPr>
            <a:xfrm>
              <a:off x="4463600" y="498550"/>
              <a:ext cx="185400" cy="82950"/>
            </a:xfrm>
            <a:custGeom>
              <a:avLst/>
              <a:gdLst/>
              <a:ahLst/>
              <a:cxnLst/>
              <a:rect l="l" t="t" r="r" b="b"/>
              <a:pathLst>
                <a:path w="7416" h="3318" extrusionOk="0">
                  <a:moveTo>
                    <a:pt x="1795" y="0"/>
                  </a:moveTo>
                  <a:cubicBezTo>
                    <a:pt x="1652" y="0"/>
                    <a:pt x="1509" y="14"/>
                    <a:pt x="1367" y="46"/>
                  </a:cubicBezTo>
                  <a:cubicBezTo>
                    <a:pt x="792" y="176"/>
                    <a:pt x="296" y="624"/>
                    <a:pt x="127" y="1188"/>
                  </a:cubicBezTo>
                  <a:cubicBezTo>
                    <a:pt x="119" y="1217"/>
                    <a:pt x="111" y="1245"/>
                    <a:pt x="105" y="1271"/>
                  </a:cubicBezTo>
                  <a:cubicBezTo>
                    <a:pt x="96" y="1305"/>
                    <a:pt x="90" y="1341"/>
                    <a:pt x="85" y="1375"/>
                  </a:cubicBezTo>
                  <a:cubicBezTo>
                    <a:pt x="0" y="1893"/>
                    <a:pt x="181" y="2452"/>
                    <a:pt x="573" y="2802"/>
                  </a:cubicBezTo>
                  <a:cubicBezTo>
                    <a:pt x="1033" y="3211"/>
                    <a:pt x="1689" y="3299"/>
                    <a:pt x="2307" y="3315"/>
                  </a:cubicBezTo>
                  <a:cubicBezTo>
                    <a:pt x="2382" y="3316"/>
                    <a:pt x="2457" y="3317"/>
                    <a:pt x="2532" y="3317"/>
                  </a:cubicBezTo>
                  <a:cubicBezTo>
                    <a:pt x="3995" y="3317"/>
                    <a:pt x="5456" y="2993"/>
                    <a:pt x="6783" y="2380"/>
                  </a:cubicBezTo>
                  <a:cubicBezTo>
                    <a:pt x="7001" y="2282"/>
                    <a:pt x="7322" y="2180"/>
                    <a:pt x="7394" y="2044"/>
                  </a:cubicBezTo>
                  <a:cubicBezTo>
                    <a:pt x="7412" y="2012"/>
                    <a:pt x="7416" y="1977"/>
                    <a:pt x="7397" y="1940"/>
                  </a:cubicBezTo>
                  <a:cubicBezTo>
                    <a:pt x="7381" y="1903"/>
                    <a:pt x="7342" y="1862"/>
                    <a:pt x="7276" y="1817"/>
                  </a:cubicBezTo>
                  <a:cubicBezTo>
                    <a:pt x="6959" y="1610"/>
                    <a:pt x="6306" y="1462"/>
                    <a:pt x="5952" y="1332"/>
                  </a:cubicBezTo>
                  <a:cubicBezTo>
                    <a:pt x="5071" y="1008"/>
                    <a:pt x="4191" y="684"/>
                    <a:pt x="3310" y="361"/>
                  </a:cubicBezTo>
                  <a:cubicBezTo>
                    <a:pt x="2821" y="181"/>
                    <a:pt x="2307" y="0"/>
                    <a:pt x="1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53"/>
            <p:cNvSpPr/>
            <p:nvPr/>
          </p:nvSpPr>
          <p:spPr>
            <a:xfrm>
              <a:off x="4465700" y="530400"/>
              <a:ext cx="183300" cy="19525"/>
            </a:xfrm>
            <a:custGeom>
              <a:avLst/>
              <a:gdLst/>
              <a:ahLst/>
              <a:cxnLst/>
              <a:rect l="l" t="t" r="r" b="b"/>
              <a:pathLst>
                <a:path w="7332" h="781" extrusionOk="0">
                  <a:moveTo>
                    <a:pt x="21" y="0"/>
                  </a:moveTo>
                  <a:cubicBezTo>
                    <a:pt x="12" y="34"/>
                    <a:pt x="6" y="69"/>
                    <a:pt x="1" y="104"/>
                  </a:cubicBezTo>
                  <a:cubicBezTo>
                    <a:pt x="1352" y="386"/>
                    <a:pt x="2720" y="580"/>
                    <a:pt x="4098" y="687"/>
                  </a:cubicBezTo>
                  <a:cubicBezTo>
                    <a:pt x="4904" y="749"/>
                    <a:pt x="5713" y="780"/>
                    <a:pt x="6522" y="780"/>
                  </a:cubicBezTo>
                  <a:cubicBezTo>
                    <a:pt x="6785" y="780"/>
                    <a:pt x="7048" y="777"/>
                    <a:pt x="7310" y="770"/>
                  </a:cubicBezTo>
                  <a:cubicBezTo>
                    <a:pt x="7328" y="738"/>
                    <a:pt x="7332" y="703"/>
                    <a:pt x="7313" y="666"/>
                  </a:cubicBezTo>
                  <a:lnTo>
                    <a:pt x="7313" y="666"/>
                  </a:lnTo>
                  <a:cubicBezTo>
                    <a:pt x="7056" y="672"/>
                    <a:pt x="6798" y="675"/>
                    <a:pt x="6541" y="675"/>
                  </a:cubicBezTo>
                  <a:cubicBezTo>
                    <a:pt x="5505" y="675"/>
                    <a:pt x="4469" y="625"/>
                    <a:pt x="3437" y="524"/>
                  </a:cubicBezTo>
                  <a:cubicBezTo>
                    <a:pt x="2291" y="412"/>
                    <a:pt x="1149" y="237"/>
                    <a:pt x="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53"/>
            <p:cNvSpPr/>
            <p:nvPr/>
          </p:nvSpPr>
          <p:spPr>
            <a:xfrm>
              <a:off x="4529750" y="585700"/>
              <a:ext cx="182950" cy="81375"/>
            </a:xfrm>
            <a:custGeom>
              <a:avLst/>
              <a:gdLst/>
              <a:ahLst/>
              <a:cxnLst/>
              <a:rect l="l" t="t" r="r" b="b"/>
              <a:pathLst>
                <a:path w="7318" h="3255" extrusionOk="0">
                  <a:moveTo>
                    <a:pt x="1837" y="1"/>
                  </a:moveTo>
                  <a:cubicBezTo>
                    <a:pt x="1589" y="1"/>
                    <a:pt x="1344" y="34"/>
                    <a:pt x="1110" y="121"/>
                  </a:cubicBezTo>
                  <a:cubicBezTo>
                    <a:pt x="559" y="323"/>
                    <a:pt x="129" y="828"/>
                    <a:pt x="34" y="1406"/>
                  </a:cubicBezTo>
                  <a:cubicBezTo>
                    <a:pt x="29" y="1434"/>
                    <a:pt x="26" y="1463"/>
                    <a:pt x="23" y="1491"/>
                  </a:cubicBezTo>
                  <a:cubicBezTo>
                    <a:pt x="19" y="1526"/>
                    <a:pt x="17" y="1561"/>
                    <a:pt x="17" y="1597"/>
                  </a:cubicBezTo>
                  <a:cubicBezTo>
                    <a:pt x="0" y="2118"/>
                    <a:pt x="249" y="2645"/>
                    <a:pt x="679" y="2939"/>
                  </a:cubicBezTo>
                  <a:cubicBezTo>
                    <a:pt x="1035" y="3182"/>
                    <a:pt x="1467" y="3255"/>
                    <a:pt x="1904" y="3255"/>
                  </a:cubicBezTo>
                  <a:cubicBezTo>
                    <a:pt x="2088" y="3255"/>
                    <a:pt x="2273" y="3242"/>
                    <a:pt x="2453" y="3223"/>
                  </a:cubicBezTo>
                  <a:cubicBezTo>
                    <a:pt x="3973" y="3060"/>
                    <a:pt x="5452" y="2542"/>
                    <a:pt x="6745" y="1727"/>
                  </a:cubicBezTo>
                  <a:cubicBezTo>
                    <a:pt x="6946" y="1598"/>
                    <a:pt x="7250" y="1455"/>
                    <a:pt x="7304" y="1314"/>
                  </a:cubicBezTo>
                  <a:cubicBezTo>
                    <a:pt x="7318" y="1281"/>
                    <a:pt x="7317" y="1244"/>
                    <a:pt x="7293" y="1211"/>
                  </a:cubicBezTo>
                  <a:cubicBezTo>
                    <a:pt x="7272" y="1176"/>
                    <a:pt x="7227" y="1140"/>
                    <a:pt x="7157" y="1106"/>
                  </a:cubicBezTo>
                  <a:cubicBezTo>
                    <a:pt x="6819" y="942"/>
                    <a:pt x="6156" y="881"/>
                    <a:pt x="5791" y="798"/>
                  </a:cubicBezTo>
                  <a:cubicBezTo>
                    <a:pt x="4881" y="592"/>
                    <a:pt x="3971" y="386"/>
                    <a:pt x="3063" y="182"/>
                  </a:cubicBezTo>
                  <a:cubicBezTo>
                    <a:pt x="2662" y="91"/>
                    <a:pt x="2245" y="1"/>
                    <a:pt x="1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53"/>
            <p:cNvSpPr/>
            <p:nvPr/>
          </p:nvSpPr>
          <p:spPr>
            <a:xfrm>
              <a:off x="4530150" y="615950"/>
              <a:ext cx="182550" cy="11975"/>
            </a:xfrm>
            <a:custGeom>
              <a:avLst/>
              <a:gdLst/>
              <a:ahLst/>
              <a:cxnLst/>
              <a:rect l="l" t="t" r="r" b="b"/>
              <a:pathLst>
                <a:path w="7302" h="479" extrusionOk="0">
                  <a:moveTo>
                    <a:pt x="7277" y="1"/>
                  </a:moveTo>
                  <a:cubicBezTo>
                    <a:pt x="6007" y="198"/>
                    <a:pt x="4724" y="317"/>
                    <a:pt x="3439" y="359"/>
                  </a:cubicBezTo>
                  <a:cubicBezTo>
                    <a:pt x="3098" y="370"/>
                    <a:pt x="2756" y="376"/>
                    <a:pt x="2415" y="376"/>
                  </a:cubicBezTo>
                  <a:cubicBezTo>
                    <a:pt x="1611" y="376"/>
                    <a:pt x="807" y="344"/>
                    <a:pt x="7" y="281"/>
                  </a:cubicBezTo>
                  <a:cubicBezTo>
                    <a:pt x="3" y="316"/>
                    <a:pt x="1" y="351"/>
                    <a:pt x="1" y="387"/>
                  </a:cubicBezTo>
                  <a:cubicBezTo>
                    <a:pt x="806" y="448"/>
                    <a:pt x="1614" y="479"/>
                    <a:pt x="2422" y="479"/>
                  </a:cubicBezTo>
                  <a:cubicBezTo>
                    <a:pt x="2986" y="479"/>
                    <a:pt x="3549" y="464"/>
                    <a:pt x="4112" y="434"/>
                  </a:cubicBezTo>
                  <a:cubicBezTo>
                    <a:pt x="5175" y="377"/>
                    <a:pt x="6236" y="268"/>
                    <a:pt x="7288" y="104"/>
                  </a:cubicBezTo>
                  <a:cubicBezTo>
                    <a:pt x="7302" y="71"/>
                    <a:pt x="7301" y="34"/>
                    <a:pt x="72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53"/>
            <p:cNvSpPr/>
            <p:nvPr/>
          </p:nvSpPr>
          <p:spPr>
            <a:xfrm>
              <a:off x="4592775" y="670525"/>
              <a:ext cx="183850" cy="81550"/>
            </a:xfrm>
            <a:custGeom>
              <a:avLst/>
              <a:gdLst/>
              <a:ahLst/>
              <a:cxnLst/>
              <a:rect l="l" t="t" r="r" b="b"/>
              <a:pathLst>
                <a:path w="7354" h="3262" extrusionOk="0">
                  <a:moveTo>
                    <a:pt x="1814" y="0"/>
                  </a:moveTo>
                  <a:cubicBezTo>
                    <a:pt x="1610" y="0"/>
                    <a:pt x="1408" y="25"/>
                    <a:pt x="1211" y="87"/>
                  </a:cubicBezTo>
                  <a:cubicBezTo>
                    <a:pt x="653" y="261"/>
                    <a:pt x="195" y="743"/>
                    <a:pt x="73" y="1316"/>
                  </a:cubicBezTo>
                  <a:cubicBezTo>
                    <a:pt x="66" y="1345"/>
                    <a:pt x="61" y="1373"/>
                    <a:pt x="57" y="1402"/>
                  </a:cubicBezTo>
                  <a:cubicBezTo>
                    <a:pt x="51" y="1436"/>
                    <a:pt x="47" y="1471"/>
                    <a:pt x="45" y="1506"/>
                  </a:cubicBezTo>
                  <a:cubicBezTo>
                    <a:pt x="0" y="2026"/>
                    <a:pt x="223" y="2565"/>
                    <a:pt x="640" y="2880"/>
                  </a:cubicBezTo>
                  <a:cubicBezTo>
                    <a:pt x="1040" y="3182"/>
                    <a:pt x="1554" y="3261"/>
                    <a:pt x="2063" y="3261"/>
                  </a:cubicBezTo>
                  <a:cubicBezTo>
                    <a:pt x="2175" y="3261"/>
                    <a:pt x="2287" y="3257"/>
                    <a:pt x="2398" y="3251"/>
                  </a:cubicBezTo>
                  <a:cubicBezTo>
                    <a:pt x="3924" y="3164"/>
                    <a:pt x="5427" y="2721"/>
                    <a:pt x="6759" y="1971"/>
                  </a:cubicBezTo>
                  <a:cubicBezTo>
                    <a:pt x="6966" y="1853"/>
                    <a:pt x="7276" y="1725"/>
                    <a:pt x="7338" y="1585"/>
                  </a:cubicBezTo>
                  <a:cubicBezTo>
                    <a:pt x="7353" y="1552"/>
                    <a:pt x="7353" y="1517"/>
                    <a:pt x="7333" y="1482"/>
                  </a:cubicBezTo>
                  <a:cubicBezTo>
                    <a:pt x="7314" y="1446"/>
                    <a:pt x="7271" y="1409"/>
                    <a:pt x="7203" y="1372"/>
                  </a:cubicBezTo>
                  <a:cubicBezTo>
                    <a:pt x="6873" y="1191"/>
                    <a:pt x="6215" y="1097"/>
                    <a:pt x="5854" y="996"/>
                  </a:cubicBezTo>
                  <a:cubicBezTo>
                    <a:pt x="4956" y="746"/>
                    <a:pt x="4058" y="495"/>
                    <a:pt x="3160" y="244"/>
                  </a:cubicBezTo>
                  <a:cubicBezTo>
                    <a:pt x="2722" y="122"/>
                    <a:pt x="2263" y="0"/>
                    <a:pt x="1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53"/>
            <p:cNvSpPr/>
            <p:nvPr/>
          </p:nvSpPr>
          <p:spPr>
            <a:xfrm>
              <a:off x="4593875" y="705500"/>
              <a:ext cx="182750" cy="8975"/>
            </a:xfrm>
            <a:custGeom>
              <a:avLst/>
              <a:gdLst/>
              <a:ahLst/>
              <a:cxnLst/>
              <a:rect l="l" t="t" r="r" b="b"/>
              <a:pathLst>
                <a:path w="7310" h="359" extrusionOk="0">
                  <a:moveTo>
                    <a:pt x="13" y="1"/>
                  </a:moveTo>
                  <a:cubicBezTo>
                    <a:pt x="7" y="36"/>
                    <a:pt x="3" y="71"/>
                    <a:pt x="1" y="106"/>
                  </a:cubicBezTo>
                  <a:cubicBezTo>
                    <a:pt x="1338" y="275"/>
                    <a:pt x="2682" y="359"/>
                    <a:pt x="4030" y="359"/>
                  </a:cubicBezTo>
                  <a:cubicBezTo>
                    <a:pt x="4055" y="359"/>
                    <a:pt x="4079" y="359"/>
                    <a:pt x="4104" y="359"/>
                  </a:cubicBezTo>
                  <a:cubicBezTo>
                    <a:pt x="5170" y="355"/>
                    <a:pt x="6235" y="299"/>
                    <a:pt x="7294" y="186"/>
                  </a:cubicBezTo>
                  <a:cubicBezTo>
                    <a:pt x="7309" y="153"/>
                    <a:pt x="7309" y="118"/>
                    <a:pt x="7289" y="83"/>
                  </a:cubicBezTo>
                  <a:cubicBezTo>
                    <a:pt x="6190" y="198"/>
                    <a:pt x="5083" y="255"/>
                    <a:pt x="3978" y="255"/>
                  </a:cubicBezTo>
                  <a:cubicBezTo>
                    <a:pt x="3798" y="255"/>
                    <a:pt x="3618" y="253"/>
                    <a:pt x="3438" y="250"/>
                  </a:cubicBezTo>
                  <a:cubicBezTo>
                    <a:pt x="2293" y="231"/>
                    <a:pt x="1148" y="147"/>
                    <a:pt x="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53"/>
            <p:cNvSpPr/>
            <p:nvPr/>
          </p:nvSpPr>
          <p:spPr>
            <a:xfrm>
              <a:off x="4658000" y="754900"/>
              <a:ext cx="179700" cy="91050"/>
            </a:xfrm>
            <a:custGeom>
              <a:avLst/>
              <a:gdLst/>
              <a:ahLst/>
              <a:cxnLst/>
              <a:rect l="l" t="t" r="r" b="b"/>
              <a:pathLst>
                <a:path w="7188" h="3642" extrusionOk="0">
                  <a:moveTo>
                    <a:pt x="1732" y="1"/>
                  </a:moveTo>
                  <a:cubicBezTo>
                    <a:pt x="1725" y="1"/>
                    <a:pt x="1718" y="1"/>
                    <a:pt x="1710" y="1"/>
                  </a:cubicBezTo>
                  <a:cubicBezTo>
                    <a:pt x="1125" y="9"/>
                    <a:pt x="551" y="341"/>
                    <a:pt x="270" y="855"/>
                  </a:cubicBezTo>
                  <a:cubicBezTo>
                    <a:pt x="255" y="881"/>
                    <a:pt x="243" y="907"/>
                    <a:pt x="231" y="933"/>
                  </a:cubicBezTo>
                  <a:cubicBezTo>
                    <a:pt x="215" y="964"/>
                    <a:pt x="201" y="996"/>
                    <a:pt x="189" y="1030"/>
                  </a:cubicBezTo>
                  <a:cubicBezTo>
                    <a:pt x="0" y="1515"/>
                    <a:pt x="59" y="2096"/>
                    <a:pt x="369" y="2517"/>
                  </a:cubicBezTo>
                  <a:cubicBezTo>
                    <a:pt x="731" y="3009"/>
                    <a:pt x="1352" y="3231"/>
                    <a:pt x="1947" y="3375"/>
                  </a:cubicBezTo>
                  <a:cubicBezTo>
                    <a:pt x="2701" y="3553"/>
                    <a:pt x="3475" y="3642"/>
                    <a:pt x="4250" y="3642"/>
                  </a:cubicBezTo>
                  <a:cubicBezTo>
                    <a:pt x="5004" y="3642"/>
                    <a:pt x="5757" y="3558"/>
                    <a:pt x="6491" y="3391"/>
                  </a:cubicBezTo>
                  <a:cubicBezTo>
                    <a:pt x="6721" y="3337"/>
                    <a:pt x="7055" y="3303"/>
                    <a:pt x="7153" y="3188"/>
                  </a:cubicBezTo>
                  <a:cubicBezTo>
                    <a:pt x="7178" y="3161"/>
                    <a:pt x="7188" y="3127"/>
                    <a:pt x="7179" y="3087"/>
                  </a:cubicBezTo>
                  <a:cubicBezTo>
                    <a:pt x="7169" y="3047"/>
                    <a:pt x="7141" y="2999"/>
                    <a:pt x="7086" y="2942"/>
                  </a:cubicBezTo>
                  <a:cubicBezTo>
                    <a:pt x="6822" y="2676"/>
                    <a:pt x="6217" y="2397"/>
                    <a:pt x="5900" y="2198"/>
                  </a:cubicBezTo>
                  <a:cubicBezTo>
                    <a:pt x="5111" y="1702"/>
                    <a:pt x="4323" y="1205"/>
                    <a:pt x="3534" y="708"/>
                  </a:cubicBezTo>
                  <a:cubicBezTo>
                    <a:pt x="2980" y="360"/>
                    <a:pt x="2386" y="1"/>
                    <a:pt x="17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53"/>
            <p:cNvSpPr/>
            <p:nvPr/>
          </p:nvSpPr>
          <p:spPr>
            <a:xfrm>
              <a:off x="4662650" y="778200"/>
              <a:ext cx="175050" cy="56400"/>
            </a:xfrm>
            <a:custGeom>
              <a:avLst/>
              <a:gdLst/>
              <a:ahLst/>
              <a:cxnLst/>
              <a:rect l="l" t="t" r="r" b="b"/>
              <a:pathLst>
                <a:path w="7002" h="2256" extrusionOk="0">
                  <a:moveTo>
                    <a:pt x="42" y="1"/>
                  </a:moveTo>
                  <a:cubicBezTo>
                    <a:pt x="27" y="32"/>
                    <a:pt x="12" y="64"/>
                    <a:pt x="1" y="98"/>
                  </a:cubicBezTo>
                  <a:cubicBezTo>
                    <a:pt x="1255" y="651"/>
                    <a:pt x="2546" y="1123"/>
                    <a:pt x="3862" y="1510"/>
                  </a:cubicBezTo>
                  <a:cubicBezTo>
                    <a:pt x="4883" y="1811"/>
                    <a:pt x="5920" y="2061"/>
                    <a:pt x="6967" y="2256"/>
                  </a:cubicBezTo>
                  <a:cubicBezTo>
                    <a:pt x="6992" y="2229"/>
                    <a:pt x="7002" y="2195"/>
                    <a:pt x="6993" y="2155"/>
                  </a:cubicBezTo>
                  <a:cubicBezTo>
                    <a:pt x="5730" y="1917"/>
                    <a:pt x="4480" y="1605"/>
                    <a:pt x="3255" y="1215"/>
                  </a:cubicBezTo>
                  <a:cubicBezTo>
                    <a:pt x="2163" y="870"/>
                    <a:pt x="1090" y="464"/>
                    <a:pt x="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7" name="Google Shape;2897;p53"/>
          <p:cNvSpPr/>
          <p:nvPr/>
        </p:nvSpPr>
        <p:spPr>
          <a:xfrm>
            <a:off x="6786925" y="1185447"/>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Picture 4">
            <a:extLst>
              <a:ext uri="{FF2B5EF4-FFF2-40B4-BE49-F238E27FC236}">
                <a16:creationId xmlns:a16="http://schemas.microsoft.com/office/drawing/2014/main" id="{E4A11C68-0B76-4C1E-819A-2753D75818BB}"/>
              </a:ext>
            </a:extLst>
          </p:cNvPr>
          <p:cNvPicPr>
            <a:picLocks noChangeAspect="1"/>
          </p:cNvPicPr>
          <p:nvPr/>
        </p:nvPicPr>
        <p:blipFill>
          <a:blip r:embed="rId3"/>
          <a:stretch>
            <a:fillRect/>
          </a:stretch>
        </p:blipFill>
        <p:spPr>
          <a:xfrm>
            <a:off x="54515" y="1384169"/>
            <a:ext cx="4913479" cy="991831"/>
          </a:xfrm>
          <a:prstGeom prst="rect">
            <a:avLst/>
          </a:prstGeom>
        </p:spPr>
      </p:pic>
      <p:pic>
        <p:nvPicPr>
          <p:cNvPr id="7" name="Picture 6">
            <a:extLst>
              <a:ext uri="{FF2B5EF4-FFF2-40B4-BE49-F238E27FC236}">
                <a16:creationId xmlns:a16="http://schemas.microsoft.com/office/drawing/2014/main" id="{02472762-8E07-4222-B091-69527F57F62E}"/>
              </a:ext>
            </a:extLst>
          </p:cNvPr>
          <p:cNvPicPr>
            <a:picLocks noChangeAspect="1"/>
          </p:cNvPicPr>
          <p:nvPr/>
        </p:nvPicPr>
        <p:blipFill>
          <a:blip r:embed="rId4"/>
          <a:stretch>
            <a:fillRect/>
          </a:stretch>
        </p:blipFill>
        <p:spPr>
          <a:xfrm>
            <a:off x="316511" y="2571490"/>
            <a:ext cx="2707489" cy="925221"/>
          </a:xfrm>
          <a:prstGeom prst="rect">
            <a:avLst/>
          </a:prstGeom>
        </p:spPr>
      </p:pic>
      <p:pic>
        <p:nvPicPr>
          <p:cNvPr id="9" name="Picture 8">
            <a:extLst>
              <a:ext uri="{FF2B5EF4-FFF2-40B4-BE49-F238E27FC236}">
                <a16:creationId xmlns:a16="http://schemas.microsoft.com/office/drawing/2014/main" id="{E2317F05-B022-40A4-9326-EED8952BD979}"/>
              </a:ext>
            </a:extLst>
          </p:cNvPr>
          <p:cNvPicPr>
            <a:picLocks noChangeAspect="1"/>
          </p:cNvPicPr>
          <p:nvPr/>
        </p:nvPicPr>
        <p:blipFill>
          <a:blip r:embed="rId5"/>
          <a:stretch>
            <a:fillRect/>
          </a:stretch>
        </p:blipFill>
        <p:spPr>
          <a:xfrm>
            <a:off x="357908" y="3796100"/>
            <a:ext cx="2229161" cy="257211"/>
          </a:xfrm>
          <a:prstGeom prst="rect">
            <a:avLst/>
          </a:prstGeom>
        </p:spPr>
      </p:pic>
      <p:pic>
        <p:nvPicPr>
          <p:cNvPr id="11" name="Picture 10">
            <a:extLst>
              <a:ext uri="{FF2B5EF4-FFF2-40B4-BE49-F238E27FC236}">
                <a16:creationId xmlns:a16="http://schemas.microsoft.com/office/drawing/2014/main" id="{0A6CE4A4-FB0B-4466-9A5F-0B8B14A2047C}"/>
              </a:ext>
            </a:extLst>
          </p:cNvPr>
          <p:cNvPicPr>
            <a:picLocks noChangeAspect="1"/>
          </p:cNvPicPr>
          <p:nvPr/>
        </p:nvPicPr>
        <p:blipFill>
          <a:blip r:embed="rId6"/>
          <a:stretch>
            <a:fillRect/>
          </a:stretch>
        </p:blipFill>
        <p:spPr>
          <a:xfrm>
            <a:off x="5394651" y="1381979"/>
            <a:ext cx="2927211" cy="560903"/>
          </a:xfrm>
          <a:prstGeom prst="rect">
            <a:avLst/>
          </a:prstGeom>
        </p:spPr>
      </p:pic>
      <p:pic>
        <p:nvPicPr>
          <p:cNvPr id="13" name="Picture 12">
            <a:extLst>
              <a:ext uri="{FF2B5EF4-FFF2-40B4-BE49-F238E27FC236}">
                <a16:creationId xmlns:a16="http://schemas.microsoft.com/office/drawing/2014/main" id="{63C51C90-19AD-4638-9EA3-6908C20933FF}"/>
              </a:ext>
            </a:extLst>
          </p:cNvPr>
          <p:cNvPicPr>
            <a:picLocks noChangeAspect="1"/>
          </p:cNvPicPr>
          <p:nvPr/>
        </p:nvPicPr>
        <p:blipFill>
          <a:blip r:embed="rId7"/>
          <a:stretch>
            <a:fillRect/>
          </a:stretch>
        </p:blipFill>
        <p:spPr>
          <a:xfrm>
            <a:off x="5394651" y="2116182"/>
            <a:ext cx="2713865" cy="560903"/>
          </a:xfrm>
          <a:prstGeom prst="rect">
            <a:avLst/>
          </a:prstGeom>
        </p:spPr>
      </p:pic>
    </p:spTree>
    <p:extLst>
      <p:ext uri="{BB962C8B-B14F-4D97-AF65-F5344CB8AC3E}">
        <p14:creationId xmlns:p14="http://schemas.microsoft.com/office/powerpoint/2010/main" val="3196624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2028129" y="1278885"/>
            <a:ext cx="4552677"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6</a:t>
            </a:r>
            <a:br>
              <a:rPr lang="en" dirty="0"/>
            </a:br>
            <a:r>
              <a:rPr lang="en-US" sz="4000" dirty="0"/>
              <a:t>Logging &amp; Exception Handling</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23212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27"/>
        <p:cNvGrpSpPr/>
        <p:nvPr/>
      </p:nvGrpSpPr>
      <p:grpSpPr>
        <a:xfrm>
          <a:off x="0" y="0"/>
          <a:ext cx="0" cy="0"/>
          <a:chOff x="0" y="0"/>
          <a:chExt cx="0" cy="0"/>
        </a:xfrm>
      </p:grpSpPr>
      <p:sp>
        <p:nvSpPr>
          <p:cNvPr id="2828" name="Google Shape;2828;p53"/>
          <p:cNvSpPr txBox="1">
            <a:spLocks noGrp="1"/>
          </p:cNvSpPr>
          <p:nvPr>
            <p:ph type="title"/>
          </p:nvPr>
        </p:nvSpPr>
        <p:spPr>
          <a:xfrm>
            <a:off x="40382" y="61274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Logging &amp; Exception Handling</a:t>
            </a:r>
            <a:endParaRPr lang="en-US" dirty="0"/>
          </a:p>
        </p:txBody>
      </p:sp>
      <p:grpSp>
        <p:nvGrpSpPr>
          <p:cNvPr id="2878" name="Google Shape;2878;p53"/>
          <p:cNvGrpSpPr/>
          <p:nvPr/>
        </p:nvGrpSpPr>
        <p:grpSpPr>
          <a:xfrm rot="1195754">
            <a:off x="7929111" y="3538672"/>
            <a:ext cx="1110092" cy="1375045"/>
            <a:chOff x="4463600" y="387275"/>
            <a:chExt cx="449175" cy="556425"/>
          </a:xfrm>
        </p:grpSpPr>
        <p:sp>
          <p:nvSpPr>
            <p:cNvPr id="2879" name="Google Shape;2879;p53"/>
            <p:cNvSpPr/>
            <p:nvPr/>
          </p:nvSpPr>
          <p:spPr>
            <a:xfrm>
              <a:off x="4463900" y="396050"/>
              <a:ext cx="159475" cy="126800"/>
            </a:xfrm>
            <a:custGeom>
              <a:avLst/>
              <a:gdLst/>
              <a:ahLst/>
              <a:cxnLst/>
              <a:rect l="l" t="t" r="r" b="b"/>
              <a:pathLst>
                <a:path w="6379" h="5072" extrusionOk="0">
                  <a:moveTo>
                    <a:pt x="1655" y="0"/>
                  </a:moveTo>
                  <a:cubicBezTo>
                    <a:pt x="1640" y="0"/>
                    <a:pt x="1625" y="0"/>
                    <a:pt x="1610" y="1"/>
                  </a:cubicBezTo>
                  <a:cubicBezTo>
                    <a:pt x="1087" y="16"/>
                    <a:pt x="588" y="329"/>
                    <a:pt x="320" y="780"/>
                  </a:cubicBezTo>
                  <a:cubicBezTo>
                    <a:pt x="303" y="810"/>
                    <a:pt x="286" y="841"/>
                    <a:pt x="271" y="872"/>
                  </a:cubicBezTo>
                  <a:cubicBezTo>
                    <a:pt x="256" y="897"/>
                    <a:pt x="245" y="925"/>
                    <a:pt x="233" y="950"/>
                  </a:cubicBezTo>
                  <a:cubicBezTo>
                    <a:pt x="0" y="1491"/>
                    <a:pt x="92" y="2155"/>
                    <a:pt x="448" y="2624"/>
                  </a:cubicBezTo>
                  <a:cubicBezTo>
                    <a:pt x="851" y="3155"/>
                    <a:pt x="1511" y="3405"/>
                    <a:pt x="2139" y="3631"/>
                  </a:cubicBezTo>
                  <a:lnTo>
                    <a:pt x="4786" y="4587"/>
                  </a:lnTo>
                  <a:cubicBezTo>
                    <a:pt x="5142" y="4715"/>
                    <a:pt x="5736" y="5025"/>
                    <a:pt x="6112" y="5067"/>
                  </a:cubicBezTo>
                  <a:cubicBezTo>
                    <a:pt x="6136" y="5070"/>
                    <a:pt x="6158" y="5071"/>
                    <a:pt x="6178" y="5071"/>
                  </a:cubicBezTo>
                  <a:cubicBezTo>
                    <a:pt x="6223" y="5071"/>
                    <a:pt x="6258" y="5064"/>
                    <a:pt x="6283" y="5051"/>
                  </a:cubicBezTo>
                  <a:cubicBezTo>
                    <a:pt x="6320" y="5035"/>
                    <a:pt x="6341" y="5005"/>
                    <a:pt x="6347" y="4969"/>
                  </a:cubicBezTo>
                  <a:cubicBezTo>
                    <a:pt x="6378" y="4818"/>
                    <a:pt x="6200" y="4533"/>
                    <a:pt x="6096" y="4318"/>
                  </a:cubicBezTo>
                  <a:cubicBezTo>
                    <a:pt x="5442" y="2926"/>
                    <a:pt x="4468" y="1683"/>
                    <a:pt x="3269" y="722"/>
                  </a:cubicBezTo>
                  <a:cubicBezTo>
                    <a:pt x="2799" y="346"/>
                    <a:pt x="2253" y="0"/>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53"/>
            <p:cNvSpPr/>
            <p:nvPr/>
          </p:nvSpPr>
          <p:spPr>
            <a:xfrm>
              <a:off x="4470650" y="415525"/>
              <a:ext cx="401775" cy="528175"/>
            </a:xfrm>
            <a:custGeom>
              <a:avLst/>
              <a:gdLst/>
              <a:ahLst/>
              <a:cxnLst/>
              <a:rect l="l" t="t" r="r" b="b"/>
              <a:pathLst>
                <a:path w="16071" h="21127" extrusionOk="0">
                  <a:moveTo>
                    <a:pt x="50" y="0"/>
                  </a:moveTo>
                  <a:cubicBezTo>
                    <a:pt x="33" y="30"/>
                    <a:pt x="16" y="61"/>
                    <a:pt x="1" y="92"/>
                  </a:cubicBezTo>
                  <a:cubicBezTo>
                    <a:pt x="1015" y="637"/>
                    <a:pt x="2002" y="1235"/>
                    <a:pt x="2953" y="1888"/>
                  </a:cubicBezTo>
                  <a:cubicBezTo>
                    <a:pt x="4020" y="2620"/>
                    <a:pt x="5042" y="3416"/>
                    <a:pt x="6013" y="4271"/>
                  </a:cubicBezTo>
                  <a:cubicBezTo>
                    <a:pt x="6435" y="4646"/>
                    <a:pt x="6849" y="5029"/>
                    <a:pt x="7252" y="5423"/>
                  </a:cubicBezTo>
                  <a:cubicBezTo>
                    <a:pt x="8611" y="6758"/>
                    <a:pt x="9848" y="8214"/>
                    <a:pt x="10943" y="9771"/>
                  </a:cubicBezTo>
                  <a:cubicBezTo>
                    <a:pt x="12071" y="11373"/>
                    <a:pt x="13050" y="13080"/>
                    <a:pt x="13863" y="14861"/>
                  </a:cubicBezTo>
                  <a:cubicBezTo>
                    <a:pt x="14677" y="16640"/>
                    <a:pt x="15327" y="18495"/>
                    <a:pt x="15798" y="20394"/>
                  </a:cubicBezTo>
                  <a:cubicBezTo>
                    <a:pt x="15855" y="20624"/>
                    <a:pt x="15911" y="20859"/>
                    <a:pt x="15963" y="21092"/>
                  </a:cubicBezTo>
                  <a:cubicBezTo>
                    <a:pt x="15968" y="21116"/>
                    <a:pt x="15985" y="21126"/>
                    <a:pt x="16004" y="21126"/>
                  </a:cubicBezTo>
                  <a:cubicBezTo>
                    <a:pt x="16035" y="21126"/>
                    <a:pt x="16071" y="21096"/>
                    <a:pt x="16062" y="21056"/>
                  </a:cubicBezTo>
                  <a:cubicBezTo>
                    <a:pt x="15628" y="19132"/>
                    <a:pt x="15017" y="17252"/>
                    <a:pt x="14235" y="15443"/>
                  </a:cubicBezTo>
                  <a:cubicBezTo>
                    <a:pt x="13459" y="13643"/>
                    <a:pt x="12517" y="11913"/>
                    <a:pt x="11425" y="10286"/>
                  </a:cubicBezTo>
                  <a:cubicBezTo>
                    <a:pt x="10359" y="8699"/>
                    <a:pt x="9147" y="7211"/>
                    <a:pt x="7814" y="5841"/>
                  </a:cubicBezTo>
                  <a:cubicBezTo>
                    <a:pt x="7257" y="5268"/>
                    <a:pt x="6676" y="4718"/>
                    <a:pt x="6076" y="4190"/>
                  </a:cubicBezTo>
                  <a:cubicBezTo>
                    <a:pt x="5272" y="3481"/>
                    <a:pt x="4433" y="2812"/>
                    <a:pt x="3562" y="2188"/>
                  </a:cubicBezTo>
                  <a:cubicBezTo>
                    <a:pt x="2440" y="1383"/>
                    <a:pt x="1267" y="652"/>
                    <a:pt x="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53"/>
            <p:cNvSpPr/>
            <p:nvPr/>
          </p:nvSpPr>
          <p:spPr>
            <a:xfrm>
              <a:off x="4596250" y="387275"/>
              <a:ext cx="92950" cy="180025"/>
            </a:xfrm>
            <a:custGeom>
              <a:avLst/>
              <a:gdLst/>
              <a:ahLst/>
              <a:cxnLst/>
              <a:rect l="l" t="t" r="r" b="b"/>
              <a:pathLst>
                <a:path w="3718" h="7201" extrusionOk="0">
                  <a:moveTo>
                    <a:pt x="1654" y="0"/>
                  </a:moveTo>
                  <a:cubicBezTo>
                    <a:pt x="1474" y="0"/>
                    <a:pt x="1293" y="30"/>
                    <a:pt x="1123" y="89"/>
                  </a:cubicBezTo>
                  <a:cubicBezTo>
                    <a:pt x="1091" y="101"/>
                    <a:pt x="1057" y="113"/>
                    <a:pt x="1025" y="128"/>
                  </a:cubicBezTo>
                  <a:cubicBezTo>
                    <a:pt x="999" y="138"/>
                    <a:pt x="971" y="150"/>
                    <a:pt x="945" y="164"/>
                  </a:cubicBezTo>
                  <a:cubicBezTo>
                    <a:pt x="419" y="428"/>
                    <a:pt x="65" y="995"/>
                    <a:pt x="35" y="1583"/>
                  </a:cubicBezTo>
                  <a:cubicBezTo>
                    <a:pt x="1" y="2248"/>
                    <a:pt x="345" y="2865"/>
                    <a:pt x="680" y="3442"/>
                  </a:cubicBezTo>
                  <a:lnTo>
                    <a:pt x="2092" y="5876"/>
                  </a:lnTo>
                  <a:cubicBezTo>
                    <a:pt x="2281" y="6202"/>
                    <a:pt x="2539" y="6821"/>
                    <a:pt x="2799" y="7097"/>
                  </a:cubicBezTo>
                  <a:cubicBezTo>
                    <a:pt x="2854" y="7155"/>
                    <a:pt x="2901" y="7186"/>
                    <a:pt x="2941" y="7196"/>
                  </a:cubicBezTo>
                  <a:cubicBezTo>
                    <a:pt x="2952" y="7199"/>
                    <a:pt x="2962" y="7200"/>
                    <a:pt x="2972" y="7200"/>
                  </a:cubicBezTo>
                  <a:cubicBezTo>
                    <a:pt x="2998" y="7200"/>
                    <a:pt x="3022" y="7191"/>
                    <a:pt x="3043" y="7174"/>
                  </a:cubicBezTo>
                  <a:cubicBezTo>
                    <a:pt x="3163" y="7078"/>
                    <a:pt x="3209" y="6744"/>
                    <a:pt x="3270" y="6514"/>
                  </a:cubicBezTo>
                  <a:cubicBezTo>
                    <a:pt x="3663" y="5028"/>
                    <a:pt x="3718" y="3450"/>
                    <a:pt x="3417" y="1942"/>
                  </a:cubicBezTo>
                  <a:cubicBezTo>
                    <a:pt x="3296" y="1337"/>
                    <a:pt x="3095" y="705"/>
                    <a:pt x="2612" y="323"/>
                  </a:cubicBezTo>
                  <a:cubicBezTo>
                    <a:pt x="2342" y="108"/>
                    <a:pt x="1998" y="0"/>
                    <a:pt x="1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53"/>
            <p:cNvSpPr/>
            <p:nvPr/>
          </p:nvSpPr>
          <p:spPr>
            <a:xfrm>
              <a:off x="4621875" y="389500"/>
              <a:ext cx="50450" cy="177800"/>
            </a:xfrm>
            <a:custGeom>
              <a:avLst/>
              <a:gdLst/>
              <a:ahLst/>
              <a:cxnLst/>
              <a:rect l="l" t="t" r="r" b="b"/>
              <a:pathLst>
                <a:path w="2018" h="7112" extrusionOk="0">
                  <a:moveTo>
                    <a:pt x="98" y="1"/>
                  </a:moveTo>
                  <a:cubicBezTo>
                    <a:pt x="66" y="12"/>
                    <a:pt x="32" y="24"/>
                    <a:pt x="0" y="39"/>
                  </a:cubicBezTo>
                  <a:cubicBezTo>
                    <a:pt x="429" y="1108"/>
                    <a:pt x="799" y="2202"/>
                    <a:pt x="1107" y="3313"/>
                  </a:cubicBezTo>
                  <a:cubicBezTo>
                    <a:pt x="1452" y="4559"/>
                    <a:pt x="1724" y="5827"/>
                    <a:pt x="1916" y="7107"/>
                  </a:cubicBezTo>
                  <a:cubicBezTo>
                    <a:pt x="1927" y="7110"/>
                    <a:pt x="1937" y="7111"/>
                    <a:pt x="1947" y="7111"/>
                  </a:cubicBezTo>
                  <a:cubicBezTo>
                    <a:pt x="1973" y="7111"/>
                    <a:pt x="1997" y="7102"/>
                    <a:pt x="2018" y="7085"/>
                  </a:cubicBezTo>
                  <a:cubicBezTo>
                    <a:pt x="1859" y="6025"/>
                    <a:pt x="1645" y="4973"/>
                    <a:pt x="1379" y="3935"/>
                  </a:cubicBezTo>
                  <a:cubicBezTo>
                    <a:pt x="1038" y="2597"/>
                    <a:pt x="610" y="1282"/>
                    <a:pt x="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53"/>
            <p:cNvSpPr/>
            <p:nvPr/>
          </p:nvSpPr>
          <p:spPr>
            <a:xfrm>
              <a:off x="4690225" y="439125"/>
              <a:ext cx="85875" cy="183000"/>
            </a:xfrm>
            <a:custGeom>
              <a:avLst/>
              <a:gdLst/>
              <a:ahLst/>
              <a:cxnLst/>
              <a:rect l="l" t="t" r="r" b="b"/>
              <a:pathLst>
                <a:path w="3435" h="7320" extrusionOk="0">
                  <a:moveTo>
                    <a:pt x="1794" y="0"/>
                  </a:moveTo>
                  <a:cubicBezTo>
                    <a:pt x="1760" y="0"/>
                    <a:pt x="1724" y="0"/>
                    <a:pt x="1688" y="3"/>
                  </a:cubicBezTo>
                  <a:cubicBezTo>
                    <a:pt x="1660" y="3"/>
                    <a:pt x="1632" y="5"/>
                    <a:pt x="1602" y="10"/>
                  </a:cubicBezTo>
                  <a:cubicBezTo>
                    <a:pt x="1017" y="77"/>
                    <a:pt x="488" y="485"/>
                    <a:pt x="259" y="1029"/>
                  </a:cubicBezTo>
                  <a:cubicBezTo>
                    <a:pt x="0" y="1641"/>
                    <a:pt x="111" y="2341"/>
                    <a:pt x="227" y="2996"/>
                  </a:cubicBezTo>
                  <a:cubicBezTo>
                    <a:pt x="390" y="3921"/>
                    <a:pt x="553" y="4844"/>
                    <a:pt x="717" y="5768"/>
                  </a:cubicBezTo>
                  <a:cubicBezTo>
                    <a:pt x="782" y="6140"/>
                    <a:pt x="812" y="6809"/>
                    <a:pt x="961" y="7156"/>
                  </a:cubicBezTo>
                  <a:cubicBezTo>
                    <a:pt x="993" y="7228"/>
                    <a:pt x="1027" y="7275"/>
                    <a:pt x="1060" y="7299"/>
                  </a:cubicBezTo>
                  <a:cubicBezTo>
                    <a:pt x="1081" y="7313"/>
                    <a:pt x="1102" y="7320"/>
                    <a:pt x="1124" y="7320"/>
                  </a:cubicBezTo>
                  <a:cubicBezTo>
                    <a:pt x="1137" y="7320"/>
                    <a:pt x="1150" y="7317"/>
                    <a:pt x="1163" y="7312"/>
                  </a:cubicBezTo>
                  <a:cubicBezTo>
                    <a:pt x="1308" y="7265"/>
                    <a:pt x="1467" y="6966"/>
                    <a:pt x="1603" y="6772"/>
                  </a:cubicBezTo>
                  <a:cubicBezTo>
                    <a:pt x="2484" y="5511"/>
                    <a:pt x="3077" y="4049"/>
                    <a:pt x="3313" y="2529"/>
                  </a:cubicBezTo>
                  <a:cubicBezTo>
                    <a:pt x="3407" y="1920"/>
                    <a:pt x="3435" y="1257"/>
                    <a:pt x="3113" y="732"/>
                  </a:cubicBezTo>
                  <a:cubicBezTo>
                    <a:pt x="2838" y="283"/>
                    <a:pt x="2319" y="9"/>
                    <a:pt x="1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53"/>
            <p:cNvSpPr/>
            <p:nvPr/>
          </p:nvSpPr>
          <p:spPr>
            <a:xfrm>
              <a:off x="4716700" y="439125"/>
              <a:ext cx="19375" cy="183000"/>
            </a:xfrm>
            <a:custGeom>
              <a:avLst/>
              <a:gdLst/>
              <a:ahLst/>
              <a:cxnLst/>
              <a:rect l="l" t="t" r="r" b="b"/>
              <a:pathLst>
                <a:path w="775" h="7320" extrusionOk="0">
                  <a:moveTo>
                    <a:pt x="735" y="0"/>
                  </a:moveTo>
                  <a:cubicBezTo>
                    <a:pt x="701" y="0"/>
                    <a:pt x="665" y="0"/>
                    <a:pt x="629" y="3"/>
                  </a:cubicBezTo>
                  <a:cubicBezTo>
                    <a:pt x="665" y="1154"/>
                    <a:pt x="636" y="2309"/>
                    <a:pt x="544" y="3457"/>
                  </a:cubicBezTo>
                  <a:cubicBezTo>
                    <a:pt x="441" y="4746"/>
                    <a:pt x="259" y="6030"/>
                    <a:pt x="1" y="7299"/>
                  </a:cubicBezTo>
                  <a:cubicBezTo>
                    <a:pt x="22" y="7313"/>
                    <a:pt x="43" y="7320"/>
                    <a:pt x="65" y="7320"/>
                  </a:cubicBezTo>
                  <a:cubicBezTo>
                    <a:pt x="78" y="7320"/>
                    <a:pt x="91" y="7317"/>
                    <a:pt x="104" y="7312"/>
                  </a:cubicBezTo>
                  <a:cubicBezTo>
                    <a:pt x="319" y="6262"/>
                    <a:pt x="480" y="5201"/>
                    <a:pt x="587" y="4137"/>
                  </a:cubicBezTo>
                  <a:cubicBezTo>
                    <a:pt x="724" y="2761"/>
                    <a:pt x="775" y="1380"/>
                    <a:pt x="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53"/>
            <p:cNvSpPr/>
            <p:nvPr/>
          </p:nvSpPr>
          <p:spPr>
            <a:xfrm>
              <a:off x="4759825" y="543075"/>
              <a:ext cx="85350" cy="181850"/>
            </a:xfrm>
            <a:custGeom>
              <a:avLst/>
              <a:gdLst/>
              <a:ahLst/>
              <a:cxnLst/>
              <a:rect l="l" t="t" r="r" b="b"/>
              <a:pathLst>
                <a:path w="3414" h="7274" extrusionOk="0">
                  <a:moveTo>
                    <a:pt x="1784" y="0"/>
                  </a:moveTo>
                  <a:cubicBezTo>
                    <a:pt x="1749" y="0"/>
                    <a:pt x="1714" y="0"/>
                    <a:pt x="1680" y="3"/>
                  </a:cubicBezTo>
                  <a:cubicBezTo>
                    <a:pt x="1651" y="3"/>
                    <a:pt x="1623" y="5"/>
                    <a:pt x="1593" y="9"/>
                  </a:cubicBezTo>
                  <a:cubicBezTo>
                    <a:pt x="1011" y="76"/>
                    <a:pt x="488" y="483"/>
                    <a:pt x="258" y="1022"/>
                  </a:cubicBezTo>
                  <a:cubicBezTo>
                    <a:pt x="0" y="1632"/>
                    <a:pt x="112" y="2326"/>
                    <a:pt x="226" y="2978"/>
                  </a:cubicBezTo>
                  <a:cubicBezTo>
                    <a:pt x="390" y="3896"/>
                    <a:pt x="552" y="4813"/>
                    <a:pt x="715" y="5732"/>
                  </a:cubicBezTo>
                  <a:cubicBezTo>
                    <a:pt x="780" y="6100"/>
                    <a:pt x="810" y="6766"/>
                    <a:pt x="957" y="7111"/>
                  </a:cubicBezTo>
                  <a:cubicBezTo>
                    <a:pt x="988" y="7183"/>
                    <a:pt x="1021" y="7228"/>
                    <a:pt x="1055" y="7251"/>
                  </a:cubicBezTo>
                  <a:cubicBezTo>
                    <a:pt x="1076" y="7266"/>
                    <a:pt x="1097" y="7273"/>
                    <a:pt x="1119" y="7273"/>
                  </a:cubicBezTo>
                  <a:cubicBezTo>
                    <a:pt x="1132" y="7273"/>
                    <a:pt x="1145" y="7270"/>
                    <a:pt x="1158" y="7265"/>
                  </a:cubicBezTo>
                  <a:cubicBezTo>
                    <a:pt x="1303" y="7219"/>
                    <a:pt x="1460" y="6924"/>
                    <a:pt x="1594" y="6728"/>
                  </a:cubicBezTo>
                  <a:cubicBezTo>
                    <a:pt x="2469" y="5475"/>
                    <a:pt x="3057" y="4022"/>
                    <a:pt x="3291" y="2512"/>
                  </a:cubicBezTo>
                  <a:cubicBezTo>
                    <a:pt x="3384" y="1906"/>
                    <a:pt x="3413" y="1248"/>
                    <a:pt x="3093" y="727"/>
                  </a:cubicBezTo>
                  <a:cubicBezTo>
                    <a:pt x="2821" y="281"/>
                    <a:pt x="2305" y="8"/>
                    <a:pt x="1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53"/>
            <p:cNvSpPr/>
            <p:nvPr/>
          </p:nvSpPr>
          <p:spPr>
            <a:xfrm>
              <a:off x="4786200" y="543075"/>
              <a:ext cx="19225" cy="181850"/>
            </a:xfrm>
            <a:custGeom>
              <a:avLst/>
              <a:gdLst/>
              <a:ahLst/>
              <a:cxnLst/>
              <a:rect l="l" t="t" r="r" b="b"/>
              <a:pathLst>
                <a:path w="769" h="7274" extrusionOk="0">
                  <a:moveTo>
                    <a:pt x="729" y="0"/>
                  </a:moveTo>
                  <a:cubicBezTo>
                    <a:pt x="694" y="0"/>
                    <a:pt x="659" y="0"/>
                    <a:pt x="625" y="3"/>
                  </a:cubicBezTo>
                  <a:cubicBezTo>
                    <a:pt x="659" y="1147"/>
                    <a:pt x="631" y="2294"/>
                    <a:pt x="539" y="3436"/>
                  </a:cubicBezTo>
                  <a:cubicBezTo>
                    <a:pt x="437" y="4716"/>
                    <a:pt x="256" y="5992"/>
                    <a:pt x="0" y="7251"/>
                  </a:cubicBezTo>
                  <a:cubicBezTo>
                    <a:pt x="21" y="7266"/>
                    <a:pt x="42" y="7273"/>
                    <a:pt x="64" y="7273"/>
                  </a:cubicBezTo>
                  <a:cubicBezTo>
                    <a:pt x="77" y="7273"/>
                    <a:pt x="90" y="7270"/>
                    <a:pt x="103" y="7265"/>
                  </a:cubicBezTo>
                  <a:cubicBezTo>
                    <a:pt x="316" y="6223"/>
                    <a:pt x="476" y="5169"/>
                    <a:pt x="581" y="4109"/>
                  </a:cubicBezTo>
                  <a:cubicBezTo>
                    <a:pt x="719" y="2744"/>
                    <a:pt x="769" y="1372"/>
                    <a:pt x="7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53"/>
            <p:cNvSpPr/>
            <p:nvPr/>
          </p:nvSpPr>
          <p:spPr>
            <a:xfrm>
              <a:off x="4826450" y="640075"/>
              <a:ext cx="86325" cy="177525"/>
            </a:xfrm>
            <a:custGeom>
              <a:avLst/>
              <a:gdLst/>
              <a:ahLst/>
              <a:cxnLst/>
              <a:rect l="l" t="t" r="r" b="b"/>
              <a:pathLst>
                <a:path w="3453" h="7101" extrusionOk="0">
                  <a:moveTo>
                    <a:pt x="1784" y="1"/>
                  </a:moveTo>
                  <a:cubicBezTo>
                    <a:pt x="1222" y="1"/>
                    <a:pt x="672" y="314"/>
                    <a:pt x="374" y="790"/>
                  </a:cubicBezTo>
                  <a:cubicBezTo>
                    <a:pt x="22" y="1350"/>
                    <a:pt x="21" y="2053"/>
                    <a:pt x="29" y="2715"/>
                  </a:cubicBezTo>
                  <a:cubicBezTo>
                    <a:pt x="43" y="3648"/>
                    <a:pt x="57" y="4578"/>
                    <a:pt x="70" y="5511"/>
                  </a:cubicBezTo>
                  <a:cubicBezTo>
                    <a:pt x="75" y="5887"/>
                    <a:pt x="0" y="6549"/>
                    <a:pt x="90" y="6912"/>
                  </a:cubicBezTo>
                  <a:cubicBezTo>
                    <a:pt x="109" y="6988"/>
                    <a:pt x="135" y="7039"/>
                    <a:pt x="165" y="7067"/>
                  </a:cubicBezTo>
                  <a:cubicBezTo>
                    <a:pt x="188" y="7090"/>
                    <a:pt x="215" y="7100"/>
                    <a:pt x="243" y="7100"/>
                  </a:cubicBezTo>
                  <a:cubicBezTo>
                    <a:pt x="250" y="7100"/>
                    <a:pt x="257" y="7100"/>
                    <a:pt x="264" y="7099"/>
                  </a:cubicBezTo>
                  <a:cubicBezTo>
                    <a:pt x="414" y="7074"/>
                    <a:pt x="616" y="6808"/>
                    <a:pt x="780" y="6635"/>
                  </a:cubicBezTo>
                  <a:cubicBezTo>
                    <a:pt x="1844" y="5538"/>
                    <a:pt x="2658" y="4198"/>
                    <a:pt x="3130" y="2745"/>
                  </a:cubicBezTo>
                  <a:cubicBezTo>
                    <a:pt x="3319" y="2162"/>
                    <a:pt x="3452" y="1517"/>
                    <a:pt x="3220" y="950"/>
                  </a:cubicBezTo>
                  <a:cubicBezTo>
                    <a:pt x="3021" y="467"/>
                    <a:pt x="2556" y="114"/>
                    <a:pt x="2043" y="23"/>
                  </a:cubicBezTo>
                  <a:cubicBezTo>
                    <a:pt x="2008" y="17"/>
                    <a:pt x="1973" y="12"/>
                    <a:pt x="1938" y="10"/>
                  </a:cubicBezTo>
                  <a:cubicBezTo>
                    <a:pt x="1910" y="7"/>
                    <a:pt x="1881" y="5"/>
                    <a:pt x="1852" y="3"/>
                  </a:cubicBezTo>
                  <a:cubicBezTo>
                    <a:pt x="1830" y="2"/>
                    <a:pt x="1807" y="1"/>
                    <a:pt x="1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53"/>
            <p:cNvSpPr/>
            <p:nvPr/>
          </p:nvSpPr>
          <p:spPr>
            <a:xfrm>
              <a:off x="4830575" y="640325"/>
              <a:ext cx="47000" cy="177275"/>
            </a:xfrm>
            <a:custGeom>
              <a:avLst/>
              <a:gdLst/>
              <a:ahLst/>
              <a:cxnLst/>
              <a:rect l="l" t="t" r="r" b="b"/>
              <a:pathLst>
                <a:path w="1880" h="7091" extrusionOk="0">
                  <a:moveTo>
                    <a:pt x="1775" y="1"/>
                  </a:moveTo>
                  <a:cubicBezTo>
                    <a:pt x="1627" y="1135"/>
                    <a:pt x="1415" y="2263"/>
                    <a:pt x="1143" y="3375"/>
                  </a:cubicBezTo>
                  <a:cubicBezTo>
                    <a:pt x="837" y="4624"/>
                    <a:pt x="454" y="5854"/>
                    <a:pt x="0" y="7057"/>
                  </a:cubicBezTo>
                  <a:cubicBezTo>
                    <a:pt x="23" y="7080"/>
                    <a:pt x="50" y="7090"/>
                    <a:pt x="78" y="7090"/>
                  </a:cubicBezTo>
                  <a:cubicBezTo>
                    <a:pt x="85" y="7090"/>
                    <a:pt x="92" y="7090"/>
                    <a:pt x="99" y="7089"/>
                  </a:cubicBezTo>
                  <a:cubicBezTo>
                    <a:pt x="476" y="6093"/>
                    <a:pt x="802" y="5077"/>
                    <a:pt x="1079" y="4047"/>
                  </a:cubicBezTo>
                  <a:cubicBezTo>
                    <a:pt x="1432" y="2721"/>
                    <a:pt x="1700" y="1374"/>
                    <a:pt x="1879" y="15"/>
                  </a:cubicBezTo>
                  <a:cubicBezTo>
                    <a:pt x="1844" y="8"/>
                    <a:pt x="1809" y="3"/>
                    <a:pt x="1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53"/>
            <p:cNvSpPr/>
            <p:nvPr/>
          </p:nvSpPr>
          <p:spPr>
            <a:xfrm>
              <a:off x="4463600" y="498550"/>
              <a:ext cx="185400" cy="82950"/>
            </a:xfrm>
            <a:custGeom>
              <a:avLst/>
              <a:gdLst/>
              <a:ahLst/>
              <a:cxnLst/>
              <a:rect l="l" t="t" r="r" b="b"/>
              <a:pathLst>
                <a:path w="7416" h="3318" extrusionOk="0">
                  <a:moveTo>
                    <a:pt x="1795" y="0"/>
                  </a:moveTo>
                  <a:cubicBezTo>
                    <a:pt x="1652" y="0"/>
                    <a:pt x="1509" y="14"/>
                    <a:pt x="1367" y="46"/>
                  </a:cubicBezTo>
                  <a:cubicBezTo>
                    <a:pt x="792" y="176"/>
                    <a:pt x="296" y="624"/>
                    <a:pt x="127" y="1188"/>
                  </a:cubicBezTo>
                  <a:cubicBezTo>
                    <a:pt x="119" y="1217"/>
                    <a:pt x="111" y="1245"/>
                    <a:pt x="105" y="1271"/>
                  </a:cubicBezTo>
                  <a:cubicBezTo>
                    <a:pt x="96" y="1305"/>
                    <a:pt x="90" y="1341"/>
                    <a:pt x="85" y="1375"/>
                  </a:cubicBezTo>
                  <a:cubicBezTo>
                    <a:pt x="0" y="1893"/>
                    <a:pt x="181" y="2452"/>
                    <a:pt x="573" y="2802"/>
                  </a:cubicBezTo>
                  <a:cubicBezTo>
                    <a:pt x="1033" y="3211"/>
                    <a:pt x="1689" y="3299"/>
                    <a:pt x="2307" y="3315"/>
                  </a:cubicBezTo>
                  <a:cubicBezTo>
                    <a:pt x="2382" y="3316"/>
                    <a:pt x="2457" y="3317"/>
                    <a:pt x="2532" y="3317"/>
                  </a:cubicBezTo>
                  <a:cubicBezTo>
                    <a:pt x="3995" y="3317"/>
                    <a:pt x="5456" y="2993"/>
                    <a:pt x="6783" y="2380"/>
                  </a:cubicBezTo>
                  <a:cubicBezTo>
                    <a:pt x="7001" y="2282"/>
                    <a:pt x="7322" y="2180"/>
                    <a:pt x="7394" y="2044"/>
                  </a:cubicBezTo>
                  <a:cubicBezTo>
                    <a:pt x="7412" y="2012"/>
                    <a:pt x="7416" y="1977"/>
                    <a:pt x="7397" y="1940"/>
                  </a:cubicBezTo>
                  <a:cubicBezTo>
                    <a:pt x="7381" y="1903"/>
                    <a:pt x="7342" y="1862"/>
                    <a:pt x="7276" y="1817"/>
                  </a:cubicBezTo>
                  <a:cubicBezTo>
                    <a:pt x="6959" y="1610"/>
                    <a:pt x="6306" y="1462"/>
                    <a:pt x="5952" y="1332"/>
                  </a:cubicBezTo>
                  <a:cubicBezTo>
                    <a:pt x="5071" y="1008"/>
                    <a:pt x="4191" y="684"/>
                    <a:pt x="3310" y="361"/>
                  </a:cubicBezTo>
                  <a:cubicBezTo>
                    <a:pt x="2821" y="181"/>
                    <a:pt x="2307" y="0"/>
                    <a:pt x="1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53"/>
            <p:cNvSpPr/>
            <p:nvPr/>
          </p:nvSpPr>
          <p:spPr>
            <a:xfrm>
              <a:off x="4465700" y="530400"/>
              <a:ext cx="183300" cy="19525"/>
            </a:xfrm>
            <a:custGeom>
              <a:avLst/>
              <a:gdLst/>
              <a:ahLst/>
              <a:cxnLst/>
              <a:rect l="l" t="t" r="r" b="b"/>
              <a:pathLst>
                <a:path w="7332" h="781" extrusionOk="0">
                  <a:moveTo>
                    <a:pt x="21" y="0"/>
                  </a:moveTo>
                  <a:cubicBezTo>
                    <a:pt x="12" y="34"/>
                    <a:pt x="6" y="69"/>
                    <a:pt x="1" y="104"/>
                  </a:cubicBezTo>
                  <a:cubicBezTo>
                    <a:pt x="1352" y="386"/>
                    <a:pt x="2720" y="580"/>
                    <a:pt x="4098" y="687"/>
                  </a:cubicBezTo>
                  <a:cubicBezTo>
                    <a:pt x="4904" y="749"/>
                    <a:pt x="5713" y="780"/>
                    <a:pt x="6522" y="780"/>
                  </a:cubicBezTo>
                  <a:cubicBezTo>
                    <a:pt x="6785" y="780"/>
                    <a:pt x="7048" y="777"/>
                    <a:pt x="7310" y="770"/>
                  </a:cubicBezTo>
                  <a:cubicBezTo>
                    <a:pt x="7328" y="738"/>
                    <a:pt x="7332" y="703"/>
                    <a:pt x="7313" y="666"/>
                  </a:cubicBezTo>
                  <a:lnTo>
                    <a:pt x="7313" y="666"/>
                  </a:lnTo>
                  <a:cubicBezTo>
                    <a:pt x="7056" y="672"/>
                    <a:pt x="6798" y="675"/>
                    <a:pt x="6541" y="675"/>
                  </a:cubicBezTo>
                  <a:cubicBezTo>
                    <a:pt x="5505" y="675"/>
                    <a:pt x="4469" y="625"/>
                    <a:pt x="3437" y="524"/>
                  </a:cubicBezTo>
                  <a:cubicBezTo>
                    <a:pt x="2291" y="412"/>
                    <a:pt x="1149" y="237"/>
                    <a:pt x="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53"/>
            <p:cNvSpPr/>
            <p:nvPr/>
          </p:nvSpPr>
          <p:spPr>
            <a:xfrm>
              <a:off x="4529750" y="585700"/>
              <a:ext cx="182950" cy="81375"/>
            </a:xfrm>
            <a:custGeom>
              <a:avLst/>
              <a:gdLst/>
              <a:ahLst/>
              <a:cxnLst/>
              <a:rect l="l" t="t" r="r" b="b"/>
              <a:pathLst>
                <a:path w="7318" h="3255" extrusionOk="0">
                  <a:moveTo>
                    <a:pt x="1837" y="1"/>
                  </a:moveTo>
                  <a:cubicBezTo>
                    <a:pt x="1589" y="1"/>
                    <a:pt x="1344" y="34"/>
                    <a:pt x="1110" y="121"/>
                  </a:cubicBezTo>
                  <a:cubicBezTo>
                    <a:pt x="559" y="323"/>
                    <a:pt x="129" y="828"/>
                    <a:pt x="34" y="1406"/>
                  </a:cubicBezTo>
                  <a:cubicBezTo>
                    <a:pt x="29" y="1434"/>
                    <a:pt x="26" y="1463"/>
                    <a:pt x="23" y="1491"/>
                  </a:cubicBezTo>
                  <a:cubicBezTo>
                    <a:pt x="19" y="1526"/>
                    <a:pt x="17" y="1561"/>
                    <a:pt x="17" y="1597"/>
                  </a:cubicBezTo>
                  <a:cubicBezTo>
                    <a:pt x="0" y="2118"/>
                    <a:pt x="249" y="2645"/>
                    <a:pt x="679" y="2939"/>
                  </a:cubicBezTo>
                  <a:cubicBezTo>
                    <a:pt x="1035" y="3182"/>
                    <a:pt x="1467" y="3255"/>
                    <a:pt x="1904" y="3255"/>
                  </a:cubicBezTo>
                  <a:cubicBezTo>
                    <a:pt x="2088" y="3255"/>
                    <a:pt x="2273" y="3242"/>
                    <a:pt x="2453" y="3223"/>
                  </a:cubicBezTo>
                  <a:cubicBezTo>
                    <a:pt x="3973" y="3060"/>
                    <a:pt x="5452" y="2542"/>
                    <a:pt x="6745" y="1727"/>
                  </a:cubicBezTo>
                  <a:cubicBezTo>
                    <a:pt x="6946" y="1598"/>
                    <a:pt x="7250" y="1455"/>
                    <a:pt x="7304" y="1314"/>
                  </a:cubicBezTo>
                  <a:cubicBezTo>
                    <a:pt x="7318" y="1281"/>
                    <a:pt x="7317" y="1244"/>
                    <a:pt x="7293" y="1211"/>
                  </a:cubicBezTo>
                  <a:cubicBezTo>
                    <a:pt x="7272" y="1176"/>
                    <a:pt x="7227" y="1140"/>
                    <a:pt x="7157" y="1106"/>
                  </a:cubicBezTo>
                  <a:cubicBezTo>
                    <a:pt x="6819" y="942"/>
                    <a:pt x="6156" y="881"/>
                    <a:pt x="5791" y="798"/>
                  </a:cubicBezTo>
                  <a:cubicBezTo>
                    <a:pt x="4881" y="592"/>
                    <a:pt x="3971" y="386"/>
                    <a:pt x="3063" y="182"/>
                  </a:cubicBezTo>
                  <a:cubicBezTo>
                    <a:pt x="2662" y="91"/>
                    <a:pt x="2245" y="1"/>
                    <a:pt x="1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53"/>
            <p:cNvSpPr/>
            <p:nvPr/>
          </p:nvSpPr>
          <p:spPr>
            <a:xfrm>
              <a:off x="4530150" y="615950"/>
              <a:ext cx="182550" cy="11975"/>
            </a:xfrm>
            <a:custGeom>
              <a:avLst/>
              <a:gdLst/>
              <a:ahLst/>
              <a:cxnLst/>
              <a:rect l="l" t="t" r="r" b="b"/>
              <a:pathLst>
                <a:path w="7302" h="479" extrusionOk="0">
                  <a:moveTo>
                    <a:pt x="7277" y="1"/>
                  </a:moveTo>
                  <a:cubicBezTo>
                    <a:pt x="6007" y="198"/>
                    <a:pt x="4724" y="317"/>
                    <a:pt x="3439" y="359"/>
                  </a:cubicBezTo>
                  <a:cubicBezTo>
                    <a:pt x="3098" y="370"/>
                    <a:pt x="2756" y="376"/>
                    <a:pt x="2415" y="376"/>
                  </a:cubicBezTo>
                  <a:cubicBezTo>
                    <a:pt x="1611" y="376"/>
                    <a:pt x="807" y="344"/>
                    <a:pt x="7" y="281"/>
                  </a:cubicBezTo>
                  <a:cubicBezTo>
                    <a:pt x="3" y="316"/>
                    <a:pt x="1" y="351"/>
                    <a:pt x="1" y="387"/>
                  </a:cubicBezTo>
                  <a:cubicBezTo>
                    <a:pt x="806" y="448"/>
                    <a:pt x="1614" y="479"/>
                    <a:pt x="2422" y="479"/>
                  </a:cubicBezTo>
                  <a:cubicBezTo>
                    <a:pt x="2986" y="479"/>
                    <a:pt x="3549" y="464"/>
                    <a:pt x="4112" y="434"/>
                  </a:cubicBezTo>
                  <a:cubicBezTo>
                    <a:pt x="5175" y="377"/>
                    <a:pt x="6236" y="268"/>
                    <a:pt x="7288" y="104"/>
                  </a:cubicBezTo>
                  <a:cubicBezTo>
                    <a:pt x="7302" y="71"/>
                    <a:pt x="7301" y="34"/>
                    <a:pt x="72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53"/>
            <p:cNvSpPr/>
            <p:nvPr/>
          </p:nvSpPr>
          <p:spPr>
            <a:xfrm>
              <a:off x="4592775" y="670525"/>
              <a:ext cx="183850" cy="81550"/>
            </a:xfrm>
            <a:custGeom>
              <a:avLst/>
              <a:gdLst/>
              <a:ahLst/>
              <a:cxnLst/>
              <a:rect l="l" t="t" r="r" b="b"/>
              <a:pathLst>
                <a:path w="7354" h="3262" extrusionOk="0">
                  <a:moveTo>
                    <a:pt x="1814" y="0"/>
                  </a:moveTo>
                  <a:cubicBezTo>
                    <a:pt x="1610" y="0"/>
                    <a:pt x="1408" y="25"/>
                    <a:pt x="1211" y="87"/>
                  </a:cubicBezTo>
                  <a:cubicBezTo>
                    <a:pt x="653" y="261"/>
                    <a:pt x="195" y="743"/>
                    <a:pt x="73" y="1316"/>
                  </a:cubicBezTo>
                  <a:cubicBezTo>
                    <a:pt x="66" y="1345"/>
                    <a:pt x="61" y="1373"/>
                    <a:pt x="57" y="1402"/>
                  </a:cubicBezTo>
                  <a:cubicBezTo>
                    <a:pt x="51" y="1436"/>
                    <a:pt x="47" y="1471"/>
                    <a:pt x="45" y="1506"/>
                  </a:cubicBezTo>
                  <a:cubicBezTo>
                    <a:pt x="0" y="2026"/>
                    <a:pt x="223" y="2565"/>
                    <a:pt x="640" y="2880"/>
                  </a:cubicBezTo>
                  <a:cubicBezTo>
                    <a:pt x="1040" y="3182"/>
                    <a:pt x="1554" y="3261"/>
                    <a:pt x="2063" y="3261"/>
                  </a:cubicBezTo>
                  <a:cubicBezTo>
                    <a:pt x="2175" y="3261"/>
                    <a:pt x="2287" y="3257"/>
                    <a:pt x="2398" y="3251"/>
                  </a:cubicBezTo>
                  <a:cubicBezTo>
                    <a:pt x="3924" y="3164"/>
                    <a:pt x="5427" y="2721"/>
                    <a:pt x="6759" y="1971"/>
                  </a:cubicBezTo>
                  <a:cubicBezTo>
                    <a:pt x="6966" y="1853"/>
                    <a:pt x="7276" y="1725"/>
                    <a:pt x="7338" y="1585"/>
                  </a:cubicBezTo>
                  <a:cubicBezTo>
                    <a:pt x="7353" y="1552"/>
                    <a:pt x="7353" y="1517"/>
                    <a:pt x="7333" y="1482"/>
                  </a:cubicBezTo>
                  <a:cubicBezTo>
                    <a:pt x="7314" y="1446"/>
                    <a:pt x="7271" y="1409"/>
                    <a:pt x="7203" y="1372"/>
                  </a:cubicBezTo>
                  <a:cubicBezTo>
                    <a:pt x="6873" y="1191"/>
                    <a:pt x="6215" y="1097"/>
                    <a:pt x="5854" y="996"/>
                  </a:cubicBezTo>
                  <a:cubicBezTo>
                    <a:pt x="4956" y="746"/>
                    <a:pt x="4058" y="495"/>
                    <a:pt x="3160" y="244"/>
                  </a:cubicBezTo>
                  <a:cubicBezTo>
                    <a:pt x="2722" y="122"/>
                    <a:pt x="2263" y="0"/>
                    <a:pt x="1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53"/>
            <p:cNvSpPr/>
            <p:nvPr/>
          </p:nvSpPr>
          <p:spPr>
            <a:xfrm>
              <a:off x="4593875" y="705500"/>
              <a:ext cx="182750" cy="8975"/>
            </a:xfrm>
            <a:custGeom>
              <a:avLst/>
              <a:gdLst/>
              <a:ahLst/>
              <a:cxnLst/>
              <a:rect l="l" t="t" r="r" b="b"/>
              <a:pathLst>
                <a:path w="7310" h="359" extrusionOk="0">
                  <a:moveTo>
                    <a:pt x="13" y="1"/>
                  </a:moveTo>
                  <a:cubicBezTo>
                    <a:pt x="7" y="36"/>
                    <a:pt x="3" y="71"/>
                    <a:pt x="1" y="106"/>
                  </a:cubicBezTo>
                  <a:cubicBezTo>
                    <a:pt x="1338" y="275"/>
                    <a:pt x="2682" y="359"/>
                    <a:pt x="4030" y="359"/>
                  </a:cubicBezTo>
                  <a:cubicBezTo>
                    <a:pt x="4055" y="359"/>
                    <a:pt x="4079" y="359"/>
                    <a:pt x="4104" y="359"/>
                  </a:cubicBezTo>
                  <a:cubicBezTo>
                    <a:pt x="5170" y="355"/>
                    <a:pt x="6235" y="299"/>
                    <a:pt x="7294" y="186"/>
                  </a:cubicBezTo>
                  <a:cubicBezTo>
                    <a:pt x="7309" y="153"/>
                    <a:pt x="7309" y="118"/>
                    <a:pt x="7289" y="83"/>
                  </a:cubicBezTo>
                  <a:cubicBezTo>
                    <a:pt x="6190" y="198"/>
                    <a:pt x="5083" y="255"/>
                    <a:pt x="3978" y="255"/>
                  </a:cubicBezTo>
                  <a:cubicBezTo>
                    <a:pt x="3798" y="255"/>
                    <a:pt x="3618" y="253"/>
                    <a:pt x="3438" y="250"/>
                  </a:cubicBezTo>
                  <a:cubicBezTo>
                    <a:pt x="2293" y="231"/>
                    <a:pt x="1148" y="147"/>
                    <a:pt x="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53"/>
            <p:cNvSpPr/>
            <p:nvPr/>
          </p:nvSpPr>
          <p:spPr>
            <a:xfrm>
              <a:off x="4658000" y="754900"/>
              <a:ext cx="179700" cy="91050"/>
            </a:xfrm>
            <a:custGeom>
              <a:avLst/>
              <a:gdLst/>
              <a:ahLst/>
              <a:cxnLst/>
              <a:rect l="l" t="t" r="r" b="b"/>
              <a:pathLst>
                <a:path w="7188" h="3642" extrusionOk="0">
                  <a:moveTo>
                    <a:pt x="1732" y="1"/>
                  </a:moveTo>
                  <a:cubicBezTo>
                    <a:pt x="1725" y="1"/>
                    <a:pt x="1718" y="1"/>
                    <a:pt x="1710" y="1"/>
                  </a:cubicBezTo>
                  <a:cubicBezTo>
                    <a:pt x="1125" y="9"/>
                    <a:pt x="551" y="341"/>
                    <a:pt x="270" y="855"/>
                  </a:cubicBezTo>
                  <a:cubicBezTo>
                    <a:pt x="255" y="881"/>
                    <a:pt x="243" y="907"/>
                    <a:pt x="231" y="933"/>
                  </a:cubicBezTo>
                  <a:cubicBezTo>
                    <a:pt x="215" y="964"/>
                    <a:pt x="201" y="996"/>
                    <a:pt x="189" y="1030"/>
                  </a:cubicBezTo>
                  <a:cubicBezTo>
                    <a:pt x="0" y="1515"/>
                    <a:pt x="59" y="2096"/>
                    <a:pt x="369" y="2517"/>
                  </a:cubicBezTo>
                  <a:cubicBezTo>
                    <a:pt x="731" y="3009"/>
                    <a:pt x="1352" y="3231"/>
                    <a:pt x="1947" y="3375"/>
                  </a:cubicBezTo>
                  <a:cubicBezTo>
                    <a:pt x="2701" y="3553"/>
                    <a:pt x="3475" y="3642"/>
                    <a:pt x="4250" y="3642"/>
                  </a:cubicBezTo>
                  <a:cubicBezTo>
                    <a:pt x="5004" y="3642"/>
                    <a:pt x="5757" y="3558"/>
                    <a:pt x="6491" y="3391"/>
                  </a:cubicBezTo>
                  <a:cubicBezTo>
                    <a:pt x="6721" y="3337"/>
                    <a:pt x="7055" y="3303"/>
                    <a:pt x="7153" y="3188"/>
                  </a:cubicBezTo>
                  <a:cubicBezTo>
                    <a:pt x="7178" y="3161"/>
                    <a:pt x="7188" y="3127"/>
                    <a:pt x="7179" y="3087"/>
                  </a:cubicBezTo>
                  <a:cubicBezTo>
                    <a:pt x="7169" y="3047"/>
                    <a:pt x="7141" y="2999"/>
                    <a:pt x="7086" y="2942"/>
                  </a:cubicBezTo>
                  <a:cubicBezTo>
                    <a:pt x="6822" y="2676"/>
                    <a:pt x="6217" y="2397"/>
                    <a:pt x="5900" y="2198"/>
                  </a:cubicBezTo>
                  <a:cubicBezTo>
                    <a:pt x="5111" y="1702"/>
                    <a:pt x="4323" y="1205"/>
                    <a:pt x="3534" y="708"/>
                  </a:cubicBezTo>
                  <a:cubicBezTo>
                    <a:pt x="2980" y="360"/>
                    <a:pt x="2386" y="1"/>
                    <a:pt x="17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53"/>
            <p:cNvSpPr/>
            <p:nvPr/>
          </p:nvSpPr>
          <p:spPr>
            <a:xfrm>
              <a:off x="4662650" y="778200"/>
              <a:ext cx="175050" cy="56400"/>
            </a:xfrm>
            <a:custGeom>
              <a:avLst/>
              <a:gdLst/>
              <a:ahLst/>
              <a:cxnLst/>
              <a:rect l="l" t="t" r="r" b="b"/>
              <a:pathLst>
                <a:path w="7002" h="2256" extrusionOk="0">
                  <a:moveTo>
                    <a:pt x="42" y="1"/>
                  </a:moveTo>
                  <a:cubicBezTo>
                    <a:pt x="27" y="32"/>
                    <a:pt x="12" y="64"/>
                    <a:pt x="1" y="98"/>
                  </a:cubicBezTo>
                  <a:cubicBezTo>
                    <a:pt x="1255" y="651"/>
                    <a:pt x="2546" y="1123"/>
                    <a:pt x="3862" y="1510"/>
                  </a:cubicBezTo>
                  <a:cubicBezTo>
                    <a:pt x="4883" y="1811"/>
                    <a:pt x="5920" y="2061"/>
                    <a:pt x="6967" y="2256"/>
                  </a:cubicBezTo>
                  <a:cubicBezTo>
                    <a:pt x="6992" y="2229"/>
                    <a:pt x="7002" y="2195"/>
                    <a:pt x="6993" y="2155"/>
                  </a:cubicBezTo>
                  <a:cubicBezTo>
                    <a:pt x="5730" y="1917"/>
                    <a:pt x="4480" y="1605"/>
                    <a:pt x="3255" y="1215"/>
                  </a:cubicBezTo>
                  <a:cubicBezTo>
                    <a:pt x="2163" y="870"/>
                    <a:pt x="1090" y="464"/>
                    <a:pt x="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7" name="Google Shape;2897;p53"/>
          <p:cNvSpPr/>
          <p:nvPr/>
        </p:nvSpPr>
        <p:spPr>
          <a:xfrm>
            <a:off x="6786925" y="1185447"/>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F0CBE49B-F4C9-43B8-8994-82BE19B5818A}"/>
              </a:ext>
            </a:extLst>
          </p:cNvPr>
          <p:cNvPicPr>
            <a:picLocks noChangeAspect="1"/>
          </p:cNvPicPr>
          <p:nvPr/>
        </p:nvPicPr>
        <p:blipFill>
          <a:blip r:embed="rId3"/>
          <a:stretch>
            <a:fillRect/>
          </a:stretch>
        </p:blipFill>
        <p:spPr>
          <a:xfrm>
            <a:off x="94897" y="1479391"/>
            <a:ext cx="3439005" cy="304843"/>
          </a:xfrm>
          <a:prstGeom prst="rect">
            <a:avLst/>
          </a:prstGeom>
        </p:spPr>
      </p:pic>
      <p:pic>
        <p:nvPicPr>
          <p:cNvPr id="6" name="Picture 5">
            <a:extLst>
              <a:ext uri="{FF2B5EF4-FFF2-40B4-BE49-F238E27FC236}">
                <a16:creationId xmlns:a16="http://schemas.microsoft.com/office/drawing/2014/main" id="{8AB7C288-63AC-4A1C-B56E-267FA7A8658B}"/>
              </a:ext>
            </a:extLst>
          </p:cNvPr>
          <p:cNvPicPr>
            <a:picLocks noChangeAspect="1"/>
          </p:cNvPicPr>
          <p:nvPr/>
        </p:nvPicPr>
        <p:blipFill rotWithShape="1">
          <a:blip r:embed="rId4"/>
          <a:srcRect t="20000"/>
          <a:stretch/>
        </p:blipFill>
        <p:spPr>
          <a:xfrm>
            <a:off x="242555" y="2078178"/>
            <a:ext cx="6582694" cy="304843"/>
          </a:xfrm>
          <a:prstGeom prst="rect">
            <a:avLst/>
          </a:prstGeom>
        </p:spPr>
      </p:pic>
      <p:pic>
        <p:nvPicPr>
          <p:cNvPr id="10" name="Picture 9">
            <a:extLst>
              <a:ext uri="{FF2B5EF4-FFF2-40B4-BE49-F238E27FC236}">
                <a16:creationId xmlns:a16="http://schemas.microsoft.com/office/drawing/2014/main" id="{B82BA54A-010C-4033-A076-95D95954142E}"/>
              </a:ext>
            </a:extLst>
          </p:cNvPr>
          <p:cNvPicPr>
            <a:picLocks noChangeAspect="1"/>
          </p:cNvPicPr>
          <p:nvPr/>
        </p:nvPicPr>
        <p:blipFill>
          <a:blip r:embed="rId5"/>
          <a:stretch>
            <a:fillRect/>
          </a:stretch>
        </p:blipFill>
        <p:spPr>
          <a:xfrm>
            <a:off x="310291" y="2858561"/>
            <a:ext cx="7164181" cy="417191"/>
          </a:xfrm>
          <a:prstGeom prst="rect">
            <a:avLst/>
          </a:prstGeom>
        </p:spPr>
      </p:pic>
      <p:pic>
        <p:nvPicPr>
          <p:cNvPr id="14" name="Picture 13">
            <a:extLst>
              <a:ext uri="{FF2B5EF4-FFF2-40B4-BE49-F238E27FC236}">
                <a16:creationId xmlns:a16="http://schemas.microsoft.com/office/drawing/2014/main" id="{67D4764B-7510-406C-9C61-D8C3E6105A42}"/>
              </a:ext>
            </a:extLst>
          </p:cNvPr>
          <p:cNvPicPr>
            <a:picLocks noChangeAspect="1"/>
          </p:cNvPicPr>
          <p:nvPr/>
        </p:nvPicPr>
        <p:blipFill>
          <a:blip r:embed="rId6"/>
          <a:stretch>
            <a:fillRect/>
          </a:stretch>
        </p:blipFill>
        <p:spPr>
          <a:xfrm>
            <a:off x="310291" y="3587820"/>
            <a:ext cx="2713709" cy="508821"/>
          </a:xfrm>
          <a:prstGeom prst="rect">
            <a:avLst/>
          </a:prstGeom>
        </p:spPr>
      </p:pic>
      <p:pic>
        <p:nvPicPr>
          <p:cNvPr id="16" name="Picture 15">
            <a:extLst>
              <a:ext uri="{FF2B5EF4-FFF2-40B4-BE49-F238E27FC236}">
                <a16:creationId xmlns:a16="http://schemas.microsoft.com/office/drawing/2014/main" id="{D90BCB7F-BB1B-4630-8784-B4DD45A05873}"/>
              </a:ext>
            </a:extLst>
          </p:cNvPr>
          <p:cNvPicPr>
            <a:picLocks noChangeAspect="1"/>
          </p:cNvPicPr>
          <p:nvPr/>
        </p:nvPicPr>
        <p:blipFill>
          <a:blip r:embed="rId7"/>
          <a:stretch>
            <a:fillRect/>
          </a:stretch>
        </p:blipFill>
        <p:spPr>
          <a:xfrm>
            <a:off x="310291" y="4210098"/>
            <a:ext cx="2512619" cy="626792"/>
          </a:xfrm>
          <a:prstGeom prst="rect">
            <a:avLst/>
          </a:prstGeom>
        </p:spPr>
      </p:pic>
    </p:spTree>
    <p:extLst>
      <p:ext uri="{BB962C8B-B14F-4D97-AF65-F5344CB8AC3E}">
        <p14:creationId xmlns:p14="http://schemas.microsoft.com/office/powerpoint/2010/main" val="3295351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2053078" y="1326618"/>
            <a:ext cx="4552677"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7</a:t>
            </a:r>
            <a:br>
              <a:rPr lang="en" dirty="0"/>
            </a:br>
            <a:r>
              <a:rPr lang="en-US" sz="4000" dirty="0"/>
              <a:t>REST API &amp; Swagger Documentation</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61476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27"/>
        <p:cNvGrpSpPr/>
        <p:nvPr/>
      </p:nvGrpSpPr>
      <p:grpSpPr>
        <a:xfrm>
          <a:off x="0" y="0"/>
          <a:ext cx="0" cy="0"/>
          <a:chOff x="0" y="0"/>
          <a:chExt cx="0" cy="0"/>
        </a:xfrm>
      </p:grpSpPr>
      <p:sp>
        <p:nvSpPr>
          <p:cNvPr id="2828" name="Google Shape;2828;p53"/>
          <p:cNvSpPr txBox="1">
            <a:spLocks noGrp="1"/>
          </p:cNvSpPr>
          <p:nvPr>
            <p:ph type="title"/>
          </p:nvPr>
        </p:nvSpPr>
        <p:spPr>
          <a:xfrm>
            <a:off x="40382" y="61274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REST API &amp; Swagger Documentation</a:t>
            </a:r>
            <a:endParaRPr lang="en-US" dirty="0"/>
          </a:p>
        </p:txBody>
      </p:sp>
      <p:grpSp>
        <p:nvGrpSpPr>
          <p:cNvPr id="2878" name="Google Shape;2878;p53"/>
          <p:cNvGrpSpPr/>
          <p:nvPr/>
        </p:nvGrpSpPr>
        <p:grpSpPr>
          <a:xfrm rot="1195754">
            <a:off x="7929111" y="3538672"/>
            <a:ext cx="1110092" cy="1375045"/>
            <a:chOff x="4463600" y="387275"/>
            <a:chExt cx="449175" cy="556425"/>
          </a:xfrm>
        </p:grpSpPr>
        <p:sp>
          <p:nvSpPr>
            <p:cNvPr id="2879" name="Google Shape;2879;p53"/>
            <p:cNvSpPr/>
            <p:nvPr/>
          </p:nvSpPr>
          <p:spPr>
            <a:xfrm>
              <a:off x="4463900" y="396050"/>
              <a:ext cx="159475" cy="126800"/>
            </a:xfrm>
            <a:custGeom>
              <a:avLst/>
              <a:gdLst/>
              <a:ahLst/>
              <a:cxnLst/>
              <a:rect l="l" t="t" r="r" b="b"/>
              <a:pathLst>
                <a:path w="6379" h="5072" extrusionOk="0">
                  <a:moveTo>
                    <a:pt x="1655" y="0"/>
                  </a:moveTo>
                  <a:cubicBezTo>
                    <a:pt x="1640" y="0"/>
                    <a:pt x="1625" y="0"/>
                    <a:pt x="1610" y="1"/>
                  </a:cubicBezTo>
                  <a:cubicBezTo>
                    <a:pt x="1087" y="16"/>
                    <a:pt x="588" y="329"/>
                    <a:pt x="320" y="780"/>
                  </a:cubicBezTo>
                  <a:cubicBezTo>
                    <a:pt x="303" y="810"/>
                    <a:pt x="286" y="841"/>
                    <a:pt x="271" y="872"/>
                  </a:cubicBezTo>
                  <a:cubicBezTo>
                    <a:pt x="256" y="897"/>
                    <a:pt x="245" y="925"/>
                    <a:pt x="233" y="950"/>
                  </a:cubicBezTo>
                  <a:cubicBezTo>
                    <a:pt x="0" y="1491"/>
                    <a:pt x="92" y="2155"/>
                    <a:pt x="448" y="2624"/>
                  </a:cubicBezTo>
                  <a:cubicBezTo>
                    <a:pt x="851" y="3155"/>
                    <a:pt x="1511" y="3405"/>
                    <a:pt x="2139" y="3631"/>
                  </a:cubicBezTo>
                  <a:lnTo>
                    <a:pt x="4786" y="4587"/>
                  </a:lnTo>
                  <a:cubicBezTo>
                    <a:pt x="5142" y="4715"/>
                    <a:pt x="5736" y="5025"/>
                    <a:pt x="6112" y="5067"/>
                  </a:cubicBezTo>
                  <a:cubicBezTo>
                    <a:pt x="6136" y="5070"/>
                    <a:pt x="6158" y="5071"/>
                    <a:pt x="6178" y="5071"/>
                  </a:cubicBezTo>
                  <a:cubicBezTo>
                    <a:pt x="6223" y="5071"/>
                    <a:pt x="6258" y="5064"/>
                    <a:pt x="6283" y="5051"/>
                  </a:cubicBezTo>
                  <a:cubicBezTo>
                    <a:pt x="6320" y="5035"/>
                    <a:pt x="6341" y="5005"/>
                    <a:pt x="6347" y="4969"/>
                  </a:cubicBezTo>
                  <a:cubicBezTo>
                    <a:pt x="6378" y="4818"/>
                    <a:pt x="6200" y="4533"/>
                    <a:pt x="6096" y="4318"/>
                  </a:cubicBezTo>
                  <a:cubicBezTo>
                    <a:pt x="5442" y="2926"/>
                    <a:pt x="4468" y="1683"/>
                    <a:pt x="3269" y="722"/>
                  </a:cubicBezTo>
                  <a:cubicBezTo>
                    <a:pt x="2799" y="346"/>
                    <a:pt x="2253" y="0"/>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53"/>
            <p:cNvSpPr/>
            <p:nvPr/>
          </p:nvSpPr>
          <p:spPr>
            <a:xfrm>
              <a:off x="4470650" y="415525"/>
              <a:ext cx="401775" cy="528175"/>
            </a:xfrm>
            <a:custGeom>
              <a:avLst/>
              <a:gdLst/>
              <a:ahLst/>
              <a:cxnLst/>
              <a:rect l="l" t="t" r="r" b="b"/>
              <a:pathLst>
                <a:path w="16071" h="21127" extrusionOk="0">
                  <a:moveTo>
                    <a:pt x="50" y="0"/>
                  </a:moveTo>
                  <a:cubicBezTo>
                    <a:pt x="33" y="30"/>
                    <a:pt x="16" y="61"/>
                    <a:pt x="1" y="92"/>
                  </a:cubicBezTo>
                  <a:cubicBezTo>
                    <a:pt x="1015" y="637"/>
                    <a:pt x="2002" y="1235"/>
                    <a:pt x="2953" y="1888"/>
                  </a:cubicBezTo>
                  <a:cubicBezTo>
                    <a:pt x="4020" y="2620"/>
                    <a:pt x="5042" y="3416"/>
                    <a:pt x="6013" y="4271"/>
                  </a:cubicBezTo>
                  <a:cubicBezTo>
                    <a:pt x="6435" y="4646"/>
                    <a:pt x="6849" y="5029"/>
                    <a:pt x="7252" y="5423"/>
                  </a:cubicBezTo>
                  <a:cubicBezTo>
                    <a:pt x="8611" y="6758"/>
                    <a:pt x="9848" y="8214"/>
                    <a:pt x="10943" y="9771"/>
                  </a:cubicBezTo>
                  <a:cubicBezTo>
                    <a:pt x="12071" y="11373"/>
                    <a:pt x="13050" y="13080"/>
                    <a:pt x="13863" y="14861"/>
                  </a:cubicBezTo>
                  <a:cubicBezTo>
                    <a:pt x="14677" y="16640"/>
                    <a:pt x="15327" y="18495"/>
                    <a:pt x="15798" y="20394"/>
                  </a:cubicBezTo>
                  <a:cubicBezTo>
                    <a:pt x="15855" y="20624"/>
                    <a:pt x="15911" y="20859"/>
                    <a:pt x="15963" y="21092"/>
                  </a:cubicBezTo>
                  <a:cubicBezTo>
                    <a:pt x="15968" y="21116"/>
                    <a:pt x="15985" y="21126"/>
                    <a:pt x="16004" y="21126"/>
                  </a:cubicBezTo>
                  <a:cubicBezTo>
                    <a:pt x="16035" y="21126"/>
                    <a:pt x="16071" y="21096"/>
                    <a:pt x="16062" y="21056"/>
                  </a:cubicBezTo>
                  <a:cubicBezTo>
                    <a:pt x="15628" y="19132"/>
                    <a:pt x="15017" y="17252"/>
                    <a:pt x="14235" y="15443"/>
                  </a:cubicBezTo>
                  <a:cubicBezTo>
                    <a:pt x="13459" y="13643"/>
                    <a:pt x="12517" y="11913"/>
                    <a:pt x="11425" y="10286"/>
                  </a:cubicBezTo>
                  <a:cubicBezTo>
                    <a:pt x="10359" y="8699"/>
                    <a:pt x="9147" y="7211"/>
                    <a:pt x="7814" y="5841"/>
                  </a:cubicBezTo>
                  <a:cubicBezTo>
                    <a:pt x="7257" y="5268"/>
                    <a:pt x="6676" y="4718"/>
                    <a:pt x="6076" y="4190"/>
                  </a:cubicBezTo>
                  <a:cubicBezTo>
                    <a:pt x="5272" y="3481"/>
                    <a:pt x="4433" y="2812"/>
                    <a:pt x="3562" y="2188"/>
                  </a:cubicBezTo>
                  <a:cubicBezTo>
                    <a:pt x="2440" y="1383"/>
                    <a:pt x="1267" y="652"/>
                    <a:pt x="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53"/>
            <p:cNvSpPr/>
            <p:nvPr/>
          </p:nvSpPr>
          <p:spPr>
            <a:xfrm>
              <a:off x="4596250" y="387275"/>
              <a:ext cx="92950" cy="180025"/>
            </a:xfrm>
            <a:custGeom>
              <a:avLst/>
              <a:gdLst/>
              <a:ahLst/>
              <a:cxnLst/>
              <a:rect l="l" t="t" r="r" b="b"/>
              <a:pathLst>
                <a:path w="3718" h="7201" extrusionOk="0">
                  <a:moveTo>
                    <a:pt x="1654" y="0"/>
                  </a:moveTo>
                  <a:cubicBezTo>
                    <a:pt x="1474" y="0"/>
                    <a:pt x="1293" y="30"/>
                    <a:pt x="1123" y="89"/>
                  </a:cubicBezTo>
                  <a:cubicBezTo>
                    <a:pt x="1091" y="101"/>
                    <a:pt x="1057" y="113"/>
                    <a:pt x="1025" y="128"/>
                  </a:cubicBezTo>
                  <a:cubicBezTo>
                    <a:pt x="999" y="138"/>
                    <a:pt x="971" y="150"/>
                    <a:pt x="945" y="164"/>
                  </a:cubicBezTo>
                  <a:cubicBezTo>
                    <a:pt x="419" y="428"/>
                    <a:pt x="65" y="995"/>
                    <a:pt x="35" y="1583"/>
                  </a:cubicBezTo>
                  <a:cubicBezTo>
                    <a:pt x="1" y="2248"/>
                    <a:pt x="345" y="2865"/>
                    <a:pt x="680" y="3442"/>
                  </a:cubicBezTo>
                  <a:lnTo>
                    <a:pt x="2092" y="5876"/>
                  </a:lnTo>
                  <a:cubicBezTo>
                    <a:pt x="2281" y="6202"/>
                    <a:pt x="2539" y="6821"/>
                    <a:pt x="2799" y="7097"/>
                  </a:cubicBezTo>
                  <a:cubicBezTo>
                    <a:pt x="2854" y="7155"/>
                    <a:pt x="2901" y="7186"/>
                    <a:pt x="2941" y="7196"/>
                  </a:cubicBezTo>
                  <a:cubicBezTo>
                    <a:pt x="2952" y="7199"/>
                    <a:pt x="2962" y="7200"/>
                    <a:pt x="2972" y="7200"/>
                  </a:cubicBezTo>
                  <a:cubicBezTo>
                    <a:pt x="2998" y="7200"/>
                    <a:pt x="3022" y="7191"/>
                    <a:pt x="3043" y="7174"/>
                  </a:cubicBezTo>
                  <a:cubicBezTo>
                    <a:pt x="3163" y="7078"/>
                    <a:pt x="3209" y="6744"/>
                    <a:pt x="3270" y="6514"/>
                  </a:cubicBezTo>
                  <a:cubicBezTo>
                    <a:pt x="3663" y="5028"/>
                    <a:pt x="3718" y="3450"/>
                    <a:pt x="3417" y="1942"/>
                  </a:cubicBezTo>
                  <a:cubicBezTo>
                    <a:pt x="3296" y="1337"/>
                    <a:pt x="3095" y="705"/>
                    <a:pt x="2612" y="323"/>
                  </a:cubicBezTo>
                  <a:cubicBezTo>
                    <a:pt x="2342" y="108"/>
                    <a:pt x="1998" y="0"/>
                    <a:pt x="1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53"/>
            <p:cNvSpPr/>
            <p:nvPr/>
          </p:nvSpPr>
          <p:spPr>
            <a:xfrm>
              <a:off x="4621875" y="389500"/>
              <a:ext cx="50450" cy="177800"/>
            </a:xfrm>
            <a:custGeom>
              <a:avLst/>
              <a:gdLst/>
              <a:ahLst/>
              <a:cxnLst/>
              <a:rect l="l" t="t" r="r" b="b"/>
              <a:pathLst>
                <a:path w="2018" h="7112" extrusionOk="0">
                  <a:moveTo>
                    <a:pt x="98" y="1"/>
                  </a:moveTo>
                  <a:cubicBezTo>
                    <a:pt x="66" y="12"/>
                    <a:pt x="32" y="24"/>
                    <a:pt x="0" y="39"/>
                  </a:cubicBezTo>
                  <a:cubicBezTo>
                    <a:pt x="429" y="1108"/>
                    <a:pt x="799" y="2202"/>
                    <a:pt x="1107" y="3313"/>
                  </a:cubicBezTo>
                  <a:cubicBezTo>
                    <a:pt x="1452" y="4559"/>
                    <a:pt x="1724" y="5827"/>
                    <a:pt x="1916" y="7107"/>
                  </a:cubicBezTo>
                  <a:cubicBezTo>
                    <a:pt x="1927" y="7110"/>
                    <a:pt x="1937" y="7111"/>
                    <a:pt x="1947" y="7111"/>
                  </a:cubicBezTo>
                  <a:cubicBezTo>
                    <a:pt x="1973" y="7111"/>
                    <a:pt x="1997" y="7102"/>
                    <a:pt x="2018" y="7085"/>
                  </a:cubicBezTo>
                  <a:cubicBezTo>
                    <a:pt x="1859" y="6025"/>
                    <a:pt x="1645" y="4973"/>
                    <a:pt x="1379" y="3935"/>
                  </a:cubicBezTo>
                  <a:cubicBezTo>
                    <a:pt x="1038" y="2597"/>
                    <a:pt x="610" y="1282"/>
                    <a:pt x="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53"/>
            <p:cNvSpPr/>
            <p:nvPr/>
          </p:nvSpPr>
          <p:spPr>
            <a:xfrm>
              <a:off x="4690225" y="439125"/>
              <a:ext cx="85875" cy="183000"/>
            </a:xfrm>
            <a:custGeom>
              <a:avLst/>
              <a:gdLst/>
              <a:ahLst/>
              <a:cxnLst/>
              <a:rect l="l" t="t" r="r" b="b"/>
              <a:pathLst>
                <a:path w="3435" h="7320" extrusionOk="0">
                  <a:moveTo>
                    <a:pt x="1794" y="0"/>
                  </a:moveTo>
                  <a:cubicBezTo>
                    <a:pt x="1760" y="0"/>
                    <a:pt x="1724" y="0"/>
                    <a:pt x="1688" y="3"/>
                  </a:cubicBezTo>
                  <a:cubicBezTo>
                    <a:pt x="1660" y="3"/>
                    <a:pt x="1632" y="5"/>
                    <a:pt x="1602" y="10"/>
                  </a:cubicBezTo>
                  <a:cubicBezTo>
                    <a:pt x="1017" y="77"/>
                    <a:pt x="488" y="485"/>
                    <a:pt x="259" y="1029"/>
                  </a:cubicBezTo>
                  <a:cubicBezTo>
                    <a:pt x="0" y="1641"/>
                    <a:pt x="111" y="2341"/>
                    <a:pt x="227" y="2996"/>
                  </a:cubicBezTo>
                  <a:cubicBezTo>
                    <a:pt x="390" y="3921"/>
                    <a:pt x="553" y="4844"/>
                    <a:pt x="717" y="5768"/>
                  </a:cubicBezTo>
                  <a:cubicBezTo>
                    <a:pt x="782" y="6140"/>
                    <a:pt x="812" y="6809"/>
                    <a:pt x="961" y="7156"/>
                  </a:cubicBezTo>
                  <a:cubicBezTo>
                    <a:pt x="993" y="7228"/>
                    <a:pt x="1027" y="7275"/>
                    <a:pt x="1060" y="7299"/>
                  </a:cubicBezTo>
                  <a:cubicBezTo>
                    <a:pt x="1081" y="7313"/>
                    <a:pt x="1102" y="7320"/>
                    <a:pt x="1124" y="7320"/>
                  </a:cubicBezTo>
                  <a:cubicBezTo>
                    <a:pt x="1137" y="7320"/>
                    <a:pt x="1150" y="7317"/>
                    <a:pt x="1163" y="7312"/>
                  </a:cubicBezTo>
                  <a:cubicBezTo>
                    <a:pt x="1308" y="7265"/>
                    <a:pt x="1467" y="6966"/>
                    <a:pt x="1603" y="6772"/>
                  </a:cubicBezTo>
                  <a:cubicBezTo>
                    <a:pt x="2484" y="5511"/>
                    <a:pt x="3077" y="4049"/>
                    <a:pt x="3313" y="2529"/>
                  </a:cubicBezTo>
                  <a:cubicBezTo>
                    <a:pt x="3407" y="1920"/>
                    <a:pt x="3435" y="1257"/>
                    <a:pt x="3113" y="732"/>
                  </a:cubicBezTo>
                  <a:cubicBezTo>
                    <a:pt x="2838" y="283"/>
                    <a:pt x="2319" y="9"/>
                    <a:pt x="1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53"/>
            <p:cNvSpPr/>
            <p:nvPr/>
          </p:nvSpPr>
          <p:spPr>
            <a:xfrm>
              <a:off x="4716700" y="439125"/>
              <a:ext cx="19375" cy="183000"/>
            </a:xfrm>
            <a:custGeom>
              <a:avLst/>
              <a:gdLst/>
              <a:ahLst/>
              <a:cxnLst/>
              <a:rect l="l" t="t" r="r" b="b"/>
              <a:pathLst>
                <a:path w="775" h="7320" extrusionOk="0">
                  <a:moveTo>
                    <a:pt x="735" y="0"/>
                  </a:moveTo>
                  <a:cubicBezTo>
                    <a:pt x="701" y="0"/>
                    <a:pt x="665" y="0"/>
                    <a:pt x="629" y="3"/>
                  </a:cubicBezTo>
                  <a:cubicBezTo>
                    <a:pt x="665" y="1154"/>
                    <a:pt x="636" y="2309"/>
                    <a:pt x="544" y="3457"/>
                  </a:cubicBezTo>
                  <a:cubicBezTo>
                    <a:pt x="441" y="4746"/>
                    <a:pt x="259" y="6030"/>
                    <a:pt x="1" y="7299"/>
                  </a:cubicBezTo>
                  <a:cubicBezTo>
                    <a:pt x="22" y="7313"/>
                    <a:pt x="43" y="7320"/>
                    <a:pt x="65" y="7320"/>
                  </a:cubicBezTo>
                  <a:cubicBezTo>
                    <a:pt x="78" y="7320"/>
                    <a:pt x="91" y="7317"/>
                    <a:pt x="104" y="7312"/>
                  </a:cubicBezTo>
                  <a:cubicBezTo>
                    <a:pt x="319" y="6262"/>
                    <a:pt x="480" y="5201"/>
                    <a:pt x="587" y="4137"/>
                  </a:cubicBezTo>
                  <a:cubicBezTo>
                    <a:pt x="724" y="2761"/>
                    <a:pt x="775" y="1380"/>
                    <a:pt x="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53"/>
            <p:cNvSpPr/>
            <p:nvPr/>
          </p:nvSpPr>
          <p:spPr>
            <a:xfrm>
              <a:off x="4759825" y="543075"/>
              <a:ext cx="85350" cy="181850"/>
            </a:xfrm>
            <a:custGeom>
              <a:avLst/>
              <a:gdLst/>
              <a:ahLst/>
              <a:cxnLst/>
              <a:rect l="l" t="t" r="r" b="b"/>
              <a:pathLst>
                <a:path w="3414" h="7274" extrusionOk="0">
                  <a:moveTo>
                    <a:pt x="1784" y="0"/>
                  </a:moveTo>
                  <a:cubicBezTo>
                    <a:pt x="1749" y="0"/>
                    <a:pt x="1714" y="0"/>
                    <a:pt x="1680" y="3"/>
                  </a:cubicBezTo>
                  <a:cubicBezTo>
                    <a:pt x="1651" y="3"/>
                    <a:pt x="1623" y="5"/>
                    <a:pt x="1593" y="9"/>
                  </a:cubicBezTo>
                  <a:cubicBezTo>
                    <a:pt x="1011" y="76"/>
                    <a:pt x="488" y="483"/>
                    <a:pt x="258" y="1022"/>
                  </a:cubicBezTo>
                  <a:cubicBezTo>
                    <a:pt x="0" y="1632"/>
                    <a:pt x="112" y="2326"/>
                    <a:pt x="226" y="2978"/>
                  </a:cubicBezTo>
                  <a:cubicBezTo>
                    <a:pt x="390" y="3896"/>
                    <a:pt x="552" y="4813"/>
                    <a:pt x="715" y="5732"/>
                  </a:cubicBezTo>
                  <a:cubicBezTo>
                    <a:pt x="780" y="6100"/>
                    <a:pt x="810" y="6766"/>
                    <a:pt x="957" y="7111"/>
                  </a:cubicBezTo>
                  <a:cubicBezTo>
                    <a:pt x="988" y="7183"/>
                    <a:pt x="1021" y="7228"/>
                    <a:pt x="1055" y="7251"/>
                  </a:cubicBezTo>
                  <a:cubicBezTo>
                    <a:pt x="1076" y="7266"/>
                    <a:pt x="1097" y="7273"/>
                    <a:pt x="1119" y="7273"/>
                  </a:cubicBezTo>
                  <a:cubicBezTo>
                    <a:pt x="1132" y="7273"/>
                    <a:pt x="1145" y="7270"/>
                    <a:pt x="1158" y="7265"/>
                  </a:cubicBezTo>
                  <a:cubicBezTo>
                    <a:pt x="1303" y="7219"/>
                    <a:pt x="1460" y="6924"/>
                    <a:pt x="1594" y="6728"/>
                  </a:cubicBezTo>
                  <a:cubicBezTo>
                    <a:pt x="2469" y="5475"/>
                    <a:pt x="3057" y="4022"/>
                    <a:pt x="3291" y="2512"/>
                  </a:cubicBezTo>
                  <a:cubicBezTo>
                    <a:pt x="3384" y="1906"/>
                    <a:pt x="3413" y="1248"/>
                    <a:pt x="3093" y="727"/>
                  </a:cubicBezTo>
                  <a:cubicBezTo>
                    <a:pt x="2821" y="281"/>
                    <a:pt x="2305" y="8"/>
                    <a:pt x="1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53"/>
            <p:cNvSpPr/>
            <p:nvPr/>
          </p:nvSpPr>
          <p:spPr>
            <a:xfrm>
              <a:off x="4786200" y="543075"/>
              <a:ext cx="19225" cy="181850"/>
            </a:xfrm>
            <a:custGeom>
              <a:avLst/>
              <a:gdLst/>
              <a:ahLst/>
              <a:cxnLst/>
              <a:rect l="l" t="t" r="r" b="b"/>
              <a:pathLst>
                <a:path w="769" h="7274" extrusionOk="0">
                  <a:moveTo>
                    <a:pt x="729" y="0"/>
                  </a:moveTo>
                  <a:cubicBezTo>
                    <a:pt x="694" y="0"/>
                    <a:pt x="659" y="0"/>
                    <a:pt x="625" y="3"/>
                  </a:cubicBezTo>
                  <a:cubicBezTo>
                    <a:pt x="659" y="1147"/>
                    <a:pt x="631" y="2294"/>
                    <a:pt x="539" y="3436"/>
                  </a:cubicBezTo>
                  <a:cubicBezTo>
                    <a:pt x="437" y="4716"/>
                    <a:pt x="256" y="5992"/>
                    <a:pt x="0" y="7251"/>
                  </a:cubicBezTo>
                  <a:cubicBezTo>
                    <a:pt x="21" y="7266"/>
                    <a:pt x="42" y="7273"/>
                    <a:pt x="64" y="7273"/>
                  </a:cubicBezTo>
                  <a:cubicBezTo>
                    <a:pt x="77" y="7273"/>
                    <a:pt x="90" y="7270"/>
                    <a:pt x="103" y="7265"/>
                  </a:cubicBezTo>
                  <a:cubicBezTo>
                    <a:pt x="316" y="6223"/>
                    <a:pt x="476" y="5169"/>
                    <a:pt x="581" y="4109"/>
                  </a:cubicBezTo>
                  <a:cubicBezTo>
                    <a:pt x="719" y="2744"/>
                    <a:pt x="769" y="1372"/>
                    <a:pt x="7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53"/>
            <p:cNvSpPr/>
            <p:nvPr/>
          </p:nvSpPr>
          <p:spPr>
            <a:xfrm>
              <a:off x="4826450" y="640075"/>
              <a:ext cx="86325" cy="177525"/>
            </a:xfrm>
            <a:custGeom>
              <a:avLst/>
              <a:gdLst/>
              <a:ahLst/>
              <a:cxnLst/>
              <a:rect l="l" t="t" r="r" b="b"/>
              <a:pathLst>
                <a:path w="3453" h="7101" extrusionOk="0">
                  <a:moveTo>
                    <a:pt x="1784" y="1"/>
                  </a:moveTo>
                  <a:cubicBezTo>
                    <a:pt x="1222" y="1"/>
                    <a:pt x="672" y="314"/>
                    <a:pt x="374" y="790"/>
                  </a:cubicBezTo>
                  <a:cubicBezTo>
                    <a:pt x="22" y="1350"/>
                    <a:pt x="21" y="2053"/>
                    <a:pt x="29" y="2715"/>
                  </a:cubicBezTo>
                  <a:cubicBezTo>
                    <a:pt x="43" y="3648"/>
                    <a:pt x="57" y="4578"/>
                    <a:pt x="70" y="5511"/>
                  </a:cubicBezTo>
                  <a:cubicBezTo>
                    <a:pt x="75" y="5887"/>
                    <a:pt x="0" y="6549"/>
                    <a:pt x="90" y="6912"/>
                  </a:cubicBezTo>
                  <a:cubicBezTo>
                    <a:pt x="109" y="6988"/>
                    <a:pt x="135" y="7039"/>
                    <a:pt x="165" y="7067"/>
                  </a:cubicBezTo>
                  <a:cubicBezTo>
                    <a:pt x="188" y="7090"/>
                    <a:pt x="215" y="7100"/>
                    <a:pt x="243" y="7100"/>
                  </a:cubicBezTo>
                  <a:cubicBezTo>
                    <a:pt x="250" y="7100"/>
                    <a:pt x="257" y="7100"/>
                    <a:pt x="264" y="7099"/>
                  </a:cubicBezTo>
                  <a:cubicBezTo>
                    <a:pt x="414" y="7074"/>
                    <a:pt x="616" y="6808"/>
                    <a:pt x="780" y="6635"/>
                  </a:cubicBezTo>
                  <a:cubicBezTo>
                    <a:pt x="1844" y="5538"/>
                    <a:pt x="2658" y="4198"/>
                    <a:pt x="3130" y="2745"/>
                  </a:cubicBezTo>
                  <a:cubicBezTo>
                    <a:pt x="3319" y="2162"/>
                    <a:pt x="3452" y="1517"/>
                    <a:pt x="3220" y="950"/>
                  </a:cubicBezTo>
                  <a:cubicBezTo>
                    <a:pt x="3021" y="467"/>
                    <a:pt x="2556" y="114"/>
                    <a:pt x="2043" y="23"/>
                  </a:cubicBezTo>
                  <a:cubicBezTo>
                    <a:pt x="2008" y="17"/>
                    <a:pt x="1973" y="12"/>
                    <a:pt x="1938" y="10"/>
                  </a:cubicBezTo>
                  <a:cubicBezTo>
                    <a:pt x="1910" y="7"/>
                    <a:pt x="1881" y="5"/>
                    <a:pt x="1852" y="3"/>
                  </a:cubicBezTo>
                  <a:cubicBezTo>
                    <a:pt x="1830" y="2"/>
                    <a:pt x="1807" y="1"/>
                    <a:pt x="1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53"/>
            <p:cNvSpPr/>
            <p:nvPr/>
          </p:nvSpPr>
          <p:spPr>
            <a:xfrm>
              <a:off x="4830575" y="640325"/>
              <a:ext cx="47000" cy="177275"/>
            </a:xfrm>
            <a:custGeom>
              <a:avLst/>
              <a:gdLst/>
              <a:ahLst/>
              <a:cxnLst/>
              <a:rect l="l" t="t" r="r" b="b"/>
              <a:pathLst>
                <a:path w="1880" h="7091" extrusionOk="0">
                  <a:moveTo>
                    <a:pt x="1775" y="1"/>
                  </a:moveTo>
                  <a:cubicBezTo>
                    <a:pt x="1627" y="1135"/>
                    <a:pt x="1415" y="2263"/>
                    <a:pt x="1143" y="3375"/>
                  </a:cubicBezTo>
                  <a:cubicBezTo>
                    <a:pt x="837" y="4624"/>
                    <a:pt x="454" y="5854"/>
                    <a:pt x="0" y="7057"/>
                  </a:cubicBezTo>
                  <a:cubicBezTo>
                    <a:pt x="23" y="7080"/>
                    <a:pt x="50" y="7090"/>
                    <a:pt x="78" y="7090"/>
                  </a:cubicBezTo>
                  <a:cubicBezTo>
                    <a:pt x="85" y="7090"/>
                    <a:pt x="92" y="7090"/>
                    <a:pt x="99" y="7089"/>
                  </a:cubicBezTo>
                  <a:cubicBezTo>
                    <a:pt x="476" y="6093"/>
                    <a:pt x="802" y="5077"/>
                    <a:pt x="1079" y="4047"/>
                  </a:cubicBezTo>
                  <a:cubicBezTo>
                    <a:pt x="1432" y="2721"/>
                    <a:pt x="1700" y="1374"/>
                    <a:pt x="1879" y="15"/>
                  </a:cubicBezTo>
                  <a:cubicBezTo>
                    <a:pt x="1844" y="8"/>
                    <a:pt x="1809" y="3"/>
                    <a:pt x="1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53"/>
            <p:cNvSpPr/>
            <p:nvPr/>
          </p:nvSpPr>
          <p:spPr>
            <a:xfrm>
              <a:off x="4463600" y="498550"/>
              <a:ext cx="185400" cy="82950"/>
            </a:xfrm>
            <a:custGeom>
              <a:avLst/>
              <a:gdLst/>
              <a:ahLst/>
              <a:cxnLst/>
              <a:rect l="l" t="t" r="r" b="b"/>
              <a:pathLst>
                <a:path w="7416" h="3318" extrusionOk="0">
                  <a:moveTo>
                    <a:pt x="1795" y="0"/>
                  </a:moveTo>
                  <a:cubicBezTo>
                    <a:pt x="1652" y="0"/>
                    <a:pt x="1509" y="14"/>
                    <a:pt x="1367" y="46"/>
                  </a:cubicBezTo>
                  <a:cubicBezTo>
                    <a:pt x="792" y="176"/>
                    <a:pt x="296" y="624"/>
                    <a:pt x="127" y="1188"/>
                  </a:cubicBezTo>
                  <a:cubicBezTo>
                    <a:pt x="119" y="1217"/>
                    <a:pt x="111" y="1245"/>
                    <a:pt x="105" y="1271"/>
                  </a:cubicBezTo>
                  <a:cubicBezTo>
                    <a:pt x="96" y="1305"/>
                    <a:pt x="90" y="1341"/>
                    <a:pt x="85" y="1375"/>
                  </a:cubicBezTo>
                  <a:cubicBezTo>
                    <a:pt x="0" y="1893"/>
                    <a:pt x="181" y="2452"/>
                    <a:pt x="573" y="2802"/>
                  </a:cubicBezTo>
                  <a:cubicBezTo>
                    <a:pt x="1033" y="3211"/>
                    <a:pt x="1689" y="3299"/>
                    <a:pt x="2307" y="3315"/>
                  </a:cubicBezTo>
                  <a:cubicBezTo>
                    <a:pt x="2382" y="3316"/>
                    <a:pt x="2457" y="3317"/>
                    <a:pt x="2532" y="3317"/>
                  </a:cubicBezTo>
                  <a:cubicBezTo>
                    <a:pt x="3995" y="3317"/>
                    <a:pt x="5456" y="2993"/>
                    <a:pt x="6783" y="2380"/>
                  </a:cubicBezTo>
                  <a:cubicBezTo>
                    <a:pt x="7001" y="2282"/>
                    <a:pt x="7322" y="2180"/>
                    <a:pt x="7394" y="2044"/>
                  </a:cubicBezTo>
                  <a:cubicBezTo>
                    <a:pt x="7412" y="2012"/>
                    <a:pt x="7416" y="1977"/>
                    <a:pt x="7397" y="1940"/>
                  </a:cubicBezTo>
                  <a:cubicBezTo>
                    <a:pt x="7381" y="1903"/>
                    <a:pt x="7342" y="1862"/>
                    <a:pt x="7276" y="1817"/>
                  </a:cubicBezTo>
                  <a:cubicBezTo>
                    <a:pt x="6959" y="1610"/>
                    <a:pt x="6306" y="1462"/>
                    <a:pt x="5952" y="1332"/>
                  </a:cubicBezTo>
                  <a:cubicBezTo>
                    <a:pt x="5071" y="1008"/>
                    <a:pt x="4191" y="684"/>
                    <a:pt x="3310" y="361"/>
                  </a:cubicBezTo>
                  <a:cubicBezTo>
                    <a:pt x="2821" y="181"/>
                    <a:pt x="2307" y="0"/>
                    <a:pt x="1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53"/>
            <p:cNvSpPr/>
            <p:nvPr/>
          </p:nvSpPr>
          <p:spPr>
            <a:xfrm>
              <a:off x="4465700" y="530400"/>
              <a:ext cx="183300" cy="19525"/>
            </a:xfrm>
            <a:custGeom>
              <a:avLst/>
              <a:gdLst/>
              <a:ahLst/>
              <a:cxnLst/>
              <a:rect l="l" t="t" r="r" b="b"/>
              <a:pathLst>
                <a:path w="7332" h="781" extrusionOk="0">
                  <a:moveTo>
                    <a:pt x="21" y="0"/>
                  </a:moveTo>
                  <a:cubicBezTo>
                    <a:pt x="12" y="34"/>
                    <a:pt x="6" y="69"/>
                    <a:pt x="1" y="104"/>
                  </a:cubicBezTo>
                  <a:cubicBezTo>
                    <a:pt x="1352" y="386"/>
                    <a:pt x="2720" y="580"/>
                    <a:pt x="4098" y="687"/>
                  </a:cubicBezTo>
                  <a:cubicBezTo>
                    <a:pt x="4904" y="749"/>
                    <a:pt x="5713" y="780"/>
                    <a:pt x="6522" y="780"/>
                  </a:cubicBezTo>
                  <a:cubicBezTo>
                    <a:pt x="6785" y="780"/>
                    <a:pt x="7048" y="777"/>
                    <a:pt x="7310" y="770"/>
                  </a:cubicBezTo>
                  <a:cubicBezTo>
                    <a:pt x="7328" y="738"/>
                    <a:pt x="7332" y="703"/>
                    <a:pt x="7313" y="666"/>
                  </a:cubicBezTo>
                  <a:lnTo>
                    <a:pt x="7313" y="666"/>
                  </a:lnTo>
                  <a:cubicBezTo>
                    <a:pt x="7056" y="672"/>
                    <a:pt x="6798" y="675"/>
                    <a:pt x="6541" y="675"/>
                  </a:cubicBezTo>
                  <a:cubicBezTo>
                    <a:pt x="5505" y="675"/>
                    <a:pt x="4469" y="625"/>
                    <a:pt x="3437" y="524"/>
                  </a:cubicBezTo>
                  <a:cubicBezTo>
                    <a:pt x="2291" y="412"/>
                    <a:pt x="1149" y="237"/>
                    <a:pt x="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53"/>
            <p:cNvSpPr/>
            <p:nvPr/>
          </p:nvSpPr>
          <p:spPr>
            <a:xfrm>
              <a:off x="4529750" y="585700"/>
              <a:ext cx="182950" cy="81375"/>
            </a:xfrm>
            <a:custGeom>
              <a:avLst/>
              <a:gdLst/>
              <a:ahLst/>
              <a:cxnLst/>
              <a:rect l="l" t="t" r="r" b="b"/>
              <a:pathLst>
                <a:path w="7318" h="3255" extrusionOk="0">
                  <a:moveTo>
                    <a:pt x="1837" y="1"/>
                  </a:moveTo>
                  <a:cubicBezTo>
                    <a:pt x="1589" y="1"/>
                    <a:pt x="1344" y="34"/>
                    <a:pt x="1110" y="121"/>
                  </a:cubicBezTo>
                  <a:cubicBezTo>
                    <a:pt x="559" y="323"/>
                    <a:pt x="129" y="828"/>
                    <a:pt x="34" y="1406"/>
                  </a:cubicBezTo>
                  <a:cubicBezTo>
                    <a:pt x="29" y="1434"/>
                    <a:pt x="26" y="1463"/>
                    <a:pt x="23" y="1491"/>
                  </a:cubicBezTo>
                  <a:cubicBezTo>
                    <a:pt x="19" y="1526"/>
                    <a:pt x="17" y="1561"/>
                    <a:pt x="17" y="1597"/>
                  </a:cubicBezTo>
                  <a:cubicBezTo>
                    <a:pt x="0" y="2118"/>
                    <a:pt x="249" y="2645"/>
                    <a:pt x="679" y="2939"/>
                  </a:cubicBezTo>
                  <a:cubicBezTo>
                    <a:pt x="1035" y="3182"/>
                    <a:pt x="1467" y="3255"/>
                    <a:pt x="1904" y="3255"/>
                  </a:cubicBezTo>
                  <a:cubicBezTo>
                    <a:pt x="2088" y="3255"/>
                    <a:pt x="2273" y="3242"/>
                    <a:pt x="2453" y="3223"/>
                  </a:cubicBezTo>
                  <a:cubicBezTo>
                    <a:pt x="3973" y="3060"/>
                    <a:pt x="5452" y="2542"/>
                    <a:pt x="6745" y="1727"/>
                  </a:cubicBezTo>
                  <a:cubicBezTo>
                    <a:pt x="6946" y="1598"/>
                    <a:pt x="7250" y="1455"/>
                    <a:pt x="7304" y="1314"/>
                  </a:cubicBezTo>
                  <a:cubicBezTo>
                    <a:pt x="7318" y="1281"/>
                    <a:pt x="7317" y="1244"/>
                    <a:pt x="7293" y="1211"/>
                  </a:cubicBezTo>
                  <a:cubicBezTo>
                    <a:pt x="7272" y="1176"/>
                    <a:pt x="7227" y="1140"/>
                    <a:pt x="7157" y="1106"/>
                  </a:cubicBezTo>
                  <a:cubicBezTo>
                    <a:pt x="6819" y="942"/>
                    <a:pt x="6156" y="881"/>
                    <a:pt x="5791" y="798"/>
                  </a:cubicBezTo>
                  <a:cubicBezTo>
                    <a:pt x="4881" y="592"/>
                    <a:pt x="3971" y="386"/>
                    <a:pt x="3063" y="182"/>
                  </a:cubicBezTo>
                  <a:cubicBezTo>
                    <a:pt x="2662" y="91"/>
                    <a:pt x="2245" y="1"/>
                    <a:pt x="1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53"/>
            <p:cNvSpPr/>
            <p:nvPr/>
          </p:nvSpPr>
          <p:spPr>
            <a:xfrm>
              <a:off x="4530150" y="615950"/>
              <a:ext cx="182550" cy="11975"/>
            </a:xfrm>
            <a:custGeom>
              <a:avLst/>
              <a:gdLst/>
              <a:ahLst/>
              <a:cxnLst/>
              <a:rect l="l" t="t" r="r" b="b"/>
              <a:pathLst>
                <a:path w="7302" h="479" extrusionOk="0">
                  <a:moveTo>
                    <a:pt x="7277" y="1"/>
                  </a:moveTo>
                  <a:cubicBezTo>
                    <a:pt x="6007" y="198"/>
                    <a:pt x="4724" y="317"/>
                    <a:pt x="3439" y="359"/>
                  </a:cubicBezTo>
                  <a:cubicBezTo>
                    <a:pt x="3098" y="370"/>
                    <a:pt x="2756" y="376"/>
                    <a:pt x="2415" y="376"/>
                  </a:cubicBezTo>
                  <a:cubicBezTo>
                    <a:pt x="1611" y="376"/>
                    <a:pt x="807" y="344"/>
                    <a:pt x="7" y="281"/>
                  </a:cubicBezTo>
                  <a:cubicBezTo>
                    <a:pt x="3" y="316"/>
                    <a:pt x="1" y="351"/>
                    <a:pt x="1" y="387"/>
                  </a:cubicBezTo>
                  <a:cubicBezTo>
                    <a:pt x="806" y="448"/>
                    <a:pt x="1614" y="479"/>
                    <a:pt x="2422" y="479"/>
                  </a:cubicBezTo>
                  <a:cubicBezTo>
                    <a:pt x="2986" y="479"/>
                    <a:pt x="3549" y="464"/>
                    <a:pt x="4112" y="434"/>
                  </a:cubicBezTo>
                  <a:cubicBezTo>
                    <a:pt x="5175" y="377"/>
                    <a:pt x="6236" y="268"/>
                    <a:pt x="7288" y="104"/>
                  </a:cubicBezTo>
                  <a:cubicBezTo>
                    <a:pt x="7302" y="71"/>
                    <a:pt x="7301" y="34"/>
                    <a:pt x="72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53"/>
            <p:cNvSpPr/>
            <p:nvPr/>
          </p:nvSpPr>
          <p:spPr>
            <a:xfrm>
              <a:off x="4592775" y="670525"/>
              <a:ext cx="183850" cy="81550"/>
            </a:xfrm>
            <a:custGeom>
              <a:avLst/>
              <a:gdLst/>
              <a:ahLst/>
              <a:cxnLst/>
              <a:rect l="l" t="t" r="r" b="b"/>
              <a:pathLst>
                <a:path w="7354" h="3262" extrusionOk="0">
                  <a:moveTo>
                    <a:pt x="1814" y="0"/>
                  </a:moveTo>
                  <a:cubicBezTo>
                    <a:pt x="1610" y="0"/>
                    <a:pt x="1408" y="25"/>
                    <a:pt x="1211" y="87"/>
                  </a:cubicBezTo>
                  <a:cubicBezTo>
                    <a:pt x="653" y="261"/>
                    <a:pt x="195" y="743"/>
                    <a:pt x="73" y="1316"/>
                  </a:cubicBezTo>
                  <a:cubicBezTo>
                    <a:pt x="66" y="1345"/>
                    <a:pt x="61" y="1373"/>
                    <a:pt x="57" y="1402"/>
                  </a:cubicBezTo>
                  <a:cubicBezTo>
                    <a:pt x="51" y="1436"/>
                    <a:pt x="47" y="1471"/>
                    <a:pt x="45" y="1506"/>
                  </a:cubicBezTo>
                  <a:cubicBezTo>
                    <a:pt x="0" y="2026"/>
                    <a:pt x="223" y="2565"/>
                    <a:pt x="640" y="2880"/>
                  </a:cubicBezTo>
                  <a:cubicBezTo>
                    <a:pt x="1040" y="3182"/>
                    <a:pt x="1554" y="3261"/>
                    <a:pt x="2063" y="3261"/>
                  </a:cubicBezTo>
                  <a:cubicBezTo>
                    <a:pt x="2175" y="3261"/>
                    <a:pt x="2287" y="3257"/>
                    <a:pt x="2398" y="3251"/>
                  </a:cubicBezTo>
                  <a:cubicBezTo>
                    <a:pt x="3924" y="3164"/>
                    <a:pt x="5427" y="2721"/>
                    <a:pt x="6759" y="1971"/>
                  </a:cubicBezTo>
                  <a:cubicBezTo>
                    <a:pt x="6966" y="1853"/>
                    <a:pt x="7276" y="1725"/>
                    <a:pt x="7338" y="1585"/>
                  </a:cubicBezTo>
                  <a:cubicBezTo>
                    <a:pt x="7353" y="1552"/>
                    <a:pt x="7353" y="1517"/>
                    <a:pt x="7333" y="1482"/>
                  </a:cubicBezTo>
                  <a:cubicBezTo>
                    <a:pt x="7314" y="1446"/>
                    <a:pt x="7271" y="1409"/>
                    <a:pt x="7203" y="1372"/>
                  </a:cubicBezTo>
                  <a:cubicBezTo>
                    <a:pt x="6873" y="1191"/>
                    <a:pt x="6215" y="1097"/>
                    <a:pt x="5854" y="996"/>
                  </a:cubicBezTo>
                  <a:cubicBezTo>
                    <a:pt x="4956" y="746"/>
                    <a:pt x="4058" y="495"/>
                    <a:pt x="3160" y="244"/>
                  </a:cubicBezTo>
                  <a:cubicBezTo>
                    <a:pt x="2722" y="122"/>
                    <a:pt x="2263" y="0"/>
                    <a:pt x="1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53"/>
            <p:cNvSpPr/>
            <p:nvPr/>
          </p:nvSpPr>
          <p:spPr>
            <a:xfrm>
              <a:off x="4593875" y="705500"/>
              <a:ext cx="182750" cy="8975"/>
            </a:xfrm>
            <a:custGeom>
              <a:avLst/>
              <a:gdLst/>
              <a:ahLst/>
              <a:cxnLst/>
              <a:rect l="l" t="t" r="r" b="b"/>
              <a:pathLst>
                <a:path w="7310" h="359" extrusionOk="0">
                  <a:moveTo>
                    <a:pt x="13" y="1"/>
                  </a:moveTo>
                  <a:cubicBezTo>
                    <a:pt x="7" y="36"/>
                    <a:pt x="3" y="71"/>
                    <a:pt x="1" y="106"/>
                  </a:cubicBezTo>
                  <a:cubicBezTo>
                    <a:pt x="1338" y="275"/>
                    <a:pt x="2682" y="359"/>
                    <a:pt x="4030" y="359"/>
                  </a:cubicBezTo>
                  <a:cubicBezTo>
                    <a:pt x="4055" y="359"/>
                    <a:pt x="4079" y="359"/>
                    <a:pt x="4104" y="359"/>
                  </a:cubicBezTo>
                  <a:cubicBezTo>
                    <a:pt x="5170" y="355"/>
                    <a:pt x="6235" y="299"/>
                    <a:pt x="7294" y="186"/>
                  </a:cubicBezTo>
                  <a:cubicBezTo>
                    <a:pt x="7309" y="153"/>
                    <a:pt x="7309" y="118"/>
                    <a:pt x="7289" y="83"/>
                  </a:cubicBezTo>
                  <a:cubicBezTo>
                    <a:pt x="6190" y="198"/>
                    <a:pt x="5083" y="255"/>
                    <a:pt x="3978" y="255"/>
                  </a:cubicBezTo>
                  <a:cubicBezTo>
                    <a:pt x="3798" y="255"/>
                    <a:pt x="3618" y="253"/>
                    <a:pt x="3438" y="250"/>
                  </a:cubicBezTo>
                  <a:cubicBezTo>
                    <a:pt x="2293" y="231"/>
                    <a:pt x="1148" y="147"/>
                    <a:pt x="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53"/>
            <p:cNvSpPr/>
            <p:nvPr/>
          </p:nvSpPr>
          <p:spPr>
            <a:xfrm>
              <a:off x="4658000" y="754900"/>
              <a:ext cx="179700" cy="91050"/>
            </a:xfrm>
            <a:custGeom>
              <a:avLst/>
              <a:gdLst/>
              <a:ahLst/>
              <a:cxnLst/>
              <a:rect l="l" t="t" r="r" b="b"/>
              <a:pathLst>
                <a:path w="7188" h="3642" extrusionOk="0">
                  <a:moveTo>
                    <a:pt x="1732" y="1"/>
                  </a:moveTo>
                  <a:cubicBezTo>
                    <a:pt x="1725" y="1"/>
                    <a:pt x="1718" y="1"/>
                    <a:pt x="1710" y="1"/>
                  </a:cubicBezTo>
                  <a:cubicBezTo>
                    <a:pt x="1125" y="9"/>
                    <a:pt x="551" y="341"/>
                    <a:pt x="270" y="855"/>
                  </a:cubicBezTo>
                  <a:cubicBezTo>
                    <a:pt x="255" y="881"/>
                    <a:pt x="243" y="907"/>
                    <a:pt x="231" y="933"/>
                  </a:cubicBezTo>
                  <a:cubicBezTo>
                    <a:pt x="215" y="964"/>
                    <a:pt x="201" y="996"/>
                    <a:pt x="189" y="1030"/>
                  </a:cubicBezTo>
                  <a:cubicBezTo>
                    <a:pt x="0" y="1515"/>
                    <a:pt x="59" y="2096"/>
                    <a:pt x="369" y="2517"/>
                  </a:cubicBezTo>
                  <a:cubicBezTo>
                    <a:pt x="731" y="3009"/>
                    <a:pt x="1352" y="3231"/>
                    <a:pt x="1947" y="3375"/>
                  </a:cubicBezTo>
                  <a:cubicBezTo>
                    <a:pt x="2701" y="3553"/>
                    <a:pt x="3475" y="3642"/>
                    <a:pt x="4250" y="3642"/>
                  </a:cubicBezTo>
                  <a:cubicBezTo>
                    <a:pt x="5004" y="3642"/>
                    <a:pt x="5757" y="3558"/>
                    <a:pt x="6491" y="3391"/>
                  </a:cubicBezTo>
                  <a:cubicBezTo>
                    <a:pt x="6721" y="3337"/>
                    <a:pt x="7055" y="3303"/>
                    <a:pt x="7153" y="3188"/>
                  </a:cubicBezTo>
                  <a:cubicBezTo>
                    <a:pt x="7178" y="3161"/>
                    <a:pt x="7188" y="3127"/>
                    <a:pt x="7179" y="3087"/>
                  </a:cubicBezTo>
                  <a:cubicBezTo>
                    <a:pt x="7169" y="3047"/>
                    <a:pt x="7141" y="2999"/>
                    <a:pt x="7086" y="2942"/>
                  </a:cubicBezTo>
                  <a:cubicBezTo>
                    <a:pt x="6822" y="2676"/>
                    <a:pt x="6217" y="2397"/>
                    <a:pt x="5900" y="2198"/>
                  </a:cubicBezTo>
                  <a:cubicBezTo>
                    <a:pt x="5111" y="1702"/>
                    <a:pt x="4323" y="1205"/>
                    <a:pt x="3534" y="708"/>
                  </a:cubicBezTo>
                  <a:cubicBezTo>
                    <a:pt x="2980" y="360"/>
                    <a:pt x="2386" y="1"/>
                    <a:pt x="17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53"/>
            <p:cNvSpPr/>
            <p:nvPr/>
          </p:nvSpPr>
          <p:spPr>
            <a:xfrm>
              <a:off x="4662650" y="778200"/>
              <a:ext cx="175050" cy="56400"/>
            </a:xfrm>
            <a:custGeom>
              <a:avLst/>
              <a:gdLst/>
              <a:ahLst/>
              <a:cxnLst/>
              <a:rect l="l" t="t" r="r" b="b"/>
              <a:pathLst>
                <a:path w="7002" h="2256" extrusionOk="0">
                  <a:moveTo>
                    <a:pt x="42" y="1"/>
                  </a:moveTo>
                  <a:cubicBezTo>
                    <a:pt x="27" y="32"/>
                    <a:pt x="12" y="64"/>
                    <a:pt x="1" y="98"/>
                  </a:cubicBezTo>
                  <a:cubicBezTo>
                    <a:pt x="1255" y="651"/>
                    <a:pt x="2546" y="1123"/>
                    <a:pt x="3862" y="1510"/>
                  </a:cubicBezTo>
                  <a:cubicBezTo>
                    <a:pt x="4883" y="1811"/>
                    <a:pt x="5920" y="2061"/>
                    <a:pt x="6967" y="2256"/>
                  </a:cubicBezTo>
                  <a:cubicBezTo>
                    <a:pt x="6992" y="2229"/>
                    <a:pt x="7002" y="2195"/>
                    <a:pt x="6993" y="2155"/>
                  </a:cubicBezTo>
                  <a:cubicBezTo>
                    <a:pt x="5730" y="1917"/>
                    <a:pt x="4480" y="1605"/>
                    <a:pt x="3255" y="1215"/>
                  </a:cubicBezTo>
                  <a:cubicBezTo>
                    <a:pt x="2163" y="870"/>
                    <a:pt x="1090" y="464"/>
                    <a:pt x="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7" name="Google Shape;2897;p53"/>
          <p:cNvSpPr/>
          <p:nvPr/>
        </p:nvSpPr>
        <p:spPr>
          <a:xfrm>
            <a:off x="6786925" y="1185447"/>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Picture 3">
            <a:extLst>
              <a:ext uri="{FF2B5EF4-FFF2-40B4-BE49-F238E27FC236}">
                <a16:creationId xmlns:a16="http://schemas.microsoft.com/office/drawing/2014/main" id="{B441A42C-C735-408B-A06F-FE864DA35F99}"/>
              </a:ext>
            </a:extLst>
          </p:cNvPr>
          <p:cNvPicPr>
            <a:picLocks noChangeAspect="1"/>
          </p:cNvPicPr>
          <p:nvPr/>
        </p:nvPicPr>
        <p:blipFill>
          <a:blip r:embed="rId3"/>
          <a:stretch>
            <a:fillRect/>
          </a:stretch>
        </p:blipFill>
        <p:spPr>
          <a:xfrm>
            <a:off x="146298" y="1332419"/>
            <a:ext cx="3077004" cy="762106"/>
          </a:xfrm>
          <a:prstGeom prst="rect">
            <a:avLst/>
          </a:prstGeom>
        </p:spPr>
      </p:pic>
      <p:pic>
        <p:nvPicPr>
          <p:cNvPr id="7" name="Picture 6">
            <a:extLst>
              <a:ext uri="{FF2B5EF4-FFF2-40B4-BE49-F238E27FC236}">
                <a16:creationId xmlns:a16="http://schemas.microsoft.com/office/drawing/2014/main" id="{7A15ACC5-9F8C-4B4A-A06A-6C26FDF07E30}"/>
              </a:ext>
            </a:extLst>
          </p:cNvPr>
          <p:cNvPicPr>
            <a:picLocks noChangeAspect="1"/>
          </p:cNvPicPr>
          <p:nvPr/>
        </p:nvPicPr>
        <p:blipFill>
          <a:blip r:embed="rId4"/>
          <a:stretch>
            <a:fillRect/>
          </a:stretch>
        </p:blipFill>
        <p:spPr>
          <a:xfrm>
            <a:off x="309571" y="2309776"/>
            <a:ext cx="3096057" cy="523948"/>
          </a:xfrm>
          <a:prstGeom prst="rect">
            <a:avLst/>
          </a:prstGeom>
        </p:spPr>
      </p:pic>
      <p:pic>
        <p:nvPicPr>
          <p:cNvPr id="9" name="Picture 8">
            <a:extLst>
              <a:ext uri="{FF2B5EF4-FFF2-40B4-BE49-F238E27FC236}">
                <a16:creationId xmlns:a16="http://schemas.microsoft.com/office/drawing/2014/main" id="{2A29DF47-FEEC-408E-8D92-A6E7B0ED73FC}"/>
              </a:ext>
            </a:extLst>
          </p:cNvPr>
          <p:cNvPicPr>
            <a:picLocks noChangeAspect="1"/>
          </p:cNvPicPr>
          <p:nvPr/>
        </p:nvPicPr>
        <p:blipFill>
          <a:blip r:embed="rId5"/>
          <a:stretch>
            <a:fillRect/>
          </a:stretch>
        </p:blipFill>
        <p:spPr>
          <a:xfrm>
            <a:off x="218395" y="3139948"/>
            <a:ext cx="3453605" cy="724895"/>
          </a:xfrm>
          <a:prstGeom prst="rect">
            <a:avLst/>
          </a:prstGeom>
        </p:spPr>
      </p:pic>
      <p:pic>
        <p:nvPicPr>
          <p:cNvPr id="12" name="Picture 11">
            <a:extLst>
              <a:ext uri="{FF2B5EF4-FFF2-40B4-BE49-F238E27FC236}">
                <a16:creationId xmlns:a16="http://schemas.microsoft.com/office/drawing/2014/main" id="{EE359D4B-BFC3-43D2-8596-F45B13401556}"/>
              </a:ext>
            </a:extLst>
          </p:cNvPr>
          <p:cNvPicPr>
            <a:picLocks noChangeAspect="1"/>
          </p:cNvPicPr>
          <p:nvPr/>
        </p:nvPicPr>
        <p:blipFill>
          <a:blip r:embed="rId6"/>
          <a:stretch>
            <a:fillRect/>
          </a:stretch>
        </p:blipFill>
        <p:spPr>
          <a:xfrm>
            <a:off x="191985" y="4103086"/>
            <a:ext cx="3975160" cy="719911"/>
          </a:xfrm>
          <a:prstGeom prst="rect">
            <a:avLst/>
          </a:prstGeom>
        </p:spPr>
      </p:pic>
      <p:pic>
        <p:nvPicPr>
          <p:cNvPr id="15" name="Picture 14">
            <a:extLst>
              <a:ext uri="{FF2B5EF4-FFF2-40B4-BE49-F238E27FC236}">
                <a16:creationId xmlns:a16="http://schemas.microsoft.com/office/drawing/2014/main" id="{ABB4483C-2C83-40FE-892D-298632B3DBB8}"/>
              </a:ext>
            </a:extLst>
          </p:cNvPr>
          <p:cNvPicPr>
            <a:picLocks noChangeAspect="1"/>
          </p:cNvPicPr>
          <p:nvPr/>
        </p:nvPicPr>
        <p:blipFill>
          <a:blip r:embed="rId7"/>
          <a:stretch>
            <a:fillRect/>
          </a:stretch>
        </p:blipFill>
        <p:spPr>
          <a:xfrm>
            <a:off x="4490806" y="1332419"/>
            <a:ext cx="2974953" cy="3020404"/>
          </a:xfrm>
          <a:prstGeom prst="rect">
            <a:avLst/>
          </a:prstGeom>
        </p:spPr>
      </p:pic>
    </p:spTree>
    <p:extLst>
      <p:ext uri="{BB962C8B-B14F-4D97-AF65-F5344CB8AC3E}">
        <p14:creationId xmlns:p14="http://schemas.microsoft.com/office/powerpoint/2010/main" val="2449292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1951450" y="1304432"/>
            <a:ext cx="4552677"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8</a:t>
            </a:r>
            <a:br>
              <a:rPr lang="en" dirty="0"/>
            </a:br>
            <a:r>
              <a:rPr lang="en-US" sz="4000" dirty="0"/>
              <a:t>Server-side &amp; client-side validation</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71039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10"/>
        <p:cNvGrpSpPr/>
        <p:nvPr/>
      </p:nvGrpSpPr>
      <p:grpSpPr>
        <a:xfrm>
          <a:off x="0" y="0"/>
          <a:ext cx="0" cy="0"/>
          <a:chOff x="0" y="0"/>
          <a:chExt cx="0" cy="0"/>
        </a:xfrm>
      </p:grpSpPr>
      <p:sp>
        <p:nvSpPr>
          <p:cNvPr id="3912" name="Google Shape;3912;p71"/>
          <p:cNvSpPr txBox="1">
            <a:spLocks noGrp="1"/>
          </p:cNvSpPr>
          <p:nvPr>
            <p:ph type="title"/>
          </p:nvPr>
        </p:nvSpPr>
        <p:spPr>
          <a:xfrm>
            <a:off x="0" y="4054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accent5"/>
              </a:buClr>
              <a:buSzPts val="1100"/>
              <a:buFont typeface="Arial"/>
              <a:buNone/>
            </a:pPr>
            <a:r>
              <a:rPr lang="en-US" sz="3600" dirty="0"/>
              <a:t>Server-side &amp; client-side validation</a:t>
            </a:r>
            <a:endParaRPr lang="en-US" dirty="0"/>
          </a:p>
        </p:txBody>
      </p:sp>
      <p:pic>
        <p:nvPicPr>
          <p:cNvPr id="3" name="Picture 2">
            <a:extLst>
              <a:ext uri="{FF2B5EF4-FFF2-40B4-BE49-F238E27FC236}">
                <a16:creationId xmlns:a16="http://schemas.microsoft.com/office/drawing/2014/main" id="{C5CB3A50-DC15-4E92-B9B4-B3F15298A92E}"/>
              </a:ext>
            </a:extLst>
          </p:cNvPr>
          <p:cNvPicPr>
            <a:picLocks noChangeAspect="1"/>
          </p:cNvPicPr>
          <p:nvPr/>
        </p:nvPicPr>
        <p:blipFill>
          <a:blip r:embed="rId3"/>
          <a:stretch>
            <a:fillRect/>
          </a:stretch>
        </p:blipFill>
        <p:spPr>
          <a:xfrm>
            <a:off x="88471" y="1161841"/>
            <a:ext cx="2604329" cy="518139"/>
          </a:xfrm>
          <a:prstGeom prst="rect">
            <a:avLst/>
          </a:prstGeom>
        </p:spPr>
      </p:pic>
      <p:pic>
        <p:nvPicPr>
          <p:cNvPr id="5" name="Picture 4">
            <a:extLst>
              <a:ext uri="{FF2B5EF4-FFF2-40B4-BE49-F238E27FC236}">
                <a16:creationId xmlns:a16="http://schemas.microsoft.com/office/drawing/2014/main" id="{6EF5F652-436B-4372-8647-EADF8E189A85}"/>
              </a:ext>
            </a:extLst>
          </p:cNvPr>
          <p:cNvPicPr>
            <a:picLocks noChangeAspect="1"/>
          </p:cNvPicPr>
          <p:nvPr/>
        </p:nvPicPr>
        <p:blipFill>
          <a:blip r:embed="rId4"/>
          <a:stretch>
            <a:fillRect/>
          </a:stretch>
        </p:blipFill>
        <p:spPr>
          <a:xfrm>
            <a:off x="88471" y="1881079"/>
            <a:ext cx="4145129" cy="430876"/>
          </a:xfrm>
          <a:prstGeom prst="rect">
            <a:avLst/>
          </a:prstGeom>
        </p:spPr>
      </p:pic>
      <p:pic>
        <p:nvPicPr>
          <p:cNvPr id="7" name="Picture 6">
            <a:extLst>
              <a:ext uri="{FF2B5EF4-FFF2-40B4-BE49-F238E27FC236}">
                <a16:creationId xmlns:a16="http://schemas.microsoft.com/office/drawing/2014/main" id="{E3C15028-CE57-475B-9928-F55DBF39749E}"/>
              </a:ext>
            </a:extLst>
          </p:cNvPr>
          <p:cNvPicPr>
            <a:picLocks noChangeAspect="1"/>
          </p:cNvPicPr>
          <p:nvPr/>
        </p:nvPicPr>
        <p:blipFill>
          <a:blip r:embed="rId5"/>
          <a:stretch>
            <a:fillRect/>
          </a:stretch>
        </p:blipFill>
        <p:spPr>
          <a:xfrm>
            <a:off x="2505600" y="2473427"/>
            <a:ext cx="4320684" cy="1627475"/>
          </a:xfrm>
          <a:prstGeom prst="rect">
            <a:avLst/>
          </a:prstGeom>
        </p:spPr>
      </p:pic>
      <p:pic>
        <p:nvPicPr>
          <p:cNvPr id="9" name="Picture 8">
            <a:extLst>
              <a:ext uri="{FF2B5EF4-FFF2-40B4-BE49-F238E27FC236}">
                <a16:creationId xmlns:a16="http://schemas.microsoft.com/office/drawing/2014/main" id="{A1C1C281-5400-4F6B-91EF-9BBA09B1FF41}"/>
              </a:ext>
            </a:extLst>
          </p:cNvPr>
          <p:cNvPicPr>
            <a:picLocks noChangeAspect="1"/>
          </p:cNvPicPr>
          <p:nvPr/>
        </p:nvPicPr>
        <p:blipFill>
          <a:blip r:embed="rId6"/>
          <a:stretch>
            <a:fillRect/>
          </a:stretch>
        </p:blipFill>
        <p:spPr>
          <a:xfrm>
            <a:off x="4819972" y="1161841"/>
            <a:ext cx="3943995" cy="594161"/>
          </a:xfrm>
          <a:prstGeom prst="rect">
            <a:avLst/>
          </a:prstGeom>
        </p:spPr>
      </p:pic>
      <p:pic>
        <p:nvPicPr>
          <p:cNvPr id="11" name="Picture 10">
            <a:extLst>
              <a:ext uri="{FF2B5EF4-FFF2-40B4-BE49-F238E27FC236}">
                <a16:creationId xmlns:a16="http://schemas.microsoft.com/office/drawing/2014/main" id="{5BF32E4E-8D6F-43F1-846A-1ED55C07787A}"/>
              </a:ext>
            </a:extLst>
          </p:cNvPr>
          <p:cNvPicPr>
            <a:picLocks noChangeAspect="1"/>
          </p:cNvPicPr>
          <p:nvPr/>
        </p:nvPicPr>
        <p:blipFill>
          <a:blip r:embed="rId7"/>
          <a:stretch>
            <a:fillRect/>
          </a:stretch>
        </p:blipFill>
        <p:spPr>
          <a:xfrm>
            <a:off x="5086246" y="1852560"/>
            <a:ext cx="3677721" cy="487915"/>
          </a:xfrm>
          <a:prstGeom prst="rect">
            <a:avLst/>
          </a:prstGeom>
        </p:spPr>
      </p:pic>
      <p:pic>
        <p:nvPicPr>
          <p:cNvPr id="13" name="Picture 12">
            <a:extLst>
              <a:ext uri="{FF2B5EF4-FFF2-40B4-BE49-F238E27FC236}">
                <a16:creationId xmlns:a16="http://schemas.microsoft.com/office/drawing/2014/main" id="{CAD64FD1-46F0-4DEA-ACA0-BA91EED20172}"/>
              </a:ext>
            </a:extLst>
          </p:cNvPr>
          <p:cNvPicPr>
            <a:picLocks noChangeAspect="1"/>
          </p:cNvPicPr>
          <p:nvPr/>
        </p:nvPicPr>
        <p:blipFill>
          <a:blip r:embed="rId8"/>
          <a:stretch>
            <a:fillRect/>
          </a:stretch>
        </p:blipFill>
        <p:spPr>
          <a:xfrm>
            <a:off x="2085093" y="4233855"/>
            <a:ext cx="5469757" cy="335115"/>
          </a:xfrm>
          <a:prstGeom prst="rect">
            <a:avLst/>
          </a:prstGeom>
        </p:spPr>
      </p:pic>
    </p:spTree>
    <p:extLst>
      <p:ext uri="{BB962C8B-B14F-4D97-AF65-F5344CB8AC3E}">
        <p14:creationId xmlns:p14="http://schemas.microsoft.com/office/powerpoint/2010/main" val="4259256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1951450" y="1304432"/>
            <a:ext cx="4552677"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9</a:t>
            </a:r>
            <a:br>
              <a:rPr lang="en" dirty="0"/>
            </a:br>
            <a:r>
              <a:rPr lang="en-US" sz="4000" dirty="0"/>
              <a:t>Background Hosted Services</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46914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10"/>
        <p:cNvGrpSpPr/>
        <p:nvPr/>
      </p:nvGrpSpPr>
      <p:grpSpPr>
        <a:xfrm>
          <a:off x="0" y="0"/>
          <a:ext cx="0" cy="0"/>
          <a:chOff x="0" y="0"/>
          <a:chExt cx="0" cy="0"/>
        </a:xfrm>
      </p:grpSpPr>
      <p:sp>
        <p:nvSpPr>
          <p:cNvPr id="3912" name="Google Shape;3912;p71"/>
          <p:cNvSpPr txBox="1">
            <a:spLocks noGrp="1"/>
          </p:cNvSpPr>
          <p:nvPr>
            <p:ph type="title"/>
          </p:nvPr>
        </p:nvSpPr>
        <p:spPr>
          <a:xfrm>
            <a:off x="0" y="4054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accent5"/>
              </a:buClr>
              <a:buSzPts val="1100"/>
              <a:buFont typeface="Arial"/>
              <a:buNone/>
            </a:pPr>
            <a:r>
              <a:rPr lang="en-US" sz="3600" dirty="0"/>
              <a:t>Background Hosted Services</a:t>
            </a:r>
            <a:endParaRPr lang="en-US" dirty="0"/>
          </a:p>
        </p:txBody>
      </p:sp>
      <p:pic>
        <p:nvPicPr>
          <p:cNvPr id="8" name="Picture 7">
            <a:extLst>
              <a:ext uri="{FF2B5EF4-FFF2-40B4-BE49-F238E27FC236}">
                <a16:creationId xmlns:a16="http://schemas.microsoft.com/office/drawing/2014/main" id="{2CC0696D-AD88-4C5A-ADEF-9CA7F718555D}"/>
              </a:ext>
            </a:extLst>
          </p:cNvPr>
          <p:cNvPicPr>
            <a:picLocks noChangeAspect="1"/>
          </p:cNvPicPr>
          <p:nvPr/>
        </p:nvPicPr>
        <p:blipFill>
          <a:blip r:embed="rId3"/>
          <a:stretch>
            <a:fillRect/>
          </a:stretch>
        </p:blipFill>
        <p:spPr>
          <a:xfrm>
            <a:off x="133671" y="1159992"/>
            <a:ext cx="2915057" cy="476316"/>
          </a:xfrm>
          <a:prstGeom prst="rect">
            <a:avLst/>
          </a:prstGeom>
        </p:spPr>
      </p:pic>
      <p:pic>
        <p:nvPicPr>
          <p:cNvPr id="12" name="Picture 11">
            <a:extLst>
              <a:ext uri="{FF2B5EF4-FFF2-40B4-BE49-F238E27FC236}">
                <a16:creationId xmlns:a16="http://schemas.microsoft.com/office/drawing/2014/main" id="{3F7BF4AE-3E7A-41D4-8DEC-CDC0E2B4F9B4}"/>
              </a:ext>
            </a:extLst>
          </p:cNvPr>
          <p:cNvPicPr>
            <a:picLocks noChangeAspect="1"/>
          </p:cNvPicPr>
          <p:nvPr/>
        </p:nvPicPr>
        <p:blipFill>
          <a:blip r:embed="rId4"/>
          <a:stretch>
            <a:fillRect/>
          </a:stretch>
        </p:blipFill>
        <p:spPr>
          <a:xfrm>
            <a:off x="133671" y="1949886"/>
            <a:ext cx="4219199" cy="365760"/>
          </a:xfrm>
          <a:prstGeom prst="rect">
            <a:avLst/>
          </a:prstGeom>
        </p:spPr>
      </p:pic>
      <p:pic>
        <p:nvPicPr>
          <p:cNvPr id="15" name="Picture 14">
            <a:extLst>
              <a:ext uri="{FF2B5EF4-FFF2-40B4-BE49-F238E27FC236}">
                <a16:creationId xmlns:a16="http://schemas.microsoft.com/office/drawing/2014/main" id="{3741DD06-6A29-495C-ADBD-687BFDAA4574}"/>
              </a:ext>
            </a:extLst>
          </p:cNvPr>
          <p:cNvPicPr>
            <a:picLocks noChangeAspect="1"/>
          </p:cNvPicPr>
          <p:nvPr/>
        </p:nvPicPr>
        <p:blipFill>
          <a:blip r:embed="rId5"/>
          <a:stretch>
            <a:fillRect/>
          </a:stretch>
        </p:blipFill>
        <p:spPr>
          <a:xfrm>
            <a:off x="518012" y="2564804"/>
            <a:ext cx="4784739" cy="365760"/>
          </a:xfrm>
          <a:prstGeom prst="rect">
            <a:avLst/>
          </a:prstGeom>
        </p:spPr>
      </p:pic>
      <p:pic>
        <p:nvPicPr>
          <p:cNvPr id="17" name="Picture 16">
            <a:extLst>
              <a:ext uri="{FF2B5EF4-FFF2-40B4-BE49-F238E27FC236}">
                <a16:creationId xmlns:a16="http://schemas.microsoft.com/office/drawing/2014/main" id="{CEE571FA-1DEE-4500-91E8-4CDAEAF308E0}"/>
              </a:ext>
            </a:extLst>
          </p:cNvPr>
          <p:cNvPicPr>
            <a:picLocks noChangeAspect="1"/>
          </p:cNvPicPr>
          <p:nvPr/>
        </p:nvPicPr>
        <p:blipFill>
          <a:blip r:embed="rId6"/>
          <a:stretch>
            <a:fillRect/>
          </a:stretch>
        </p:blipFill>
        <p:spPr>
          <a:xfrm>
            <a:off x="572580" y="3223012"/>
            <a:ext cx="5178620" cy="274320"/>
          </a:xfrm>
          <a:prstGeom prst="rect">
            <a:avLst/>
          </a:prstGeom>
        </p:spPr>
      </p:pic>
      <p:pic>
        <p:nvPicPr>
          <p:cNvPr id="19" name="Picture 18">
            <a:extLst>
              <a:ext uri="{FF2B5EF4-FFF2-40B4-BE49-F238E27FC236}">
                <a16:creationId xmlns:a16="http://schemas.microsoft.com/office/drawing/2014/main" id="{B4D6D65F-5FFA-4F1D-8C42-32D40B488BC3}"/>
              </a:ext>
            </a:extLst>
          </p:cNvPr>
          <p:cNvPicPr>
            <a:picLocks noChangeAspect="1"/>
          </p:cNvPicPr>
          <p:nvPr/>
        </p:nvPicPr>
        <p:blipFill>
          <a:blip r:embed="rId7"/>
          <a:stretch>
            <a:fillRect/>
          </a:stretch>
        </p:blipFill>
        <p:spPr>
          <a:xfrm>
            <a:off x="133671" y="3902350"/>
            <a:ext cx="5519649" cy="274320"/>
          </a:xfrm>
          <a:prstGeom prst="rect">
            <a:avLst/>
          </a:prstGeom>
        </p:spPr>
      </p:pic>
    </p:spTree>
    <p:extLst>
      <p:ext uri="{BB962C8B-B14F-4D97-AF65-F5344CB8AC3E}">
        <p14:creationId xmlns:p14="http://schemas.microsoft.com/office/powerpoint/2010/main" val="290639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1951450" y="1304432"/>
            <a:ext cx="4552677"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10</a:t>
            </a:r>
            <a:br>
              <a:rPr lang="en" dirty="0"/>
            </a:br>
            <a:r>
              <a:rPr lang="en-US" sz="4000" dirty="0" err="1"/>
              <a:t>SignalR</a:t>
            </a:r>
            <a:r>
              <a:rPr lang="en-US" sz="4000" dirty="0"/>
              <a:t> real-time updates</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38695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10"/>
        <p:cNvGrpSpPr/>
        <p:nvPr/>
      </p:nvGrpSpPr>
      <p:grpSpPr>
        <a:xfrm>
          <a:off x="0" y="0"/>
          <a:ext cx="0" cy="0"/>
          <a:chOff x="0" y="0"/>
          <a:chExt cx="0" cy="0"/>
        </a:xfrm>
      </p:grpSpPr>
      <p:sp>
        <p:nvSpPr>
          <p:cNvPr id="3912" name="Google Shape;3912;p71"/>
          <p:cNvSpPr txBox="1">
            <a:spLocks noGrp="1"/>
          </p:cNvSpPr>
          <p:nvPr>
            <p:ph type="title"/>
          </p:nvPr>
        </p:nvSpPr>
        <p:spPr>
          <a:xfrm>
            <a:off x="0" y="4054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accent5"/>
              </a:buClr>
              <a:buSzPts val="1100"/>
              <a:buFont typeface="Arial"/>
              <a:buNone/>
            </a:pPr>
            <a:r>
              <a:rPr lang="en-US" sz="3600" dirty="0" err="1"/>
              <a:t>SignalR</a:t>
            </a:r>
            <a:r>
              <a:rPr lang="en-US" sz="3600" dirty="0"/>
              <a:t> real-time updates</a:t>
            </a:r>
            <a:endParaRPr lang="en-US" dirty="0"/>
          </a:p>
        </p:txBody>
      </p:sp>
      <p:pic>
        <p:nvPicPr>
          <p:cNvPr id="3" name="Picture 2">
            <a:extLst>
              <a:ext uri="{FF2B5EF4-FFF2-40B4-BE49-F238E27FC236}">
                <a16:creationId xmlns:a16="http://schemas.microsoft.com/office/drawing/2014/main" id="{CFC141AD-A175-40F2-98F1-DF407EC79AEE}"/>
              </a:ext>
            </a:extLst>
          </p:cNvPr>
          <p:cNvPicPr>
            <a:picLocks noChangeAspect="1"/>
          </p:cNvPicPr>
          <p:nvPr/>
        </p:nvPicPr>
        <p:blipFill>
          <a:blip r:embed="rId3"/>
          <a:stretch>
            <a:fillRect/>
          </a:stretch>
        </p:blipFill>
        <p:spPr>
          <a:xfrm>
            <a:off x="84033" y="1069171"/>
            <a:ext cx="1607966" cy="365760"/>
          </a:xfrm>
          <a:prstGeom prst="rect">
            <a:avLst/>
          </a:prstGeom>
        </p:spPr>
      </p:pic>
      <p:pic>
        <p:nvPicPr>
          <p:cNvPr id="5" name="Picture 4">
            <a:extLst>
              <a:ext uri="{FF2B5EF4-FFF2-40B4-BE49-F238E27FC236}">
                <a16:creationId xmlns:a16="http://schemas.microsoft.com/office/drawing/2014/main" id="{D3A08AD7-B485-4370-BC8B-C35CA22E50AD}"/>
              </a:ext>
            </a:extLst>
          </p:cNvPr>
          <p:cNvPicPr>
            <a:picLocks noChangeAspect="1"/>
          </p:cNvPicPr>
          <p:nvPr/>
        </p:nvPicPr>
        <p:blipFill>
          <a:blip r:embed="rId4"/>
          <a:stretch>
            <a:fillRect/>
          </a:stretch>
        </p:blipFill>
        <p:spPr>
          <a:xfrm>
            <a:off x="43944" y="1553680"/>
            <a:ext cx="2472850" cy="182880"/>
          </a:xfrm>
          <a:prstGeom prst="rect">
            <a:avLst/>
          </a:prstGeom>
        </p:spPr>
      </p:pic>
      <p:pic>
        <p:nvPicPr>
          <p:cNvPr id="7" name="Picture 6">
            <a:extLst>
              <a:ext uri="{FF2B5EF4-FFF2-40B4-BE49-F238E27FC236}">
                <a16:creationId xmlns:a16="http://schemas.microsoft.com/office/drawing/2014/main" id="{80BA3385-E090-4948-A40A-0B251DDEC3A8}"/>
              </a:ext>
            </a:extLst>
          </p:cNvPr>
          <p:cNvPicPr>
            <a:picLocks noChangeAspect="1"/>
          </p:cNvPicPr>
          <p:nvPr/>
        </p:nvPicPr>
        <p:blipFill>
          <a:blip r:embed="rId5"/>
          <a:stretch>
            <a:fillRect/>
          </a:stretch>
        </p:blipFill>
        <p:spPr>
          <a:xfrm>
            <a:off x="43944" y="1891762"/>
            <a:ext cx="4291152" cy="182880"/>
          </a:xfrm>
          <a:prstGeom prst="rect">
            <a:avLst/>
          </a:prstGeom>
        </p:spPr>
      </p:pic>
      <p:pic>
        <p:nvPicPr>
          <p:cNvPr id="10" name="Picture 9">
            <a:extLst>
              <a:ext uri="{FF2B5EF4-FFF2-40B4-BE49-F238E27FC236}">
                <a16:creationId xmlns:a16="http://schemas.microsoft.com/office/drawing/2014/main" id="{9E43A2CA-C140-4929-99FF-E194B498EE08}"/>
              </a:ext>
            </a:extLst>
          </p:cNvPr>
          <p:cNvPicPr>
            <a:picLocks noChangeAspect="1"/>
          </p:cNvPicPr>
          <p:nvPr/>
        </p:nvPicPr>
        <p:blipFill>
          <a:blip r:embed="rId6"/>
          <a:stretch>
            <a:fillRect/>
          </a:stretch>
        </p:blipFill>
        <p:spPr>
          <a:xfrm>
            <a:off x="84033" y="2251522"/>
            <a:ext cx="1969971" cy="365760"/>
          </a:xfrm>
          <a:prstGeom prst="rect">
            <a:avLst/>
          </a:prstGeom>
        </p:spPr>
      </p:pic>
      <p:pic>
        <p:nvPicPr>
          <p:cNvPr id="13" name="Picture 12">
            <a:extLst>
              <a:ext uri="{FF2B5EF4-FFF2-40B4-BE49-F238E27FC236}">
                <a16:creationId xmlns:a16="http://schemas.microsoft.com/office/drawing/2014/main" id="{0FB057C3-7B10-4AD7-BD81-8E2646D27186}"/>
              </a:ext>
            </a:extLst>
          </p:cNvPr>
          <p:cNvPicPr>
            <a:picLocks noChangeAspect="1"/>
          </p:cNvPicPr>
          <p:nvPr/>
        </p:nvPicPr>
        <p:blipFill>
          <a:blip r:embed="rId7"/>
          <a:stretch>
            <a:fillRect/>
          </a:stretch>
        </p:blipFill>
        <p:spPr>
          <a:xfrm>
            <a:off x="107637" y="3464456"/>
            <a:ext cx="3324113" cy="1005840"/>
          </a:xfrm>
          <a:prstGeom prst="rect">
            <a:avLst/>
          </a:prstGeom>
        </p:spPr>
      </p:pic>
      <p:pic>
        <p:nvPicPr>
          <p:cNvPr id="16" name="Picture 15">
            <a:extLst>
              <a:ext uri="{FF2B5EF4-FFF2-40B4-BE49-F238E27FC236}">
                <a16:creationId xmlns:a16="http://schemas.microsoft.com/office/drawing/2014/main" id="{6B36077D-4D31-4A51-8616-01C13B87E1AB}"/>
              </a:ext>
            </a:extLst>
          </p:cNvPr>
          <p:cNvPicPr>
            <a:picLocks noChangeAspect="1"/>
          </p:cNvPicPr>
          <p:nvPr/>
        </p:nvPicPr>
        <p:blipFill>
          <a:blip r:embed="rId8"/>
          <a:stretch>
            <a:fillRect/>
          </a:stretch>
        </p:blipFill>
        <p:spPr>
          <a:xfrm>
            <a:off x="5329005" y="1151522"/>
            <a:ext cx="2130641" cy="731520"/>
          </a:xfrm>
          <a:prstGeom prst="rect">
            <a:avLst/>
          </a:prstGeom>
        </p:spPr>
      </p:pic>
      <p:pic>
        <p:nvPicPr>
          <p:cNvPr id="20" name="Picture 19">
            <a:extLst>
              <a:ext uri="{FF2B5EF4-FFF2-40B4-BE49-F238E27FC236}">
                <a16:creationId xmlns:a16="http://schemas.microsoft.com/office/drawing/2014/main" id="{B14DAFB7-BAC2-4444-B871-F2DDAC47A650}"/>
              </a:ext>
            </a:extLst>
          </p:cNvPr>
          <p:cNvPicPr>
            <a:picLocks noChangeAspect="1"/>
          </p:cNvPicPr>
          <p:nvPr/>
        </p:nvPicPr>
        <p:blipFill>
          <a:blip r:embed="rId9"/>
          <a:stretch>
            <a:fillRect/>
          </a:stretch>
        </p:blipFill>
        <p:spPr>
          <a:xfrm>
            <a:off x="4572000" y="2119098"/>
            <a:ext cx="3644652" cy="1463040"/>
          </a:xfrm>
          <a:prstGeom prst="rect">
            <a:avLst/>
          </a:prstGeom>
        </p:spPr>
      </p:pic>
    </p:spTree>
    <p:extLst>
      <p:ext uri="{BB962C8B-B14F-4D97-AF65-F5344CB8AC3E}">
        <p14:creationId xmlns:p14="http://schemas.microsoft.com/office/powerpoint/2010/main" val="1522608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1951450" y="1304432"/>
            <a:ext cx="4552677"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11</a:t>
            </a:r>
            <a:br>
              <a:rPr lang="en" dirty="0"/>
            </a:br>
            <a:r>
              <a:rPr lang="en-US" sz="4000" dirty="0"/>
              <a:t>Optimized code and SQL queries</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84256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92"/>
        <p:cNvGrpSpPr/>
        <p:nvPr/>
      </p:nvGrpSpPr>
      <p:grpSpPr>
        <a:xfrm>
          <a:off x="0" y="0"/>
          <a:ext cx="0" cy="0"/>
          <a:chOff x="0" y="0"/>
          <a:chExt cx="0" cy="0"/>
        </a:xfrm>
      </p:grpSpPr>
      <p:sp>
        <p:nvSpPr>
          <p:cNvPr id="2301" name="Google Shape;2301;p44"/>
          <p:cNvSpPr txBox="1">
            <a:spLocks noGrp="1"/>
          </p:cNvSpPr>
          <p:nvPr>
            <p:ph type="title" idx="8"/>
          </p:nvPr>
        </p:nvSpPr>
        <p:spPr>
          <a:xfrm>
            <a:off x="720000" y="53090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Optimized code and SQL queries</a:t>
            </a:r>
            <a:endParaRPr dirty="0"/>
          </a:p>
        </p:txBody>
      </p:sp>
      <p:grpSp>
        <p:nvGrpSpPr>
          <p:cNvPr id="2306" name="Google Shape;2306;p44"/>
          <p:cNvGrpSpPr/>
          <p:nvPr/>
        </p:nvGrpSpPr>
        <p:grpSpPr>
          <a:xfrm rot="-618449">
            <a:off x="8209178" y="963111"/>
            <a:ext cx="1531015" cy="1840875"/>
            <a:chOff x="5814350" y="3882100"/>
            <a:chExt cx="492000" cy="591575"/>
          </a:xfrm>
        </p:grpSpPr>
        <p:sp>
          <p:nvSpPr>
            <p:cNvPr id="2307" name="Google Shape;2307;p44"/>
            <p:cNvSpPr/>
            <p:nvPr/>
          </p:nvSpPr>
          <p:spPr>
            <a:xfrm>
              <a:off x="5821225" y="3884125"/>
              <a:ext cx="485125" cy="589550"/>
            </a:xfrm>
            <a:custGeom>
              <a:avLst/>
              <a:gdLst/>
              <a:ahLst/>
              <a:cxnLst/>
              <a:rect l="l" t="t" r="r" b="b"/>
              <a:pathLst>
                <a:path w="19405" h="23582" extrusionOk="0">
                  <a:moveTo>
                    <a:pt x="8824" y="0"/>
                  </a:moveTo>
                  <a:cubicBezTo>
                    <a:pt x="8800" y="0"/>
                    <a:pt x="8775" y="1"/>
                    <a:pt x="8751" y="3"/>
                  </a:cubicBezTo>
                  <a:cubicBezTo>
                    <a:pt x="8621" y="13"/>
                    <a:pt x="8492" y="48"/>
                    <a:pt x="8369" y="115"/>
                  </a:cubicBezTo>
                  <a:lnTo>
                    <a:pt x="635" y="4314"/>
                  </a:lnTo>
                  <a:cubicBezTo>
                    <a:pt x="171" y="4567"/>
                    <a:pt x="1" y="5146"/>
                    <a:pt x="253" y="5610"/>
                  </a:cubicBezTo>
                  <a:lnTo>
                    <a:pt x="9738" y="23082"/>
                  </a:lnTo>
                  <a:cubicBezTo>
                    <a:pt x="9911" y="23400"/>
                    <a:pt x="10239" y="23581"/>
                    <a:pt x="10578" y="23581"/>
                  </a:cubicBezTo>
                  <a:cubicBezTo>
                    <a:pt x="10732" y="23581"/>
                    <a:pt x="10888" y="23544"/>
                    <a:pt x="11033" y="23465"/>
                  </a:cubicBezTo>
                  <a:lnTo>
                    <a:pt x="18767" y="19267"/>
                  </a:lnTo>
                  <a:cubicBezTo>
                    <a:pt x="19231" y="19015"/>
                    <a:pt x="19404" y="18434"/>
                    <a:pt x="19153" y="17972"/>
                  </a:cubicBezTo>
                  <a:lnTo>
                    <a:pt x="9667" y="498"/>
                  </a:lnTo>
                  <a:cubicBezTo>
                    <a:pt x="9494" y="180"/>
                    <a:pt x="9165" y="0"/>
                    <a:pt x="88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4"/>
            <p:cNvSpPr/>
            <p:nvPr/>
          </p:nvSpPr>
          <p:spPr>
            <a:xfrm>
              <a:off x="5814350" y="3882100"/>
              <a:ext cx="485075" cy="589525"/>
            </a:xfrm>
            <a:custGeom>
              <a:avLst/>
              <a:gdLst/>
              <a:ahLst/>
              <a:cxnLst/>
              <a:rect l="l" t="t" r="r" b="b"/>
              <a:pathLst>
                <a:path w="19403" h="23581" extrusionOk="0">
                  <a:moveTo>
                    <a:pt x="8826" y="0"/>
                  </a:moveTo>
                  <a:cubicBezTo>
                    <a:pt x="8801" y="0"/>
                    <a:pt x="8776" y="1"/>
                    <a:pt x="8750" y="3"/>
                  </a:cubicBezTo>
                  <a:cubicBezTo>
                    <a:pt x="8619" y="14"/>
                    <a:pt x="8490" y="48"/>
                    <a:pt x="8369" y="115"/>
                  </a:cubicBezTo>
                  <a:lnTo>
                    <a:pt x="635" y="4314"/>
                  </a:lnTo>
                  <a:cubicBezTo>
                    <a:pt x="170" y="4567"/>
                    <a:pt x="0" y="5146"/>
                    <a:pt x="252" y="5609"/>
                  </a:cubicBezTo>
                  <a:lnTo>
                    <a:pt x="9737" y="23082"/>
                  </a:lnTo>
                  <a:cubicBezTo>
                    <a:pt x="9910" y="23400"/>
                    <a:pt x="10239" y="23581"/>
                    <a:pt x="10578" y="23581"/>
                  </a:cubicBezTo>
                  <a:cubicBezTo>
                    <a:pt x="10732" y="23581"/>
                    <a:pt x="10888" y="23544"/>
                    <a:pt x="11032" y="23466"/>
                  </a:cubicBezTo>
                  <a:lnTo>
                    <a:pt x="18766" y="19267"/>
                  </a:lnTo>
                  <a:cubicBezTo>
                    <a:pt x="19230" y="19015"/>
                    <a:pt x="19403" y="18435"/>
                    <a:pt x="19151" y="17971"/>
                  </a:cubicBezTo>
                  <a:lnTo>
                    <a:pt x="9666" y="499"/>
                  </a:lnTo>
                  <a:cubicBezTo>
                    <a:pt x="9493" y="180"/>
                    <a:pt x="9166" y="0"/>
                    <a:pt x="88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4"/>
            <p:cNvSpPr/>
            <p:nvPr/>
          </p:nvSpPr>
          <p:spPr>
            <a:xfrm>
              <a:off x="5925525" y="3907125"/>
              <a:ext cx="188500" cy="564550"/>
            </a:xfrm>
            <a:custGeom>
              <a:avLst/>
              <a:gdLst/>
              <a:ahLst/>
              <a:cxnLst/>
              <a:rect l="l" t="t" r="r" b="b"/>
              <a:pathLst>
                <a:path w="7540" h="22582" extrusionOk="0">
                  <a:moveTo>
                    <a:pt x="2292" y="0"/>
                  </a:moveTo>
                  <a:lnTo>
                    <a:pt x="0" y="1245"/>
                  </a:lnTo>
                  <a:lnTo>
                    <a:pt x="4735" y="21057"/>
                  </a:lnTo>
                  <a:lnTo>
                    <a:pt x="5291" y="22082"/>
                  </a:lnTo>
                  <a:cubicBezTo>
                    <a:pt x="5464" y="22400"/>
                    <a:pt x="5793" y="22581"/>
                    <a:pt x="6132" y="22581"/>
                  </a:cubicBezTo>
                  <a:cubicBezTo>
                    <a:pt x="6286" y="22581"/>
                    <a:pt x="6442" y="22544"/>
                    <a:pt x="6586" y="22466"/>
                  </a:cubicBezTo>
                  <a:lnTo>
                    <a:pt x="7540" y="21949"/>
                  </a:lnTo>
                  <a:lnTo>
                    <a:pt x="229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4"/>
            <p:cNvSpPr/>
            <p:nvPr/>
          </p:nvSpPr>
          <p:spPr>
            <a:xfrm>
              <a:off x="6003900" y="3882175"/>
              <a:ext cx="159950" cy="562150"/>
            </a:xfrm>
            <a:custGeom>
              <a:avLst/>
              <a:gdLst/>
              <a:ahLst/>
              <a:cxnLst/>
              <a:rect l="l" t="t" r="r" b="b"/>
              <a:pathLst>
                <a:path w="6398" h="22486" extrusionOk="0">
                  <a:moveTo>
                    <a:pt x="1168" y="0"/>
                  </a:moveTo>
                  <a:cubicBezTo>
                    <a:pt x="1039" y="11"/>
                    <a:pt x="910" y="47"/>
                    <a:pt x="787" y="112"/>
                  </a:cubicBezTo>
                  <a:lnTo>
                    <a:pt x="0" y="539"/>
                  </a:lnTo>
                  <a:lnTo>
                    <a:pt x="5250" y="22485"/>
                  </a:lnTo>
                  <a:lnTo>
                    <a:pt x="6398" y="21863"/>
                  </a:lnTo>
                  <a:lnTo>
                    <a:pt x="1168"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4"/>
            <p:cNvSpPr/>
            <p:nvPr/>
          </p:nvSpPr>
          <p:spPr>
            <a:xfrm>
              <a:off x="5877600" y="3993575"/>
              <a:ext cx="69025" cy="60425"/>
            </a:xfrm>
            <a:custGeom>
              <a:avLst/>
              <a:gdLst/>
              <a:ahLst/>
              <a:cxnLst/>
              <a:rect l="l" t="t" r="r" b="b"/>
              <a:pathLst>
                <a:path w="2761" h="2417" extrusionOk="0">
                  <a:moveTo>
                    <a:pt x="1380" y="1"/>
                  </a:moveTo>
                  <a:cubicBezTo>
                    <a:pt x="1186" y="1"/>
                    <a:pt x="988" y="48"/>
                    <a:pt x="805" y="148"/>
                  </a:cubicBezTo>
                  <a:cubicBezTo>
                    <a:pt x="219" y="465"/>
                    <a:pt x="1" y="1200"/>
                    <a:pt x="320" y="1785"/>
                  </a:cubicBezTo>
                  <a:cubicBezTo>
                    <a:pt x="538" y="2187"/>
                    <a:pt x="954" y="2416"/>
                    <a:pt x="1382" y="2416"/>
                  </a:cubicBezTo>
                  <a:cubicBezTo>
                    <a:pt x="1577" y="2416"/>
                    <a:pt x="1774" y="2369"/>
                    <a:pt x="1956" y="2270"/>
                  </a:cubicBezTo>
                  <a:cubicBezTo>
                    <a:pt x="2542" y="1953"/>
                    <a:pt x="2760" y="1218"/>
                    <a:pt x="2441" y="633"/>
                  </a:cubicBezTo>
                  <a:cubicBezTo>
                    <a:pt x="2223" y="230"/>
                    <a:pt x="1809" y="1"/>
                    <a:pt x="13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4"/>
            <p:cNvSpPr/>
            <p:nvPr/>
          </p:nvSpPr>
          <p:spPr>
            <a:xfrm>
              <a:off x="5881650" y="3997125"/>
              <a:ext cx="60950" cy="53350"/>
            </a:xfrm>
            <a:custGeom>
              <a:avLst/>
              <a:gdLst/>
              <a:ahLst/>
              <a:cxnLst/>
              <a:rect l="l" t="t" r="r" b="b"/>
              <a:pathLst>
                <a:path w="2438" h="2134" extrusionOk="0">
                  <a:moveTo>
                    <a:pt x="1218" y="1"/>
                  </a:moveTo>
                  <a:cubicBezTo>
                    <a:pt x="1046" y="1"/>
                    <a:pt x="871" y="42"/>
                    <a:pt x="710" y="130"/>
                  </a:cubicBezTo>
                  <a:cubicBezTo>
                    <a:pt x="193" y="411"/>
                    <a:pt x="1" y="1059"/>
                    <a:pt x="281" y="1576"/>
                  </a:cubicBezTo>
                  <a:cubicBezTo>
                    <a:pt x="326" y="1657"/>
                    <a:pt x="378" y="1732"/>
                    <a:pt x="439" y="1796"/>
                  </a:cubicBezTo>
                  <a:cubicBezTo>
                    <a:pt x="643" y="2013"/>
                    <a:pt x="928" y="2134"/>
                    <a:pt x="1220" y="2134"/>
                  </a:cubicBezTo>
                  <a:cubicBezTo>
                    <a:pt x="1392" y="2134"/>
                    <a:pt x="1566" y="2092"/>
                    <a:pt x="1727" y="2004"/>
                  </a:cubicBezTo>
                  <a:cubicBezTo>
                    <a:pt x="2245" y="1723"/>
                    <a:pt x="2437" y="1075"/>
                    <a:pt x="2155" y="558"/>
                  </a:cubicBezTo>
                  <a:cubicBezTo>
                    <a:pt x="2037" y="340"/>
                    <a:pt x="1853" y="178"/>
                    <a:pt x="1638" y="88"/>
                  </a:cubicBezTo>
                  <a:lnTo>
                    <a:pt x="1637" y="86"/>
                  </a:lnTo>
                  <a:cubicBezTo>
                    <a:pt x="1506" y="30"/>
                    <a:pt x="1363"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4"/>
            <p:cNvSpPr/>
            <p:nvPr/>
          </p:nvSpPr>
          <p:spPr>
            <a:xfrm>
              <a:off x="5888225" y="4007275"/>
              <a:ext cx="14600" cy="23500"/>
            </a:xfrm>
            <a:custGeom>
              <a:avLst/>
              <a:gdLst/>
              <a:ahLst/>
              <a:cxnLst/>
              <a:rect l="l" t="t" r="r" b="b"/>
              <a:pathLst>
                <a:path w="584" h="940" extrusionOk="0">
                  <a:moveTo>
                    <a:pt x="371" y="0"/>
                  </a:moveTo>
                  <a:cubicBezTo>
                    <a:pt x="249" y="0"/>
                    <a:pt x="113" y="178"/>
                    <a:pt x="59" y="416"/>
                  </a:cubicBezTo>
                  <a:cubicBezTo>
                    <a:pt x="1" y="674"/>
                    <a:pt x="56" y="907"/>
                    <a:pt x="185" y="936"/>
                  </a:cubicBezTo>
                  <a:cubicBezTo>
                    <a:pt x="194" y="939"/>
                    <a:pt x="203" y="940"/>
                    <a:pt x="212" y="940"/>
                  </a:cubicBezTo>
                  <a:cubicBezTo>
                    <a:pt x="334" y="940"/>
                    <a:pt x="469" y="762"/>
                    <a:pt x="524" y="524"/>
                  </a:cubicBezTo>
                  <a:cubicBezTo>
                    <a:pt x="584" y="267"/>
                    <a:pt x="527" y="35"/>
                    <a:pt x="398" y="4"/>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4"/>
            <p:cNvSpPr/>
            <p:nvPr/>
          </p:nvSpPr>
          <p:spPr>
            <a:xfrm>
              <a:off x="5892625" y="3999300"/>
              <a:ext cx="49975" cy="51175"/>
            </a:xfrm>
            <a:custGeom>
              <a:avLst/>
              <a:gdLst/>
              <a:ahLst/>
              <a:cxnLst/>
              <a:rect l="l" t="t" r="r" b="b"/>
              <a:pathLst>
                <a:path w="1999" h="2047" extrusionOk="0">
                  <a:moveTo>
                    <a:pt x="1199" y="1"/>
                  </a:moveTo>
                  <a:cubicBezTo>
                    <a:pt x="1338" y="94"/>
                    <a:pt x="1448" y="231"/>
                    <a:pt x="1511" y="388"/>
                  </a:cubicBezTo>
                  <a:cubicBezTo>
                    <a:pt x="1623" y="671"/>
                    <a:pt x="1577" y="1004"/>
                    <a:pt x="1415" y="1262"/>
                  </a:cubicBezTo>
                  <a:cubicBezTo>
                    <a:pt x="1251" y="1520"/>
                    <a:pt x="980" y="1700"/>
                    <a:pt x="686" y="1779"/>
                  </a:cubicBezTo>
                  <a:cubicBezTo>
                    <a:pt x="593" y="1804"/>
                    <a:pt x="496" y="1820"/>
                    <a:pt x="399" y="1820"/>
                  </a:cubicBezTo>
                  <a:cubicBezTo>
                    <a:pt x="349" y="1820"/>
                    <a:pt x="299" y="1816"/>
                    <a:pt x="250" y="1807"/>
                  </a:cubicBezTo>
                  <a:cubicBezTo>
                    <a:pt x="162" y="1789"/>
                    <a:pt x="76" y="1757"/>
                    <a:pt x="0" y="1709"/>
                  </a:cubicBezTo>
                  <a:lnTo>
                    <a:pt x="0" y="1709"/>
                  </a:lnTo>
                  <a:cubicBezTo>
                    <a:pt x="204" y="1926"/>
                    <a:pt x="489" y="2047"/>
                    <a:pt x="781" y="2047"/>
                  </a:cubicBezTo>
                  <a:cubicBezTo>
                    <a:pt x="953" y="2047"/>
                    <a:pt x="1127" y="2005"/>
                    <a:pt x="1288" y="1917"/>
                  </a:cubicBezTo>
                  <a:cubicBezTo>
                    <a:pt x="1806" y="1636"/>
                    <a:pt x="1998" y="988"/>
                    <a:pt x="1716" y="471"/>
                  </a:cubicBezTo>
                  <a:cubicBezTo>
                    <a:pt x="1598" y="253"/>
                    <a:pt x="1414" y="91"/>
                    <a:pt x="1199"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4"/>
            <p:cNvSpPr/>
            <p:nvPr/>
          </p:nvSpPr>
          <p:spPr>
            <a:xfrm>
              <a:off x="5926175" y="4083050"/>
              <a:ext cx="69025" cy="60400"/>
            </a:xfrm>
            <a:custGeom>
              <a:avLst/>
              <a:gdLst/>
              <a:ahLst/>
              <a:cxnLst/>
              <a:rect l="l" t="t" r="r" b="b"/>
              <a:pathLst>
                <a:path w="2761" h="2416" extrusionOk="0">
                  <a:moveTo>
                    <a:pt x="1379" y="1"/>
                  </a:moveTo>
                  <a:cubicBezTo>
                    <a:pt x="1185" y="1"/>
                    <a:pt x="988" y="48"/>
                    <a:pt x="805" y="147"/>
                  </a:cubicBezTo>
                  <a:cubicBezTo>
                    <a:pt x="219" y="465"/>
                    <a:pt x="1" y="1199"/>
                    <a:pt x="320" y="1784"/>
                  </a:cubicBezTo>
                  <a:cubicBezTo>
                    <a:pt x="538" y="2187"/>
                    <a:pt x="953" y="2416"/>
                    <a:pt x="1382" y="2416"/>
                  </a:cubicBezTo>
                  <a:cubicBezTo>
                    <a:pt x="1577" y="2416"/>
                    <a:pt x="1774" y="2369"/>
                    <a:pt x="1957" y="2270"/>
                  </a:cubicBezTo>
                  <a:cubicBezTo>
                    <a:pt x="2542" y="1952"/>
                    <a:pt x="2760" y="1218"/>
                    <a:pt x="2442" y="632"/>
                  </a:cubicBezTo>
                  <a:cubicBezTo>
                    <a:pt x="2222" y="229"/>
                    <a:pt x="1807" y="1"/>
                    <a:pt x="13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4"/>
            <p:cNvSpPr/>
            <p:nvPr/>
          </p:nvSpPr>
          <p:spPr>
            <a:xfrm>
              <a:off x="5930200" y="4086575"/>
              <a:ext cx="60950" cy="53375"/>
            </a:xfrm>
            <a:custGeom>
              <a:avLst/>
              <a:gdLst/>
              <a:ahLst/>
              <a:cxnLst/>
              <a:rect l="l" t="t" r="r" b="b"/>
              <a:pathLst>
                <a:path w="2438" h="2135" extrusionOk="0">
                  <a:moveTo>
                    <a:pt x="1218" y="1"/>
                  </a:moveTo>
                  <a:cubicBezTo>
                    <a:pt x="1046" y="1"/>
                    <a:pt x="872" y="42"/>
                    <a:pt x="711" y="130"/>
                  </a:cubicBezTo>
                  <a:cubicBezTo>
                    <a:pt x="193" y="412"/>
                    <a:pt x="1" y="1059"/>
                    <a:pt x="282" y="1577"/>
                  </a:cubicBezTo>
                  <a:cubicBezTo>
                    <a:pt x="326" y="1657"/>
                    <a:pt x="379" y="1732"/>
                    <a:pt x="439" y="1795"/>
                  </a:cubicBezTo>
                  <a:cubicBezTo>
                    <a:pt x="644" y="2013"/>
                    <a:pt x="929" y="2134"/>
                    <a:pt x="1222" y="2134"/>
                  </a:cubicBezTo>
                  <a:cubicBezTo>
                    <a:pt x="1393" y="2134"/>
                    <a:pt x="1567" y="2093"/>
                    <a:pt x="1728" y="2005"/>
                  </a:cubicBezTo>
                  <a:cubicBezTo>
                    <a:pt x="2245" y="1723"/>
                    <a:pt x="2437" y="1076"/>
                    <a:pt x="2157" y="558"/>
                  </a:cubicBezTo>
                  <a:cubicBezTo>
                    <a:pt x="2038" y="340"/>
                    <a:pt x="1853" y="180"/>
                    <a:pt x="1640" y="87"/>
                  </a:cubicBezTo>
                  <a:lnTo>
                    <a:pt x="1638" y="86"/>
                  </a:lnTo>
                  <a:cubicBezTo>
                    <a:pt x="1506" y="30"/>
                    <a:pt x="1362"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4"/>
            <p:cNvSpPr/>
            <p:nvPr/>
          </p:nvSpPr>
          <p:spPr>
            <a:xfrm>
              <a:off x="5936800" y="4096750"/>
              <a:ext cx="14600" cy="23475"/>
            </a:xfrm>
            <a:custGeom>
              <a:avLst/>
              <a:gdLst/>
              <a:ahLst/>
              <a:cxnLst/>
              <a:rect l="l" t="t" r="r" b="b"/>
              <a:pathLst>
                <a:path w="584" h="939" extrusionOk="0">
                  <a:moveTo>
                    <a:pt x="370" y="0"/>
                  </a:moveTo>
                  <a:cubicBezTo>
                    <a:pt x="248" y="0"/>
                    <a:pt x="113" y="178"/>
                    <a:pt x="58" y="416"/>
                  </a:cubicBezTo>
                  <a:cubicBezTo>
                    <a:pt x="0" y="674"/>
                    <a:pt x="56" y="907"/>
                    <a:pt x="185" y="935"/>
                  </a:cubicBezTo>
                  <a:cubicBezTo>
                    <a:pt x="194" y="938"/>
                    <a:pt x="203" y="939"/>
                    <a:pt x="212" y="939"/>
                  </a:cubicBezTo>
                  <a:cubicBezTo>
                    <a:pt x="334" y="939"/>
                    <a:pt x="469" y="761"/>
                    <a:pt x="524" y="523"/>
                  </a:cubicBezTo>
                  <a:cubicBezTo>
                    <a:pt x="583" y="267"/>
                    <a:pt x="526" y="34"/>
                    <a:pt x="397" y="4"/>
                  </a:cubicBezTo>
                  <a:cubicBezTo>
                    <a:pt x="388" y="1"/>
                    <a:pt x="379"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4"/>
            <p:cNvSpPr/>
            <p:nvPr/>
          </p:nvSpPr>
          <p:spPr>
            <a:xfrm>
              <a:off x="5941175" y="4088750"/>
              <a:ext cx="49975" cy="51200"/>
            </a:xfrm>
            <a:custGeom>
              <a:avLst/>
              <a:gdLst/>
              <a:ahLst/>
              <a:cxnLst/>
              <a:rect l="l" t="t" r="r" b="b"/>
              <a:pathLst>
                <a:path w="1999" h="2048" extrusionOk="0">
                  <a:moveTo>
                    <a:pt x="1199" y="0"/>
                  </a:moveTo>
                  <a:lnTo>
                    <a:pt x="1199" y="0"/>
                  </a:lnTo>
                  <a:cubicBezTo>
                    <a:pt x="1338" y="94"/>
                    <a:pt x="1449" y="232"/>
                    <a:pt x="1512" y="387"/>
                  </a:cubicBezTo>
                  <a:cubicBezTo>
                    <a:pt x="1623" y="671"/>
                    <a:pt x="1578" y="1005"/>
                    <a:pt x="1415" y="1263"/>
                  </a:cubicBezTo>
                  <a:cubicBezTo>
                    <a:pt x="1251" y="1521"/>
                    <a:pt x="981" y="1701"/>
                    <a:pt x="687" y="1780"/>
                  </a:cubicBezTo>
                  <a:cubicBezTo>
                    <a:pt x="593" y="1805"/>
                    <a:pt x="497" y="1820"/>
                    <a:pt x="401" y="1820"/>
                  </a:cubicBezTo>
                  <a:cubicBezTo>
                    <a:pt x="350" y="1820"/>
                    <a:pt x="300" y="1816"/>
                    <a:pt x="251" y="1806"/>
                  </a:cubicBezTo>
                  <a:cubicBezTo>
                    <a:pt x="164" y="1790"/>
                    <a:pt x="77" y="1758"/>
                    <a:pt x="0" y="1708"/>
                  </a:cubicBezTo>
                  <a:lnTo>
                    <a:pt x="0" y="1708"/>
                  </a:lnTo>
                  <a:cubicBezTo>
                    <a:pt x="205" y="1926"/>
                    <a:pt x="490" y="2047"/>
                    <a:pt x="783" y="2047"/>
                  </a:cubicBezTo>
                  <a:cubicBezTo>
                    <a:pt x="954" y="2047"/>
                    <a:pt x="1128" y="2006"/>
                    <a:pt x="1289" y="1918"/>
                  </a:cubicBezTo>
                  <a:cubicBezTo>
                    <a:pt x="1806" y="1636"/>
                    <a:pt x="1998" y="989"/>
                    <a:pt x="1718" y="471"/>
                  </a:cubicBezTo>
                  <a:cubicBezTo>
                    <a:pt x="1599" y="253"/>
                    <a:pt x="1414" y="93"/>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4"/>
            <p:cNvSpPr/>
            <p:nvPr/>
          </p:nvSpPr>
          <p:spPr>
            <a:xfrm>
              <a:off x="5974750" y="4172525"/>
              <a:ext cx="69000" cy="60400"/>
            </a:xfrm>
            <a:custGeom>
              <a:avLst/>
              <a:gdLst/>
              <a:ahLst/>
              <a:cxnLst/>
              <a:rect l="l" t="t" r="r" b="b"/>
              <a:pathLst>
                <a:path w="2760" h="2416" extrusionOk="0">
                  <a:moveTo>
                    <a:pt x="1379" y="0"/>
                  </a:moveTo>
                  <a:cubicBezTo>
                    <a:pt x="1185" y="0"/>
                    <a:pt x="987" y="47"/>
                    <a:pt x="804" y="147"/>
                  </a:cubicBezTo>
                  <a:cubicBezTo>
                    <a:pt x="219" y="464"/>
                    <a:pt x="0" y="1199"/>
                    <a:pt x="319" y="1784"/>
                  </a:cubicBezTo>
                  <a:cubicBezTo>
                    <a:pt x="538" y="2187"/>
                    <a:pt x="953" y="2416"/>
                    <a:pt x="1381" y="2416"/>
                  </a:cubicBezTo>
                  <a:cubicBezTo>
                    <a:pt x="1576" y="2416"/>
                    <a:pt x="1773" y="2368"/>
                    <a:pt x="1956" y="2269"/>
                  </a:cubicBezTo>
                  <a:cubicBezTo>
                    <a:pt x="2542" y="1952"/>
                    <a:pt x="2760" y="1217"/>
                    <a:pt x="2441" y="632"/>
                  </a:cubicBezTo>
                  <a:cubicBezTo>
                    <a:pt x="2223" y="229"/>
                    <a:pt x="1808" y="0"/>
                    <a:pt x="1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4"/>
            <p:cNvSpPr/>
            <p:nvPr/>
          </p:nvSpPr>
          <p:spPr>
            <a:xfrm>
              <a:off x="5978800" y="4176075"/>
              <a:ext cx="60925" cy="53350"/>
            </a:xfrm>
            <a:custGeom>
              <a:avLst/>
              <a:gdLst/>
              <a:ahLst/>
              <a:cxnLst/>
              <a:rect l="l" t="t" r="r" b="b"/>
              <a:pathLst>
                <a:path w="2437" h="2134" extrusionOk="0">
                  <a:moveTo>
                    <a:pt x="1217" y="1"/>
                  </a:moveTo>
                  <a:cubicBezTo>
                    <a:pt x="1045" y="1"/>
                    <a:pt x="870" y="42"/>
                    <a:pt x="709" y="130"/>
                  </a:cubicBezTo>
                  <a:cubicBezTo>
                    <a:pt x="192" y="412"/>
                    <a:pt x="0" y="1059"/>
                    <a:pt x="281" y="1576"/>
                  </a:cubicBezTo>
                  <a:cubicBezTo>
                    <a:pt x="325" y="1657"/>
                    <a:pt x="378" y="1732"/>
                    <a:pt x="439" y="1795"/>
                  </a:cubicBezTo>
                  <a:cubicBezTo>
                    <a:pt x="642" y="2013"/>
                    <a:pt x="927" y="2133"/>
                    <a:pt x="1219" y="2133"/>
                  </a:cubicBezTo>
                  <a:cubicBezTo>
                    <a:pt x="1391" y="2133"/>
                    <a:pt x="1565" y="2092"/>
                    <a:pt x="1727" y="2004"/>
                  </a:cubicBezTo>
                  <a:cubicBezTo>
                    <a:pt x="2245" y="1723"/>
                    <a:pt x="2437" y="1075"/>
                    <a:pt x="2155" y="558"/>
                  </a:cubicBezTo>
                  <a:cubicBezTo>
                    <a:pt x="2036" y="339"/>
                    <a:pt x="1853"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4"/>
            <p:cNvSpPr/>
            <p:nvPr/>
          </p:nvSpPr>
          <p:spPr>
            <a:xfrm>
              <a:off x="5985375" y="4186225"/>
              <a:ext cx="14600" cy="23500"/>
            </a:xfrm>
            <a:custGeom>
              <a:avLst/>
              <a:gdLst/>
              <a:ahLst/>
              <a:cxnLst/>
              <a:rect l="l" t="t" r="r" b="b"/>
              <a:pathLst>
                <a:path w="584" h="940" extrusionOk="0">
                  <a:moveTo>
                    <a:pt x="371" y="1"/>
                  </a:moveTo>
                  <a:cubicBezTo>
                    <a:pt x="249" y="1"/>
                    <a:pt x="113" y="178"/>
                    <a:pt x="58" y="416"/>
                  </a:cubicBezTo>
                  <a:cubicBezTo>
                    <a:pt x="0" y="674"/>
                    <a:pt x="55" y="906"/>
                    <a:pt x="184" y="936"/>
                  </a:cubicBezTo>
                  <a:cubicBezTo>
                    <a:pt x="193" y="939"/>
                    <a:pt x="202" y="940"/>
                    <a:pt x="212" y="940"/>
                  </a:cubicBezTo>
                  <a:cubicBezTo>
                    <a:pt x="333" y="940"/>
                    <a:pt x="469" y="762"/>
                    <a:pt x="524" y="524"/>
                  </a:cubicBezTo>
                  <a:cubicBezTo>
                    <a:pt x="583" y="266"/>
                    <a:pt x="527" y="33"/>
                    <a:pt x="398" y="3"/>
                  </a:cubicBezTo>
                  <a:cubicBezTo>
                    <a:pt x="389" y="1"/>
                    <a:pt x="380" y="1"/>
                    <a:pt x="37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4"/>
            <p:cNvSpPr/>
            <p:nvPr/>
          </p:nvSpPr>
          <p:spPr>
            <a:xfrm>
              <a:off x="5989750" y="4178250"/>
              <a:ext cx="49975" cy="51175"/>
            </a:xfrm>
            <a:custGeom>
              <a:avLst/>
              <a:gdLst/>
              <a:ahLst/>
              <a:cxnLst/>
              <a:rect l="l" t="t" r="r" b="b"/>
              <a:pathLst>
                <a:path w="1999" h="2047" extrusionOk="0">
                  <a:moveTo>
                    <a:pt x="1200" y="0"/>
                  </a:moveTo>
                  <a:lnTo>
                    <a:pt x="1200" y="0"/>
                  </a:lnTo>
                  <a:cubicBezTo>
                    <a:pt x="1338" y="94"/>
                    <a:pt x="1449" y="232"/>
                    <a:pt x="1512" y="387"/>
                  </a:cubicBezTo>
                  <a:cubicBezTo>
                    <a:pt x="1623" y="671"/>
                    <a:pt x="1578" y="1004"/>
                    <a:pt x="1416" y="1262"/>
                  </a:cubicBezTo>
                  <a:cubicBezTo>
                    <a:pt x="1252" y="1520"/>
                    <a:pt x="980" y="1700"/>
                    <a:pt x="686" y="1780"/>
                  </a:cubicBezTo>
                  <a:cubicBezTo>
                    <a:pt x="593" y="1805"/>
                    <a:pt x="497" y="1820"/>
                    <a:pt x="401" y="1820"/>
                  </a:cubicBezTo>
                  <a:cubicBezTo>
                    <a:pt x="350" y="1820"/>
                    <a:pt x="300" y="1816"/>
                    <a:pt x="250" y="1806"/>
                  </a:cubicBezTo>
                  <a:cubicBezTo>
                    <a:pt x="163" y="1790"/>
                    <a:pt x="76" y="1757"/>
                    <a:pt x="1" y="1708"/>
                  </a:cubicBezTo>
                  <a:lnTo>
                    <a:pt x="1" y="1708"/>
                  </a:lnTo>
                  <a:cubicBezTo>
                    <a:pt x="204" y="1926"/>
                    <a:pt x="489" y="2046"/>
                    <a:pt x="781" y="2046"/>
                  </a:cubicBezTo>
                  <a:cubicBezTo>
                    <a:pt x="953" y="2046"/>
                    <a:pt x="1127" y="2005"/>
                    <a:pt x="1289" y="1917"/>
                  </a:cubicBezTo>
                  <a:cubicBezTo>
                    <a:pt x="1807" y="1636"/>
                    <a:pt x="1999" y="988"/>
                    <a:pt x="1717" y="471"/>
                  </a:cubicBezTo>
                  <a:cubicBezTo>
                    <a:pt x="1598" y="252"/>
                    <a:pt x="1415" y="92"/>
                    <a:pt x="120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4"/>
            <p:cNvSpPr/>
            <p:nvPr/>
          </p:nvSpPr>
          <p:spPr>
            <a:xfrm>
              <a:off x="6023325" y="4262000"/>
              <a:ext cx="69000" cy="60375"/>
            </a:xfrm>
            <a:custGeom>
              <a:avLst/>
              <a:gdLst/>
              <a:ahLst/>
              <a:cxnLst/>
              <a:rect l="l" t="t" r="r" b="b"/>
              <a:pathLst>
                <a:path w="2760" h="2415" extrusionOk="0">
                  <a:moveTo>
                    <a:pt x="1378" y="0"/>
                  </a:moveTo>
                  <a:cubicBezTo>
                    <a:pt x="1184" y="0"/>
                    <a:pt x="987" y="47"/>
                    <a:pt x="804" y="146"/>
                  </a:cubicBezTo>
                  <a:cubicBezTo>
                    <a:pt x="218" y="464"/>
                    <a:pt x="0" y="1197"/>
                    <a:pt x="319" y="1784"/>
                  </a:cubicBezTo>
                  <a:cubicBezTo>
                    <a:pt x="537" y="2186"/>
                    <a:pt x="953" y="2415"/>
                    <a:pt x="1381" y="2415"/>
                  </a:cubicBezTo>
                  <a:cubicBezTo>
                    <a:pt x="1576" y="2415"/>
                    <a:pt x="1773" y="2368"/>
                    <a:pt x="1956" y="2269"/>
                  </a:cubicBezTo>
                  <a:cubicBezTo>
                    <a:pt x="2541" y="1951"/>
                    <a:pt x="2760" y="1217"/>
                    <a:pt x="2441" y="631"/>
                  </a:cubicBezTo>
                  <a:cubicBezTo>
                    <a:pt x="2222" y="228"/>
                    <a:pt x="1807" y="0"/>
                    <a:pt x="13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4"/>
            <p:cNvSpPr/>
            <p:nvPr/>
          </p:nvSpPr>
          <p:spPr>
            <a:xfrm>
              <a:off x="6027350" y="4265525"/>
              <a:ext cx="60925" cy="53375"/>
            </a:xfrm>
            <a:custGeom>
              <a:avLst/>
              <a:gdLst/>
              <a:ahLst/>
              <a:cxnLst/>
              <a:rect l="l" t="t" r="r" b="b"/>
              <a:pathLst>
                <a:path w="2437" h="2135" extrusionOk="0">
                  <a:moveTo>
                    <a:pt x="1218" y="1"/>
                  </a:moveTo>
                  <a:cubicBezTo>
                    <a:pt x="1046" y="1"/>
                    <a:pt x="871" y="43"/>
                    <a:pt x="710" y="131"/>
                  </a:cubicBezTo>
                  <a:cubicBezTo>
                    <a:pt x="192" y="411"/>
                    <a:pt x="0" y="1060"/>
                    <a:pt x="282" y="1577"/>
                  </a:cubicBezTo>
                  <a:cubicBezTo>
                    <a:pt x="325" y="1657"/>
                    <a:pt x="378" y="1732"/>
                    <a:pt x="439" y="1795"/>
                  </a:cubicBezTo>
                  <a:cubicBezTo>
                    <a:pt x="643" y="2013"/>
                    <a:pt x="929" y="2134"/>
                    <a:pt x="1221" y="2134"/>
                  </a:cubicBezTo>
                  <a:cubicBezTo>
                    <a:pt x="1393" y="2134"/>
                    <a:pt x="1567" y="2093"/>
                    <a:pt x="1728" y="2005"/>
                  </a:cubicBezTo>
                  <a:cubicBezTo>
                    <a:pt x="2245" y="1723"/>
                    <a:pt x="2437" y="1076"/>
                    <a:pt x="2156" y="559"/>
                  </a:cubicBezTo>
                  <a:cubicBezTo>
                    <a:pt x="2038" y="339"/>
                    <a:pt x="1853" y="179"/>
                    <a:pt x="1639" y="87"/>
                  </a:cubicBezTo>
                  <a:lnTo>
                    <a:pt x="1637" y="86"/>
                  </a:lnTo>
                  <a:cubicBezTo>
                    <a:pt x="1505" y="30"/>
                    <a:pt x="1362"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4"/>
            <p:cNvSpPr/>
            <p:nvPr/>
          </p:nvSpPr>
          <p:spPr>
            <a:xfrm>
              <a:off x="6033925" y="4275700"/>
              <a:ext cx="14600" cy="23500"/>
            </a:xfrm>
            <a:custGeom>
              <a:avLst/>
              <a:gdLst/>
              <a:ahLst/>
              <a:cxnLst/>
              <a:rect l="l" t="t" r="r" b="b"/>
              <a:pathLst>
                <a:path w="584" h="940" extrusionOk="0">
                  <a:moveTo>
                    <a:pt x="370" y="0"/>
                  </a:moveTo>
                  <a:cubicBezTo>
                    <a:pt x="249" y="0"/>
                    <a:pt x="114" y="178"/>
                    <a:pt x="58" y="416"/>
                  </a:cubicBezTo>
                  <a:cubicBezTo>
                    <a:pt x="1" y="674"/>
                    <a:pt x="56" y="906"/>
                    <a:pt x="185" y="936"/>
                  </a:cubicBezTo>
                  <a:cubicBezTo>
                    <a:pt x="194" y="938"/>
                    <a:pt x="203" y="939"/>
                    <a:pt x="212" y="939"/>
                  </a:cubicBezTo>
                  <a:cubicBezTo>
                    <a:pt x="334" y="939"/>
                    <a:pt x="469" y="762"/>
                    <a:pt x="525" y="524"/>
                  </a:cubicBezTo>
                  <a:cubicBezTo>
                    <a:pt x="584" y="266"/>
                    <a:pt x="527" y="33"/>
                    <a:pt x="398" y="3"/>
                  </a:cubicBezTo>
                  <a:cubicBezTo>
                    <a:pt x="389" y="1"/>
                    <a:pt x="380"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4"/>
            <p:cNvSpPr/>
            <p:nvPr/>
          </p:nvSpPr>
          <p:spPr>
            <a:xfrm>
              <a:off x="6038300" y="4267700"/>
              <a:ext cx="49975" cy="51200"/>
            </a:xfrm>
            <a:custGeom>
              <a:avLst/>
              <a:gdLst/>
              <a:ahLst/>
              <a:cxnLst/>
              <a:rect l="l" t="t" r="r" b="b"/>
              <a:pathLst>
                <a:path w="1999" h="2048" extrusionOk="0">
                  <a:moveTo>
                    <a:pt x="1199" y="0"/>
                  </a:moveTo>
                  <a:lnTo>
                    <a:pt x="1199" y="0"/>
                  </a:lnTo>
                  <a:cubicBezTo>
                    <a:pt x="1338" y="95"/>
                    <a:pt x="1450" y="232"/>
                    <a:pt x="1513" y="387"/>
                  </a:cubicBezTo>
                  <a:cubicBezTo>
                    <a:pt x="1624" y="671"/>
                    <a:pt x="1579" y="1005"/>
                    <a:pt x="1416" y="1263"/>
                  </a:cubicBezTo>
                  <a:cubicBezTo>
                    <a:pt x="1252" y="1521"/>
                    <a:pt x="981" y="1701"/>
                    <a:pt x="687" y="1780"/>
                  </a:cubicBezTo>
                  <a:cubicBezTo>
                    <a:pt x="595" y="1805"/>
                    <a:pt x="499" y="1821"/>
                    <a:pt x="403" y="1821"/>
                  </a:cubicBezTo>
                  <a:cubicBezTo>
                    <a:pt x="352" y="1821"/>
                    <a:pt x="301" y="1816"/>
                    <a:pt x="252" y="1806"/>
                  </a:cubicBezTo>
                  <a:cubicBezTo>
                    <a:pt x="164" y="1790"/>
                    <a:pt x="77" y="1758"/>
                    <a:pt x="1" y="1708"/>
                  </a:cubicBezTo>
                  <a:lnTo>
                    <a:pt x="1" y="1708"/>
                  </a:lnTo>
                  <a:cubicBezTo>
                    <a:pt x="205" y="1926"/>
                    <a:pt x="491" y="2047"/>
                    <a:pt x="783" y="2047"/>
                  </a:cubicBezTo>
                  <a:cubicBezTo>
                    <a:pt x="955" y="2047"/>
                    <a:pt x="1129" y="2006"/>
                    <a:pt x="1290" y="1918"/>
                  </a:cubicBezTo>
                  <a:cubicBezTo>
                    <a:pt x="1807" y="1636"/>
                    <a:pt x="1999" y="989"/>
                    <a:pt x="1718" y="472"/>
                  </a:cubicBezTo>
                  <a:cubicBezTo>
                    <a:pt x="1600" y="252"/>
                    <a:pt x="1415" y="92"/>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4"/>
            <p:cNvSpPr/>
            <p:nvPr/>
          </p:nvSpPr>
          <p:spPr>
            <a:xfrm>
              <a:off x="6071875" y="4351450"/>
              <a:ext cx="69025" cy="60425"/>
            </a:xfrm>
            <a:custGeom>
              <a:avLst/>
              <a:gdLst/>
              <a:ahLst/>
              <a:cxnLst/>
              <a:rect l="l" t="t" r="r" b="b"/>
              <a:pathLst>
                <a:path w="2761" h="2417" extrusionOk="0">
                  <a:moveTo>
                    <a:pt x="1381" y="1"/>
                  </a:moveTo>
                  <a:cubicBezTo>
                    <a:pt x="1186" y="1"/>
                    <a:pt x="988" y="48"/>
                    <a:pt x="805" y="148"/>
                  </a:cubicBezTo>
                  <a:cubicBezTo>
                    <a:pt x="219" y="466"/>
                    <a:pt x="1" y="1199"/>
                    <a:pt x="319" y="1785"/>
                  </a:cubicBezTo>
                  <a:cubicBezTo>
                    <a:pt x="538" y="2188"/>
                    <a:pt x="953" y="2417"/>
                    <a:pt x="1381" y="2417"/>
                  </a:cubicBezTo>
                  <a:cubicBezTo>
                    <a:pt x="1576" y="2417"/>
                    <a:pt x="1773" y="2369"/>
                    <a:pt x="1956" y="2270"/>
                  </a:cubicBezTo>
                  <a:cubicBezTo>
                    <a:pt x="2542" y="1953"/>
                    <a:pt x="2760" y="1219"/>
                    <a:pt x="2441" y="633"/>
                  </a:cubicBezTo>
                  <a:cubicBezTo>
                    <a:pt x="2224" y="229"/>
                    <a:pt x="1809" y="1"/>
                    <a:pt x="13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4"/>
            <p:cNvSpPr/>
            <p:nvPr/>
          </p:nvSpPr>
          <p:spPr>
            <a:xfrm>
              <a:off x="6075925" y="4355000"/>
              <a:ext cx="60950" cy="53350"/>
            </a:xfrm>
            <a:custGeom>
              <a:avLst/>
              <a:gdLst/>
              <a:ahLst/>
              <a:cxnLst/>
              <a:rect l="l" t="t" r="r" b="b"/>
              <a:pathLst>
                <a:path w="2438" h="2134" extrusionOk="0">
                  <a:moveTo>
                    <a:pt x="1217" y="1"/>
                  </a:moveTo>
                  <a:cubicBezTo>
                    <a:pt x="1045" y="1"/>
                    <a:pt x="871" y="42"/>
                    <a:pt x="710" y="130"/>
                  </a:cubicBezTo>
                  <a:cubicBezTo>
                    <a:pt x="193" y="411"/>
                    <a:pt x="1" y="1058"/>
                    <a:pt x="281" y="1576"/>
                  </a:cubicBezTo>
                  <a:cubicBezTo>
                    <a:pt x="326" y="1657"/>
                    <a:pt x="378" y="1732"/>
                    <a:pt x="439" y="1795"/>
                  </a:cubicBezTo>
                  <a:cubicBezTo>
                    <a:pt x="643" y="2013"/>
                    <a:pt x="928" y="2133"/>
                    <a:pt x="1220" y="2133"/>
                  </a:cubicBezTo>
                  <a:cubicBezTo>
                    <a:pt x="1392" y="2133"/>
                    <a:pt x="1566" y="2092"/>
                    <a:pt x="1727" y="2004"/>
                  </a:cubicBezTo>
                  <a:cubicBezTo>
                    <a:pt x="2245" y="1723"/>
                    <a:pt x="2437" y="1075"/>
                    <a:pt x="2155" y="558"/>
                  </a:cubicBezTo>
                  <a:cubicBezTo>
                    <a:pt x="2037" y="339"/>
                    <a:pt x="1854"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4"/>
            <p:cNvSpPr/>
            <p:nvPr/>
          </p:nvSpPr>
          <p:spPr>
            <a:xfrm>
              <a:off x="6082500" y="4365150"/>
              <a:ext cx="14600" cy="23500"/>
            </a:xfrm>
            <a:custGeom>
              <a:avLst/>
              <a:gdLst/>
              <a:ahLst/>
              <a:cxnLst/>
              <a:rect l="l" t="t" r="r" b="b"/>
              <a:pathLst>
                <a:path w="584" h="940" extrusionOk="0">
                  <a:moveTo>
                    <a:pt x="371" y="0"/>
                  </a:moveTo>
                  <a:cubicBezTo>
                    <a:pt x="250" y="0"/>
                    <a:pt x="113" y="178"/>
                    <a:pt x="59" y="416"/>
                  </a:cubicBezTo>
                  <a:cubicBezTo>
                    <a:pt x="1" y="674"/>
                    <a:pt x="55" y="906"/>
                    <a:pt x="184" y="936"/>
                  </a:cubicBezTo>
                  <a:cubicBezTo>
                    <a:pt x="194" y="938"/>
                    <a:pt x="203" y="939"/>
                    <a:pt x="212" y="939"/>
                  </a:cubicBezTo>
                  <a:cubicBezTo>
                    <a:pt x="334" y="939"/>
                    <a:pt x="469" y="762"/>
                    <a:pt x="524" y="523"/>
                  </a:cubicBezTo>
                  <a:cubicBezTo>
                    <a:pt x="584" y="267"/>
                    <a:pt x="527" y="33"/>
                    <a:pt x="398" y="3"/>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4"/>
            <p:cNvSpPr/>
            <p:nvPr/>
          </p:nvSpPr>
          <p:spPr>
            <a:xfrm>
              <a:off x="6086900" y="4357175"/>
              <a:ext cx="49975" cy="51175"/>
            </a:xfrm>
            <a:custGeom>
              <a:avLst/>
              <a:gdLst/>
              <a:ahLst/>
              <a:cxnLst/>
              <a:rect l="l" t="t" r="r" b="b"/>
              <a:pathLst>
                <a:path w="1999" h="2047" extrusionOk="0">
                  <a:moveTo>
                    <a:pt x="1199" y="0"/>
                  </a:moveTo>
                  <a:cubicBezTo>
                    <a:pt x="1338" y="94"/>
                    <a:pt x="1448" y="232"/>
                    <a:pt x="1512" y="387"/>
                  </a:cubicBezTo>
                  <a:cubicBezTo>
                    <a:pt x="1623" y="671"/>
                    <a:pt x="1577" y="1003"/>
                    <a:pt x="1415" y="1261"/>
                  </a:cubicBezTo>
                  <a:cubicBezTo>
                    <a:pt x="1251" y="1519"/>
                    <a:pt x="980" y="1700"/>
                    <a:pt x="686" y="1780"/>
                  </a:cubicBezTo>
                  <a:cubicBezTo>
                    <a:pt x="593" y="1805"/>
                    <a:pt x="496" y="1820"/>
                    <a:pt x="400" y="1820"/>
                  </a:cubicBezTo>
                  <a:cubicBezTo>
                    <a:pt x="350" y="1820"/>
                    <a:pt x="299" y="1816"/>
                    <a:pt x="250" y="1806"/>
                  </a:cubicBezTo>
                  <a:cubicBezTo>
                    <a:pt x="162" y="1789"/>
                    <a:pt x="76" y="1757"/>
                    <a:pt x="0" y="1708"/>
                  </a:cubicBezTo>
                  <a:lnTo>
                    <a:pt x="0" y="1708"/>
                  </a:lnTo>
                  <a:cubicBezTo>
                    <a:pt x="204" y="1926"/>
                    <a:pt x="489" y="2046"/>
                    <a:pt x="781" y="2046"/>
                  </a:cubicBezTo>
                  <a:cubicBezTo>
                    <a:pt x="953" y="2046"/>
                    <a:pt x="1127" y="2005"/>
                    <a:pt x="1288" y="1917"/>
                  </a:cubicBezTo>
                  <a:cubicBezTo>
                    <a:pt x="1806" y="1636"/>
                    <a:pt x="1998" y="988"/>
                    <a:pt x="1716" y="471"/>
                  </a:cubicBezTo>
                  <a:cubicBezTo>
                    <a:pt x="1598" y="252"/>
                    <a:pt x="1415" y="92"/>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4"/>
            <p:cNvSpPr/>
            <p:nvPr/>
          </p:nvSpPr>
          <p:spPr>
            <a:xfrm>
              <a:off x="5972850" y="3941875"/>
              <a:ext cx="69000" cy="60400"/>
            </a:xfrm>
            <a:custGeom>
              <a:avLst/>
              <a:gdLst/>
              <a:ahLst/>
              <a:cxnLst/>
              <a:rect l="l" t="t" r="r" b="b"/>
              <a:pathLst>
                <a:path w="2760" h="2416" extrusionOk="0">
                  <a:moveTo>
                    <a:pt x="1379" y="0"/>
                  </a:moveTo>
                  <a:cubicBezTo>
                    <a:pt x="1184" y="0"/>
                    <a:pt x="987" y="47"/>
                    <a:pt x="804" y="147"/>
                  </a:cubicBezTo>
                  <a:cubicBezTo>
                    <a:pt x="219" y="464"/>
                    <a:pt x="1" y="1198"/>
                    <a:pt x="319" y="1784"/>
                  </a:cubicBezTo>
                  <a:cubicBezTo>
                    <a:pt x="537" y="2187"/>
                    <a:pt x="952" y="2416"/>
                    <a:pt x="1381" y="2416"/>
                  </a:cubicBezTo>
                  <a:cubicBezTo>
                    <a:pt x="1576" y="2416"/>
                    <a:pt x="1773" y="2368"/>
                    <a:pt x="1956" y="2269"/>
                  </a:cubicBezTo>
                  <a:cubicBezTo>
                    <a:pt x="2542" y="1952"/>
                    <a:pt x="2759" y="1217"/>
                    <a:pt x="2441" y="632"/>
                  </a:cubicBezTo>
                  <a:cubicBezTo>
                    <a:pt x="2223" y="229"/>
                    <a:pt x="1808" y="0"/>
                    <a:pt x="1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4"/>
            <p:cNvSpPr/>
            <p:nvPr/>
          </p:nvSpPr>
          <p:spPr>
            <a:xfrm>
              <a:off x="5976875" y="3945425"/>
              <a:ext cx="60950" cy="53350"/>
            </a:xfrm>
            <a:custGeom>
              <a:avLst/>
              <a:gdLst/>
              <a:ahLst/>
              <a:cxnLst/>
              <a:rect l="l" t="t" r="r" b="b"/>
              <a:pathLst>
                <a:path w="2438" h="2134" extrusionOk="0">
                  <a:moveTo>
                    <a:pt x="1218" y="1"/>
                  </a:moveTo>
                  <a:cubicBezTo>
                    <a:pt x="1046" y="1"/>
                    <a:pt x="871" y="42"/>
                    <a:pt x="710" y="130"/>
                  </a:cubicBezTo>
                  <a:cubicBezTo>
                    <a:pt x="193" y="411"/>
                    <a:pt x="1" y="1059"/>
                    <a:pt x="281" y="1576"/>
                  </a:cubicBezTo>
                  <a:cubicBezTo>
                    <a:pt x="326" y="1657"/>
                    <a:pt x="378" y="1732"/>
                    <a:pt x="439" y="1795"/>
                  </a:cubicBezTo>
                  <a:cubicBezTo>
                    <a:pt x="643" y="2013"/>
                    <a:pt x="928" y="2133"/>
                    <a:pt x="1221" y="2133"/>
                  </a:cubicBezTo>
                  <a:cubicBezTo>
                    <a:pt x="1392" y="2133"/>
                    <a:pt x="1567" y="2092"/>
                    <a:pt x="1728" y="2004"/>
                  </a:cubicBezTo>
                  <a:cubicBezTo>
                    <a:pt x="2245" y="1723"/>
                    <a:pt x="2437" y="1075"/>
                    <a:pt x="2157" y="558"/>
                  </a:cubicBezTo>
                  <a:cubicBezTo>
                    <a:pt x="2038" y="339"/>
                    <a:pt x="1854" y="179"/>
                    <a:pt x="1639" y="87"/>
                  </a:cubicBezTo>
                  <a:lnTo>
                    <a:pt x="1638" y="86"/>
                  </a:lnTo>
                  <a:cubicBezTo>
                    <a:pt x="1505" y="30"/>
                    <a:pt x="1362"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4"/>
            <p:cNvSpPr/>
            <p:nvPr/>
          </p:nvSpPr>
          <p:spPr>
            <a:xfrm>
              <a:off x="5983450" y="3955575"/>
              <a:ext cx="14600" cy="23500"/>
            </a:xfrm>
            <a:custGeom>
              <a:avLst/>
              <a:gdLst/>
              <a:ahLst/>
              <a:cxnLst/>
              <a:rect l="l" t="t" r="r" b="b"/>
              <a:pathLst>
                <a:path w="584" h="940" extrusionOk="0">
                  <a:moveTo>
                    <a:pt x="371" y="0"/>
                  </a:moveTo>
                  <a:cubicBezTo>
                    <a:pt x="250" y="0"/>
                    <a:pt x="114" y="178"/>
                    <a:pt x="59" y="416"/>
                  </a:cubicBezTo>
                  <a:cubicBezTo>
                    <a:pt x="1" y="674"/>
                    <a:pt x="58" y="906"/>
                    <a:pt x="186" y="936"/>
                  </a:cubicBezTo>
                  <a:cubicBezTo>
                    <a:pt x="195" y="938"/>
                    <a:pt x="204" y="940"/>
                    <a:pt x="213" y="940"/>
                  </a:cubicBezTo>
                  <a:cubicBezTo>
                    <a:pt x="334" y="940"/>
                    <a:pt x="470" y="762"/>
                    <a:pt x="524" y="524"/>
                  </a:cubicBezTo>
                  <a:cubicBezTo>
                    <a:pt x="584" y="266"/>
                    <a:pt x="528" y="33"/>
                    <a:pt x="398" y="3"/>
                  </a:cubicBezTo>
                  <a:cubicBezTo>
                    <a:pt x="389" y="1"/>
                    <a:pt x="381"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4"/>
            <p:cNvSpPr/>
            <p:nvPr/>
          </p:nvSpPr>
          <p:spPr>
            <a:xfrm>
              <a:off x="5987850" y="3947600"/>
              <a:ext cx="49975" cy="51175"/>
            </a:xfrm>
            <a:custGeom>
              <a:avLst/>
              <a:gdLst/>
              <a:ahLst/>
              <a:cxnLst/>
              <a:rect l="l" t="t" r="r" b="b"/>
              <a:pathLst>
                <a:path w="1999" h="2047" extrusionOk="0">
                  <a:moveTo>
                    <a:pt x="1199" y="0"/>
                  </a:moveTo>
                  <a:cubicBezTo>
                    <a:pt x="1338" y="94"/>
                    <a:pt x="1449" y="232"/>
                    <a:pt x="1512" y="387"/>
                  </a:cubicBezTo>
                  <a:cubicBezTo>
                    <a:pt x="1623" y="671"/>
                    <a:pt x="1578" y="1004"/>
                    <a:pt x="1415" y="1262"/>
                  </a:cubicBezTo>
                  <a:cubicBezTo>
                    <a:pt x="1251" y="1520"/>
                    <a:pt x="981" y="1700"/>
                    <a:pt x="687" y="1780"/>
                  </a:cubicBezTo>
                  <a:cubicBezTo>
                    <a:pt x="593" y="1805"/>
                    <a:pt x="496" y="1820"/>
                    <a:pt x="400" y="1820"/>
                  </a:cubicBezTo>
                  <a:cubicBezTo>
                    <a:pt x="350" y="1820"/>
                    <a:pt x="300" y="1816"/>
                    <a:pt x="250" y="1806"/>
                  </a:cubicBezTo>
                  <a:cubicBezTo>
                    <a:pt x="162" y="1789"/>
                    <a:pt x="77" y="1757"/>
                    <a:pt x="0" y="1708"/>
                  </a:cubicBezTo>
                  <a:lnTo>
                    <a:pt x="0" y="1708"/>
                  </a:lnTo>
                  <a:cubicBezTo>
                    <a:pt x="204" y="1926"/>
                    <a:pt x="489" y="2046"/>
                    <a:pt x="782" y="2046"/>
                  </a:cubicBezTo>
                  <a:cubicBezTo>
                    <a:pt x="953" y="2046"/>
                    <a:pt x="1128" y="2005"/>
                    <a:pt x="1289" y="1917"/>
                  </a:cubicBezTo>
                  <a:cubicBezTo>
                    <a:pt x="1806" y="1636"/>
                    <a:pt x="1998" y="988"/>
                    <a:pt x="1718" y="471"/>
                  </a:cubicBezTo>
                  <a:cubicBezTo>
                    <a:pt x="1599" y="252"/>
                    <a:pt x="1415" y="92"/>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4"/>
            <p:cNvSpPr/>
            <p:nvPr/>
          </p:nvSpPr>
          <p:spPr>
            <a:xfrm>
              <a:off x="6021450" y="4031350"/>
              <a:ext cx="69000" cy="60425"/>
            </a:xfrm>
            <a:custGeom>
              <a:avLst/>
              <a:gdLst/>
              <a:ahLst/>
              <a:cxnLst/>
              <a:rect l="l" t="t" r="r" b="b"/>
              <a:pathLst>
                <a:path w="2760" h="2417" extrusionOk="0">
                  <a:moveTo>
                    <a:pt x="1380" y="1"/>
                  </a:moveTo>
                  <a:cubicBezTo>
                    <a:pt x="1185" y="1"/>
                    <a:pt x="987" y="48"/>
                    <a:pt x="804" y="148"/>
                  </a:cubicBezTo>
                  <a:cubicBezTo>
                    <a:pt x="219" y="465"/>
                    <a:pt x="0" y="1198"/>
                    <a:pt x="319" y="1785"/>
                  </a:cubicBezTo>
                  <a:cubicBezTo>
                    <a:pt x="538" y="2187"/>
                    <a:pt x="953" y="2416"/>
                    <a:pt x="1382" y="2416"/>
                  </a:cubicBezTo>
                  <a:cubicBezTo>
                    <a:pt x="1576" y="2416"/>
                    <a:pt x="1773" y="2369"/>
                    <a:pt x="1956" y="2270"/>
                  </a:cubicBezTo>
                  <a:cubicBezTo>
                    <a:pt x="2542" y="1952"/>
                    <a:pt x="2760" y="1218"/>
                    <a:pt x="2441" y="633"/>
                  </a:cubicBezTo>
                  <a:cubicBezTo>
                    <a:pt x="2222" y="229"/>
                    <a:pt x="1808" y="1"/>
                    <a:pt x="13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44"/>
            <p:cNvSpPr/>
            <p:nvPr/>
          </p:nvSpPr>
          <p:spPr>
            <a:xfrm>
              <a:off x="6025425" y="4034875"/>
              <a:ext cx="60975" cy="53375"/>
            </a:xfrm>
            <a:custGeom>
              <a:avLst/>
              <a:gdLst/>
              <a:ahLst/>
              <a:cxnLst/>
              <a:rect l="l" t="t" r="r" b="b"/>
              <a:pathLst>
                <a:path w="2439" h="2135" extrusionOk="0">
                  <a:moveTo>
                    <a:pt x="1218" y="1"/>
                  </a:moveTo>
                  <a:cubicBezTo>
                    <a:pt x="1046" y="1"/>
                    <a:pt x="872" y="43"/>
                    <a:pt x="711" y="131"/>
                  </a:cubicBezTo>
                  <a:cubicBezTo>
                    <a:pt x="194" y="411"/>
                    <a:pt x="1" y="1060"/>
                    <a:pt x="283" y="1577"/>
                  </a:cubicBezTo>
                  <a:cubicBezTo>
                    <a:pt x="326" y="1658"/>
                    <a:pt x="380" y="1732"/>
                    <a:pt x="440" y="1795"/>
                  </a:cubicBezTo>
                  <a:cubicBezTo>
                    <a:pt x="644" y="2013"/>
                    <a:pt x="930" y="2134"/>
                    <a:pt x="1222" y="2134"/>
                  </a:cubicBezTo>
                  <a:cubicBezTo>
                    <a:pt x="1394" y="2134"/>
                    <a:pt x="1568" y="2093"/>
                    <a:pt x="1729" y="2005"/>
                  </a:cubicBezTo>
                  <a:cubicBezTo>
                    <a:pt x="2246" y="1723"/>
                    <a:pt x="2439" y="1076"/>
                    <a:pt x="2157" y="559"/>
                  </a:cubicBezTo>
                  <a:cubicBezTo>
                    <a:pt x="2038" y="339"/>
                    <a:pt x="1855" y="179"/>
                    <a:pt x="1640" y="87"/>
                  </a:cubicBezTo>
                  <a:lnTo>
                    <a:pt x="1639" y="86"/>
                  </a:lnTo>
                  <a:cubicBezTo>
                    <a:pt x="1506" y="30"/>
                    <a:pt x="1363"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44"/>
            <p:cNvSpPr/>
            <p:nvPr/>
          </p:nvSpPr>
          <p:spPr>
            <a:xfrm>
              <a:off x="6032075" y="4045050"/>
              <a:ext cx="14550" cy="23500"/>
            </a:xfrm>
            <a:custGeom>
              <a:avLst/>
              <a:gdLst/>
              <a:ahLst/>
              <a:cxnLst/>
              <a:rect l="l" t="t" r="r" b="b"/>
              <a:pathLst>
                <a:path w="582" h="940" extrusionOk="0">
                  <a:moveTo>
                    <a:pt x="370" y="0"/>
                  </a:moveTo>
                  <a:cubicBezTo>
                    <a:pt x="248" y="0"/>
                    <a:pt x="113" y="177"/>
                    <a:pt x="58" y="416"/>
                  </a:cubicBezTo>
                  <a:cubicBezTo>
                    <a:pt x="0" y="674"/>
                    <a:pt x="55" y="906"/>
                    <a:pt x="184" y="936"/>
                  </a:cubicBezTo>
                  <a:cubicBezTo>
                    <a:pt x="193" y="938"/>
                    <a:pt x="202" y="939"/>
                    <a:pt x="211" y="939"/>
                  </a:cubicBezTo>
                  <a:cubicBezTo>
                    <a:pt x="332" y="939"/>
                    <a:pt x="469" y="762"/>
                    <a:pt x="523" y="524"/>
                  </a:cubicBezTo>
                  <a:cubicBezTo>
                    <a:pt x="581" y="267"/>
                    <a:pt x="527" y="33"/>
                    <a:pt x="398" y="3"/>
                  </a:cubicBezTo>
                  <a:cubicBezTo>
                    <a:pt x="388" y="1"/>
                    <a:pt x="379"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44"/>
            <p:cNvSpPr/>
            <p:nvPr/>
          </p:nvSpPr>
          <p:spPr>
            <a:xfrm>
              <a:off x="6036400" y="4037050"/>
              <a:ext cx="50000" cy="51200"/>
            </a:xfrm>
            <a:custGeom>
              <a:avLst/>
              <a:gdLst/>
              <a:ahLst/>
              <a:cxnLst/>
              <a:rect l="l" t="t" r="r" b="b"/>
              <a:pathLst>
                <a:path w="2000" h="2048" extrusionOk="0">
                  <a:moveTo>
                    <a:pt x="1200" y="0"/>
                  </a:moveTo>
                  <a:cubicBezTo>
                    <a:pt x="1339" y="95"/>
                    <a:pt x="1450" y="232"/>
                    <a:pt x="1512" y="387"/>
                  </a:cubicBezTo>
                  <a:cubicBezTo>
                    <a:pt x="1624" y="671"/>
                    <a:pt x="1579" y="1005"/>
                    <a:pt x="1416" y="1263"/>
                  </a:cubicBezTo>
                  <a:cubicBezTo>
                    <a:pt x="1252" y="1521"/>
                    <a:pt x="981" y="1701"/>
                    <a:pt x="687" y="1780"/>
                  </a:cubicBezTo>
                  <a:cubicBezTo>
                    <a:pt x="595" y="1805"/>
                    <a:pt x="499" y="1821"/>
                    <a:pt x="403" y="1821"/>
                  </a:cubicBezTo>
                  <a:cubicBezTo>
                    <a:pt x="352" y="1821"/>
                    <a:pt x="301" y="1816"/>
                    <a:pt x="251" y="1806"/>
                  </a:cubicBezTo>
                  <a:cubicBezTo>
                    <a:pt x="164" y="1790"/>
                    <a:pt x="77" y="1758"/>
                    <a:pt x="1" y="1708"/>
                  </a:cubicBezTo>
                  <a:lnTo>
                    <a:pt x="1" y="1708"/>
                  </a:lnTo>
                  <a:cubicBezTo>
                    <a:pt x="205" y="1926"/>
                    <a:pt x="491" y="2047"/>
                    <a:pt x="783" y="2047"/>
                  </a:cubicBezTo>
                  <a:cubicBezTo>
                    <a:pt x="955" y="2047"/>
                    <a:pt x="1129" y="2006"/>
                    <a:pt x="1290" y="1918"/>
                  </a:cubicBezTo>
                  <a:cubicBezTo>
                    <a:pt x="1807" y="1636"/>
                    <a:pt x="2000" y="989"/>
                    <a:pt x="1718" y="472"/>
                  </a:cubicBezTo>
                  <a:cubicBezTo>
                    <a:pt x="1599" y="252"/>
                    <a:pt x="1416" y="92"/>
                    <a:pt x="120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44"/>
            <p:cNvSpPr/>
            <p:nvPr/>
          </p:nvSpPr>
          <p:spPr>
            <a:xfrm>
              <a:off x="6070025" y="4120800"/>
              <a:ext cx="69000" cy="60425"/>
            </a:xfrm>
            <a:custGeom>
              <a:avLst/>
              <a:gdLst/>
              <a:ahLst/>
              <a:cxnLst/>
              <a:rect l="l" t="t" r="r" b="b"/>
              <a:pathLst>
                <a:path w="2760" h="2417" extrusionOk="0">
                  <a:moveTo>
                    <a:pt x="1379" y="1"/>
                  </a:moveTo>
                  <a:cubicBezTo>
                    <a:pt x="1185" y="1"/>
                    <a:pt x="987" y="48"/>
                    <a:pt x="804" y="148"/>
                  </a:cubicBezTo>
                  <a:cubicBezTo>
                    <a:pt x="218" y="466"/>
                    <a:pt x="0" y="1199"/>
                    <a:pt x="319" y="1785"/>
                  </a:cubicBezTo>
                  <a:cubicBezTo>
                    <a:pt x="537" y="2188"/>
                    <a:pt x="952" y="2416"/>
                    <a:pt x="1381" y="2416"/>
                  </a:cubicBezTo>
                  <a:cubicBezTo>
                    <a:pt x="1575" y="2416"/>
                    <a:pt x="1773" y="2369"/>
                    <a:pt x="1956" y="2270"/>
                  </a:cubicBezTo>
                  <a:cubicBezTo>
                    <a:pt x="2541" y="1953"/>
                    <a:pt x="2760" y="1219"/>
                    <a:pt x="2441" y="633"/>
                  </a:cubicBezTo>
                  <a:cubicBezTo>
                    <a:pt x="2222" y="229"/>
                    <a:pt x="1807" y="1"/>
                    <a:pt x="13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4"/>
            <p:cNvSpPr/>
            <p:nvPr/>
          </p:nvSpPr>
          <p:spPr>
            <a:xfrm>
              <a:off x="6074025" y="4124350"/>
              <a:ext cx="60925" cy="53350"/>
            </a:xfrm>
            <a:custGeom>
              <a:avLst/>
              <a:gdLst/>
              <a:ahLst/>
              <a:cxnLst/>
              <a:rect l="l" t="t" r="r" b="b"/>
              <a:pathLst>
                <a:path w="2437" h="2134" extrusionOk="0">
                  <a:moveTo>
                    <a:pt x="1217" y="1"/>
                  </a:moveTo>
                  <a:cubicBezTo>
                    <a:pt x="1045" y="1"/>
                    <a:pt x="871" y="42"/>
                    <a:pt x="709" y="130"/>
                  </a:cubicBezTo>
                  <a:cubicBezTo>
                    <a:pt x="192" y="411"/>
                    <a:pt x="0" y="1058"/>
                    <a:pt x="281" y="1575"/>
                  </a:cubicBezTo>
                  <a:cubicBezTo>
                    <a:pt x="325" y="1657"/>
                    <a:pt x="378" y="1732"/>
                    <a:pt x="439" y="1795"/>
                  </a:cubicBezTo>
                  <a:cubicBezTo>
                    <a:pt x="643" y="2013"/>
                    <a:pt x="928" y="2133"/>
                    <a:pt x="1220" y="2133"/>
                  </a:cubicBezTo>
                  <a:cubicBezTo>
                    <a:pt x="1391" y="2133"/>
                    <a:pt x="1565" y="2092"/>
                    <a:pt x="1727" y="2004"/>
                  </a:cubicBezTo>
                  <a:cubicBezTo>
                    <a:pt x="2245" y="1723"/>
                    <a:pt x="2437" y="1075"/>
                    <a:pt x="2156" y="558"/>
                  </a:cubicBezTo>
                  <a:cubicBezTo>
                    <a:pt x="2037" y="340"/>
                    <a:pt x="1854"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44"/>
            <p:cNvSpPr/>
            <p:nvPr/>
          </p:nvSpPr>
          <p:spPr>
            <a:xfrm>
              <a:off x="6080625" y="4134500"/>
              <a:ext cx="14575" cy="23500"/>
            </a:xfrm>
            <a:custGeom>
              <a:avLst/>
              <a:gdLst/>
              <a:ahLst/>
              <a:cxnLst/>
              <a:rect l="l" t="t" r="r" b="b"/>
              <a:pathLst>
                <a:path w="583" h="940" extrusionOk="0">
                  <a:moveTo>
                    <a:pt x="371" y="0"/>
                  </a:moveTo>
                  <a:cubicBezTo>
                    <a:pt x="249" y="0"/>
                    <a:pt x="114" y="178"/>
                    <a:pt x="58" y="416"/>
                  </a:cubicBezTo>
                  <a:cubicBezTo>
                    <a:pt x="0" y="674"/>
                    <a:pt x="56" y="906"/>
                    <a:pt x="185" y="936"/>
                  </a:cubicBezTo>
                  <a:cubicBezTo>
                    <a:pt x="194" y="938"/>
                    <a:pt x="203" y="939"/>
                    <a:pt x="213" y="939"/>
                  </a:cubicBezTo>
                  <a:cubicBezTo>
                    <a:pt x="334" y="939"/>
                    <a:pt x="469" y="762"/>
                    <a:pt x="525" y="523"/>
                  </a:cubicBezTo>
                  <a:cubicBezTo>
                    <a:pt x="582" y="266"/>
                    <a:pt x="527" y="34"/>
                    <a:pt x="398" y="3"/>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44"/>
            <p:cNvSpPr/>
            <p:nvPr/>
          </p:nvSpPr>
          <p:spPr>
            <a:xfrm>
              <a:off x="6084975" y="4126525"/>
              <a:ext cx="49975" cy="51175"/>
            </a:xfrm>
            <a:custGeom>
              <a:avLst/>
              <a:gdLst/>
              <a:ahLst/>
              <a:cxnLst/>
              <a:rect l="l" t="t" r="r" b="b"/>
              <a:pathLst>
                <a:path w="1999" h="2047" extrusionOk="0">
                  <a:moveTo>
                    <a:pt x="1200" y="0"/>
                  </a:moveTo>
                  <a:cubicBezTo>
                    <a:pt x="1338" y="94"/>
                    <a:pt x="1449" y="232"/>
                    <a:pt x="1513" y="387"/>
                  </a:cubicBezTo>
                  <a:cubicBezTo>
                    <a:pt x="1623" y="671"/>
                    <a:pt x="1578" y="1003"/>
                    <a:pt x="1416" y="1261"/>
                  </a:cubicBezTo>
                  <a:cubicBezTo>
                    <a:pt x="1252" y="1519"/>
                    <a:pt x="981" y="1700"/>
                    <a:pt x="687" y="1780"/>
                  </a:cubicBezTo>
                  <a:cubicBezTo>
                    <a:pt x="594" y="1805"/>
                    <a:pt x="497" y="1820"/>
                    <a:pt x="401" y="1820"/>
                  </a:cubicBezTo>
                  <a:cubicBezTo>
                    <a:pt x="350" y="1820"/>
                    <a:pt x="300" y="1816"/>
                    <a:pt x="251" y="1806"/>
                  </a:cubicBezTo>
                  <a:cubicBezTo>
                    <a:pt x="163" y="1790"/>
                    <a:pt x="76" y="1757"/>
                    <a:pt x="1" y="1708"/>
                  </a:cubicBezTo>
                  <a:lnTo>
                    <a:pt x="1" y="1708"/>
                  </a:lnTo>
                  <a:cubicBezTo>
                    <a:pt x="205" y="1926"/>
                    <a:pt x="490" y="2046"/>
                    <a:pt x="782" y="2046"/>
                  </a:cubicBezTo>
                  <a:cubicBezTo>
                    <a:pt x="953" y="2046"/>
                    <a:pt x="1127" y="2005"/>
                    <a:pt x="1289" y="1917"/>
                  </a:cubicBezTo>
                  <a:cubicBezTo>
                    <a:pt x="1807" y="1636"/>
                    <a:pt x="1999" y="988"/>
                    <a:pt x="1718" y="471"/>
                  </a:cubicBezTo>
                  <a:cubicBezTo>
                    <a:pt x="1599" y="253"/>
                    <a:pt x="1416" y="92"/>
                    <a:pt x="120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44"/>
            <p:cNvSpPr/>
            <p:nvPr/>
          </p:nvSpPr>
          <p:spPr>
            <a:xfrm>
              <a:off x="6118575" y="4210275"/>
              <a:ext cx="69025" cy="60425"/>
            </a:xfrm>
            <a:custGeom>
              <a:avLst/>
              <a:gdLst/>
              <a:ahLst/>
              <a:cxnLst/>
              <a:rect l="l" t="t" r="r" b="b"/>
              <a:pathLst>
                <a:path w="2761" h="2417" extrusionOk="0">
                  <a:moveTo>
                    <a:pt x="1380" y="1"/>
                  </a:moveTo>
                  <a:cubicBezTo>
                    <a:pt x="1185" y="1"/>
                    <a:pt x="988" y="48"/>
                    <a:pt x="804" y="148"/>
                  </a:cubicBezTo>
                  <a:cubicBezTo>
                    <a:pt x="219" y="465"/>
                    <a:pt x="0" y="1198"/>
                    <a:pt x="319" y="1785"/>
                  </a:cubicBezTo>
                  <a:cubicBezTo>
                    <a:pt x="538" y="2187"/>
                    <a:pt x="954" y="2416"/>
                    <a:pt x="1382" y="2416"/>
                  </a:cubicBezTo>
                  <a:cubicBezTo>
                    <a:pt x="1576" y="2416"/>
                    <a:pt x="1774" y="2369"/>
                    <a:pt x="1956" y="2270"/>
                  </a:cubicBezTo>
                  <a:cubicBezTo>
                    <a:pt x="2542" y="1952"/>
                    <a:pt x="2760" y="1218"/>
                    <a:pt x="2441" y="633"/>
                  </a:cubicBezTo>
                  <a:cubicBezTo>
                    <a:pt x="2223" y="230"/>
                    <a:pt x="1808" y="1"/>
                    <a:pt x="13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44"/>
            <p:cNvSpPr/>
            <p:nvPr/>
          </p:nvSpPr>
          <p:spPr>
            <a:xfrm>
              <a:off x="6122575" y="4213850"/>
              <a:ext cx="60975" cy="53350"/>
            </a:xfrm>
            <a:custGeom>
              <a:avLst/>
              <a:gdLst/>
              <a:ahLst/>
              <a:cxnLst/>
              <a:rect l="l" t="t" r="r" b="b"/>
              <a:pathLst>
                <a:path w="2439" h="2134" extrusionOk="0">
                  <a:moveTo>
                    <a:pt x="1219" y="1"/>
                  </a:moveTo>
                  <a:cubicBezTo>
                    <a:pt x="1046" y="1"/>
                    <a:pt x="872" y="42"/>
                    <a:pt x="710" y="130"/>
                  </a:cubicBezTo>
                  <a:cubicBezTo>
                    <a:pt x="193" y="410"/>
                    <a:pt x="0" y="1058"/>
                    <a:pt x="282" y="1575"/>
                  </a:cubicBezTo>
                  <a:cubicBezTo>
                    <a:pt x="326" y="1657"/>
                    <a:pt x="378" y="1731"/>
                    <a:pt x="439" y="1795"/>
                  </a:cubicBezTo>
                  <a:cubicBezTo>
                    <a:pt x="643" y="2013"/>
                    <a:pt x="929" y="2133"/>
                    <a:pt x="1221" y="2133"/>
                  </a:cubicBezTo>
                  <a:cubicBezTo>
                    <a:pt x="1393" y="2133"/>
                    <a:pt x="1567" y="2092"/>
                    <a:pt x="1728" y="2004"/>
                  </a:cubicBezTo>
                  <a:cubicBezTo>
                    <a:pt x="2245" y="1723"/>
                    <a:pt x="2438" y="1075"/>
                    <a:pt x="2156" y="558"/>
                  </a:cubicBezTo>
                  <a:cubicBezTo>
                    <a:pt x="2038" y="338"/>
                    <a:pt x="1855" y="178"/>
                    <a:pt x="1639" y="87"/>
                  </a:cubicBezTo>
                  <a:lnTo>
                    <a:pt x="1638" y="85"/>
                  </a:lnTo>
                  <a:cubicBezTo>
                    <a:pt x="1506" y="30"/>
                    <a:pt x="1364" y="1"/>
                    <a:pt x="12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4"/>
            <p:cNvSpPr/>
            <p:nvPr/>
          </p:nvSpPr>
          <p:spPr>
            <a:xfrm>
              <a:off x="6129200" y="4224000"/>
              <a:ext cx="14550" cy="23500"/>
            </a:xfrm>
            <a:custGeom>
              <a:avLst/>
              <a:gdLst/>
              <a:ahLst/>
              <a:cxnLst/>
              <a:rect l="l" t="t" r="r" b="b"/>
              <a:pathLst>
                <a:path w="582" h="940" extrusionOk="0">
                  <a:moveTo>
                    <a:pt x="370" y="0"/>
                  </a:moveTo>
                  <a:cubicBezTo>
                    <a:pt x="249" y="0"/>
                    <a:pt x="113" y="177"/>
                    <a:pt x="58" y="416"/>
                  </a:cubicBezTo>
                  <a:cubicBezTo>
                    <a:pt x="1" y="674"/>
                    <a:pt x="55" y="906"/>
                    <a:pt x="184" y="936"/>
                  </a:cubicBezTo>
                  <a:cubicBezTo>
                    <a:pt x="193" y="938"/>
                    <a:pt x="203" y="939"/>
                    <a:pt x="212" y="939"/>
                  </a:cubicBezTo>
                  <a:cubicBezTo>
                    <a:pt x="334" y="939"/>
                    <a:pt x="469" y="762"/>
                    <a:pt x="524" y="523"/>
                  </a:cubicBezTo>
                  <a:cubicBezTo>
                    <a:pt x="582" y="265"/>
                    <a:pt x="527" y="33"/>
                    <a:pt x="398" y="3"/>
                  </a:cubicBezTo>
                  <a:cubicBezTo>
                    <a:pt x="389" y="1"/>
                    <a:pt x="380"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44"/>
            <p:cNvSpPr/>
            <p:nvPr/>
          </p:nvSpPr>
          <p:spPr>
            <a:xfrm>
              <a:off x="6133550" y="4216025"/>
              <a:ext cx="50000" cy="51175"/>
            </a:xfrm>
            <a:custGeom>
              <a:avLst/>
              <a:gdLst/>
              <a:ahLst/>
              <a:cxnLst/>
              <a:rect l="l" t="t" r="r" b="b"/>
              <a:pathLst>
                <a:path w="2000" h="2047" extrusionOk="0">
                  <a:moveTo>
                    <a:pt x="1199" y="0"/>
                  </a:moveTo>
                  <a:lnTo>
                    <a:pt x="1199" y="0"/>
                  </a:lnTo>
                  <a:cubicBezTo>
                    <a:pt x="1338" y="94"/>
                    <a:pt x="1449" y="230"/>
                    <a:pt x="1512" y="387"/>
                  </a:cubicBezTo>
                  <a:cubicBezTo>
                    <a:pt x="1623" y="671"/>
                    <a:pt x="1578" y="1003"/>
                    <a:pt x="1415" y="1261"/>
                  </a:cubicBezTo>
                  <a:cubicBezTo>
                    <a:pt x="1252" y="1519"/>
                    <a:pt x="980" y="1700"/>
                    <a:pt x="686" y="1778"/>
                  </a:cubicBezTo>
                  <a:cubicBezTo>
                    <a:pt x="593" y="1804"/>
                    <a:pt x="497" y="1820"/>
                    <a:pt x="400" y="1820"/>
                  </a:cubicBezTo>
                  <a:cubicBezTo>
                    <a:pt x="350" y="1820"/>
                    <a:pt x="300" y="1816"/>
                    <a:pt x="251" y="1806"/>
                  </a:cubicBezTo>
                  <a:cubicBezTo>
                    <a:pt x="163" y="1789"/>
                    <a:pt x="76" y="1757"/>
                    <a:pt x="0" y="1708"/>
                  </a:cubicBezTo>
                  <a:lnTo>
                    <a:pt x="0" y="1708"/>
                  </a:lnTo>
                  <a:cubicBezTo>
                    <a:pt x="204" y="1926"/>
                    <a:pt x="490" y="2046"/>
                    <a:pt x="782" y="2046"/>
                  </a:cubicBezTo>
                  <a:cubicBezTo>
                    <a:pt x="954" y="2046"/>
                    <a:pt x="1128" y="2005"/>
                    <a:pt x="1289" y="1917"/>
                  </a:cubicBezTo>
                  <a:cubicBezTo>
                    <a:pt x="1806" y="1636"/>
                    <a:pt x="1999" y="988"/>
                    <a:pt x="1717" y="471"/>
                  </a:cubicBezTo>
                  <a:cubicBezTo>
                    <a:pt x="1599" y="251"/>
                    <a:pt x="1416" y="91"/>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4"/>
            <p:cNvSpPr/>
            <p:nvPr/>
          </p:nvSpPr>
          <p:spPr>
            <a:xfrm>
              <a:off x="6167150" y="4299750"/>
              <a:ext cx="69025" cy="60400"/>
            </a:xfrm>
            <a:custGeom>
              <a:avLst/>
              <a:gdLst/>
              <a:ahLst/>
              <a:cxnLst/>
              <a:rect l="l" t="t" r="r" b="b"/>
              <a:pathLst>
                <a:path w="2761" h="2416" extrusionOk="0">
                  <a:moveTo>
                    <a:pt x="1379" y="0"/>
                  </a:moveTo>
                  <a:cubicBezTo>
                    <a:pt x="1184" y="0"/>
                    <a:pt x="987" y="47"/>
                    <a:pt x="805" y="147"/>
                  </a:cubicBezTo>
                  <a:cubicBezTo>
                    <a:pt x="218" y="465"/>
                    <a:pt x="1" y="1198"/>
                    <a:pt x="320" y="1783"/>
                  </a:cubicBezTo>
                  <a:cubicBezTo>
                    <a:pt x="537" y="2187"/>
                    <a:pt x="952" y="2415"/>
                    <a:pt x="1381" y="2415"/>
                  </a:cubicBezTo>
                  <a:cubicBezTo>
                    <a:pt x="1576" y="2415"/>
                    <a:pt x="1773" y="2368"/>
                    <a:pt x="1956" y="2268"/>
                  </a:cubicBezTo>
                  <a:cubicBezTo>
                    <a:pt x="2542" y="1952"/>
                    <a:pt x="2760" y="1218"/>
                    <a:pt x="2441" y="632"/>
                  </a:cubicBezTo>
                  <a:cubicBezTo>
                    <a:pt x="2222" y="229"/>
                    <a:pt x="1807" y="0"/>
                    <a:pt x="1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4"/>
            <p:cNvSpPr/>
            <p:nvPr/>
          </p:nvSpPr>
          <p:spPr>
            <a:xfrm>
              <a:off x="6171150" y="4303300"/>
              <a:ext cx="60950" cy="53350"/>
            </a:xfrm>
            <a:custGeom>
              <a:avLst/>
              <a:gdLst/>
              <a:ahLst/>
              <a:cxnLst/>
              <a:rect l="l" t="t" r="r" b="b"/>
              <a:pathLst>
                <a:path w="2438" h="2134" extrusionOk="0">
                  <a:moveTo>
                    <a:pt x="1217" y="1"/>
                  </a:moveTo>
                  <a:cubicBezTo>
                    <a:pt x="1045" y="1"/>
                    <a:pt x="871" y="42"/>
                    <a:pt x="710" y="130"/>
                  </a:cubicBezTo>
                  <a:cubicBezTo>
                    <a:pt x="193" y="411"/>
                    <a:pt x="1" y="1058"/>
                    <a:pt x="281" y="1576"/>
                  </a:cubicBezTo>
                  <a:cubicBezTo>
                    <a:pt x="326" y="1657"/>
                    <a:pt x="378" y="1732"/>
                    <a:pt x="439" y="1795"/>
                  </a:cubicBezTo>
                  <a:cubicBezTo>
                    <a:pt x="644" y="2013"/>
                    <a:pt x="929" y="2134"/>
                    <a:pt x="1222" y="2134"/>
                  </a:cubicBezTo>
                  <a:cubicBezTo>
                    <a:pt x="1393" y="2134"/>
                    <a:pt x="1567" y="2092"/>
                    <a:pt x="1728" y="2005"/>
                  </a:cubicBezTo>
                  <a:cubicBezTo>
                    <a:pt x="2245" y="1723"/>
                    <a:pt x="2437" y="1076"/>
                    <a:pt x="2157" y="558"/>
                  </a:cubicBezTo>
                  <a:cubicBezTo>
                    <a:pt x="2038" y="339"/>
                    <a:pt x="1854"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4"/>
            <p:cNvSpPr/>
            <p:nvPr/>
          </p:nvSpPr>
          <p:spPr>
            <a:xfrm>
              <a:off x="6177750" y="4313475"/>
              <a:ext cx="14600" cy="23475"/>
            </a:xfrm>
            <a:custGeom>
              <a:avLst/>
              <a:gdLst/>
              <a:ahLst/>
              <a:cxnLst/>
              <a:rect l="l" t="t" r="r" b="b"/>
              <a:pathLst>
                <a:path w="584" h="939" extrusionOk="0">
                  <a:moveTo>
                    <a:pt x="371" y="0"/>
                  </a:moveTo>
                  <a:cubicBezTo>
                    <a:pt x="249" y="0"/>
                    <a:pt x="114" y="177"/>
                    <a:pt x="59" y="416"/>
                  </a:cubicBezTo>
                  <a:cubicBezTo>
                    <a:pt x="1" y="674"/>
                    <a:pt x="57" y="906"/>
                    <a:pt x="186" y="935"/>
                  </a:cubicBezTo>
                  <a:cubicBezTo>
                    <a:pt x="195" y="937"/>
                    <a:pt x="204" y="938"/>
                    <a:pt x="213" y="938"/>
                  </a:cubicBezTo>
                  <a:cubicBezTo>
                    <a:pt x="335" y="938"/>
                    <a:pt x="470" y="761"/>
                    <a:pt x="525" y="522"/>
                  </a:cubicBezTo>
                  <a:cubicBezTo>
                    <a:pt x="584" y="264"/>
                    <a:pt x="527" y="32"/>
                    <a:pt x="398" y="3"/>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4"/>
            <p:cNvSpPr/>
            <p:nvPr/>
          </p:nvSpPr>
          <p:spPr>
            <a:xfrm>
              <a:off x="6182125" y="4305475"/>
              <a:ext cx="49975" cy="51175"/>
            </a:xfrm>
            <a:custGeom>
              <a:avLst/>
              <a:gdLst/>
              <a:ahLst/>
              <a:cxnLst/>
              <a:rect l="l" t="t" r="r" b="b"/>
              <a:pathLst>
                <a:path w="1999" h="2047" extrusionOk="0">
                  <a:moveTo>
                    <a:pt x="1198" y="0"/>
                  </a:moveTo>
                  <a:cubicBezTo>
                    <a:pt x="1338" y="94"/>
                    <a:pt x="1449" y="231"/>
                    <a:pt x="1512" y="387"/>
                  </a:cubicBezTo>
                  <a:cubicBezTo>
                    <a:pt x="1623" y="671"/>
                    <a:pt x="1578" y="1004"/>
                    <a:pt x="1415" y="1262"/>
                  </a:cubicBezTo>
                  <a:cubicBezTo>
                    <a:pt x="1251" y="1520"/>
                    <a:pt x="981" y="1701"/>
                    <a:pt x="687" y="1779"/>
                  </a:cubicBezTo>
                  <a:cubicBezTo>
                    <a:pt x="593" y="1804"/>
                    <a:pt x="496" y="1820"/>
                    <a:pt x="400" y="1820"/>
                  </a:cubicBezTo>
                  <a:cubicBezTo>
                    <a:pt x="350" y="1820"/>
                    <a:pt x="299" y="1816"/>
                    <a:pt x="250" y="1806"/>
                  </a:cubicBezTo>
                  <a:cubicBezTo>
                    <a:pt x="162" y="1790"/>
                    <a:pt x="77" y="1758"/>
                    <a:pt x="0" y="1708"/>
                  </a:cubicBezTo>
                  <a:lnTo>
                    <a:pt x="0" y="1708"/>
                  </a:lnTo>
                  <a:cubicBezTo>
                    <a:pt x="205" y="1926"/>
                    <a:pt x="490" y="2047"/>
                    <a:pt x="783" y="2047"/>
                  </a:cubicBezTo>
                  <a:cubicBezTo>
                    <a:pt x="954" y="2047"/>
                    <a:pt x="1128" y="2005"/>
                    <a:pt x="1289" y="1918"/>
                  </a:cubicBezTo>
                  <a:cubicBezTo>
                    <a:pt x="1806" y="1636"/>
                    <a:pt x="1998" y="989"/>
                    <a:pt x="1718" y="471"/>
                  </a:cubicBezTo>
                  <a:cubicBezTo>
                    <a:pt x="1599" y="252"/>
                    <a:pt x="1415" y="92"/>
                    <a:pt x="1198"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51" name="Google Shape;2351;p44"/>
          <p:cNvSpPr/>
          <p:nvPr/>
        </p:nvSpPr>
        <p:spPr>
          <a:xfrm>
            <a:off x="7319975" y="1238785"/>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 name="Picture 28">
            <a:extLst>
              <a:ext uri="{FF2B5EF4-FFF2-40B4-BE49-F238E27FC236}">
                <a16:creationId xmlns:a16="http://schemas.microsoft.com/office/drawing/2014/main" id="{17ADA0E9-C237-4CA6-8C7E-FE24646B642C}"/>
              </a:ext>
            </a:extLst>
          </p:cNvPr>
          <p:cNvPicPr>
            <a:picLocks noChangeAspect="1"/>
          </p:cNvPicPr>
          <p:nvPr/>
        </p:nvPicPr>
        <p:blipFill>
          <a:blip r:embed="rId3"/>
          <a:stretch>
            <a:fillRect/>
          </a:stretch>
        </p:blipFill>
        <p:spPr>
          <a:xfrm>
            <a:off x="402300" y="1418149"/>
            <a:ext cx="2926304" cy="1848457"/>
          </a:xfrm>
          <a:prstGeom prst="rect">
            <a:avLst/>
          </a:prstGeom>
        </p:spPr>
      </p:pic>
      <p:pic>
        <p:nvPicPr>
          <p:cNvPr id="31" name="Picture 30">
            <a:extLst>
              <a:ext uri="{FF2B5EF4-FFF2-40B4-BE49-F238E27FC236}">
                <a16:creationId xmlns:a16="http://schemas.microsoft.com/office/drawing/2014/main" id="{F950F3A4-0B25-44CC-A69A-3F58D5F3DB27}"/>
              </a:ext>
            </a:extLst>
          </p:cNvPr>
          <p:cNvPicPr>
            <a:picLocks noChangeAspect="1"/>
          </p:cNvPicPr>
          <p:nvPr/>
        </p:nvPicPr>
        <p:blipFill>
          <a:blip r:embed="rId4"/>
          <a:stretch>
            <a:fillRect/>
          </a:stretch>
        </p:blipFill>
        <p:spPr>
          <a:xfrm>
            <a:off x="3877107" y="1437855"/>
            <a:ext cx="3876582" cy="1804728"/>
          </a:xfrm>
          <a:prstGeom prst="rect">
            <a:avLst/>
          </a:prstGeom>
        </p:spPr>
      </p:pic>
      <p:pic>
        <p:nvPicPr>
          <p:cNvPr id="35" name="Picture 34">
            <a:extLst>
              <a:ext uri="{FF2B5EF4-FFF2-40B4-BE49-F238E27FC236}">
                <a16:creationId xmlns:a16="http://schemas.microsoft.com/office/drawing/2014/main" id="{D3D6C6AC-0679-46D5-9116-B97B247F4CC0}"/>
              </a:ext>
            </a:extLst>
          </p:cNvPr>
          <p:cNvPicPr>
            <a:picLocks noChangeAspect="1"/>
          </p:cNvPicPr>
          <p:nvPr/>
        </p:nvPicPr>
        <p:blipFill>
          <a:blip r:embed="rId5"/>
          <a:stretch>
            <a:fillRect/>
          </a:stretch>
        </p:blipFill>
        <p:spPr>
          <a:xfrm>
            <a:off x="180938" y="3465676"/>
            <a:ext cx="4696649" cy="1505624"/>
          </a:xfrm>
          <a:prstGeom prst="rect">
            <a:avLst/>
          </a:prstGeom>
        </p:spPr>
      </p:pic>
      <p:pic>
        <p:nvPicPr>
          <p:cNvPr id="37" name="Picture 36">
            <a:extLst>
              <a:ext uri="{FF2B5EF4-FFF2-40B4-BE49-F238E27FC236}">
                <a16:creationId xmlns:a16="http://schemas.microsoft.com/office/drawing/2014/main" id="{56B9A14D-2DA0-4942-A1F7-C6899A5FA6DB}"/>
              </a:ext>
            </a:extLst>
          </p:cNvPr>
          <p:cNvPicPr>
            <a:picLocks noChangeAspect="1"/>
          </p:cNvPicPr>
          <p:nvPr/>
        </p:nvPicPr>
        <p:blipFill>
          <a:blip r:embed="rId6"/>
          <a:stretch>
            <a:fillRect/>
          </a:stretch>
        </p:blipFill>
        <p:spPr>
          <a:xfrm>
            <a:off x="5435955" y="3401588"/>
            <a:ext cx="3261870" cy="163093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1951450" y="1304432"/>
            <a:ext cx="4552677"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12</a:t>
            </a:r>
            <a:br>
              <a:rPr lang="en" dirty="0"/>
            </a:br>
            <a:r>
              <a:rPr lang="en-US" sz="4000" dirty="0"/>
              <a:t>Unit Testing</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31638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92"/>
        <p:cNvGrpSpPr/>
        <p:nvPr/>
      </p:nvGrpSpPr>
      <p:grpSpPr>
        <a:xfrm>
          <a:off x="0" y="0"/>
          <a:ext cx="0" cy="0"/>
          <a:chOff x="0" y="0"/>
          <a:chExt cx="0" cy="0"/>
        </a:xfrm>
      </p:grpSpPr>
      <p:pic>
        <p:nvPicPr>
          <p:cNvPr id="7" name="Picture 6">
            <a:extLst>
              <a:ext uri="{FF2B5EF4-FFF2-40B4-BE49-F238E27FC236}">
                <a16:creationId xmlns:a16="http://schemas.microsoft.com/office/drawing/2014/main" id="{4C544487-7196-45D0-8ACA-D542CDCE8CDF}"/>
              </a:ext>
            </a:extLst>
          </p:cNvPr>
          <p:cNvPicPr>
            <a:picLocks noChangeAspect="1"/>
          </p:cNvPicPr>
          <p:nvPr/>
        </p:nvPicPr>
        <p:blipFill>
          <a:blip r:embed="rId3"/>
          <a:stretch>
            <a:fillRect/>
          </a:stretch>
        </p:blipFill>
        <p:spPr>
          <a:xfrm>
            <a:off x="3594505" y="2908780"/>
            <a:ext cx="5277282" cy="1556824"/>
          </a:xfrm>
          <a:prstGeom prst="rect">
            <a:avLst/>
          </a:prstGeom>
        </p:spPr>
      </p:pic>
      <p:pic>
        <p:nvPicPr>
          <p:cNvPr id="9" name="Picture 8">
            <a:extLst>
              <a:ext uri="{FF2B5EF4-FFF2-40B4-BE49-F238E27FC236}">
                <a16:creationId xmlns:a16="http://schemas.microsoft.com/office/drawing/2014/main" id="{0E9F710F-92C4-42BE-9C20-BA26EC5796E6}"/>
              </a:ext>
            </a:extLst>
          </p:cNvPr>
          <p:cNvPicPr>
            <a:picLocks noChangeAspect="1"/>
          </p:cNvPicPr>
          <p:nvPr/>
        </p:nvPicPr>
        <p:blipFill>
          <a:blip r:embed="rId4"/>
          <a:stretch>
            <a:fillRect/>
          </a:stretch>
        </p:blipFill>
        <p:spPr>
          <a:xfrm>
            <a:off x="3424703" y="1622414"/>
            <a:ext cx="4930526" cy="1181414"/>
          </a:xfrm>
          <a:prstGeom prst="rect">
            <a:avLst/>
          </a:prstGeom>
        </p:spPr>
      </p:pic>
      <p:sp>
        <p:nvSpPr>
          <p:cNvPr id="2301" name="Google Shape;2301;p44"/>
          <p:cNvSpPr txBox="1">
            <a:spLocks noGrp="1"/>
          </p:cNvSpPr>
          <p:nvPr>
            <p:ph type="title" idx="8"/>
          </p:nvPr>
        </p:nvSpPr>
        <p:spPr>
          <a:xfrm>
            <a:off x="720000" y="53090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Unit Testing</a:t>
            </a:r>
            <a:endParaRPr lang="en-US" dirty="0"/>
          </a:p>
        </p:txBody>
      </p:sp>
      <p:sp>
        <p:nvSpPr>
          <p:cNvPr id="2351" name="Google Shape;2351;p44"/>
          <p:cNvSpPr/>
          <p:nvPr/>
        </p:nvSpPr>
        <p:spPr>
          <a:xfrm>
            <a:off x="7319975" y="1238785"/>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DDF26CDD-42B9-4E32-955B-0A0A75C1F333}"/>
              </a:ext>
            </a:extLst>
          </p:cNvPr>
          <p:cNvPicPr>
            <a:picLocks noChangeAspect="1"/>
          </p:cNvPicPr>
          <p:nvPr/>
        </p:nvPicPr>
        <p:blipFill>
          <a:blip r:embed="rId5"/>
          <a:stretch>
            <a:fillRect/>
          </a:stretch>
        </p:blipFill>
        <p:spPr>
          <a:xfrm>
            <a:off x="456565" y="1437855"/>
            <a:ext cx="2621236" cy="892140"/>
          </a:xfrm>
          <a:prstGeom prst="rect">
            <a:avLst/>
          </a:prstGeom>
        </p:spPr>
      </p:pic>
      <p:grpSp>
        <p:nvGrpSpPr>
          <p:cNvPr id="2306" name="Google Shape;2306;p44"/>
          <p:cNvGrpSpPr/>
          <p:nvPr/>
        </p:nvGrpSpPr>
        <p:grpSpPr>
          <a:xfrm rot="-618449">
            <a:off x="8209178" y="963111"/>
            <a:ext cx="1531015" cy="1840875"/>
            <a:chOff x="5814350" y="3882100"/>
            <a:chExt cx="492000" cy="591575"/>
          </a:xfrm>
        </p:grpSpPr>
        <p:sp>
          <p:nvSpPr>
            <p:cNvPr id="2307" name="Google Shape;2307;p44"/>
            <p:cNvSpPr/>
            <p:nvPr/>
          </p:nvSpPr>
          <p:spPr>
            <a:xfrm>
              <a:off x="5821225" y="3884125"/>
              <a:ext cx="485125" cy="589550"/>
            </a:xfrm>
            <a:custGeom>
              <a:avLst/>
              <a:gdLst/>
              <a:ahLst/>
              <a:cxnLst/>
              <a:rect l="l" t="t" r="r" b="b"/>
              <a:pathLst>
                <a:path w="19405" h="23582" extrusionOk="0">
                  <a:moveTo>
                    <a:pt x="8824" y="0"/>
                  </a:moveTo>
                  <a:cubicBezTo>
                    <a:pt x="8800" y="0"/>
                    <a:pt x="8775" y="1"/>
                    <a:pt x="8751" y="3"/>
                  </a:cubicBezTo>
                  <a:cubicBezTo>
                    <a:pt x="8621" y="13"/>
                    <a:pt x="8492" y="48"/>
                    <a:pt x="8369" y="115"/>
                  </a:cubicBezTo>
                  <a:lnTo>
                    <a:pt x="635" y="4314"/>
                  </a:lnTo>
                  <a:cubicBezTo>
                    <a:pt x="171" y="4567"/>
                    <a:pt x="1" y="5146"/>
                    <a:pt x="253" y="5610"/>
                  </a:cubicBezTo>
                  <a:lnTo>
                    <a:pt x="9738" y="23082"/>
                  </a:lnTo>
                  <a:cubicBezTo>
                    <a:pt x="9911" y="23400"/>
                    <a:pt x="10239" y="23581"/>
                    <a:pt x="10578" y="23581"/>
                  </a:cubicBezTo>
                  <a:cubicBezTo>
                    <a:pt x="10732" y="23581"/>
                    <a:pt x="10888" y="23544"/>
                    <a:pt x="11033" y="23465"/>
                  </a:cubicBezTo>
                  <a:lnTo>
                    <a:pt x="18767" y="19267"/>
                  </a:lnTo>
                  <a:cubicBezTo>
                    <a:pt x="19231" y="19015"/>
                    <a:pt x="19404" y="18434"/>
                    <a:pt x="19153" y="17972"/>
                  </a:cubicBezTo>
                  <a:lnTo>
                    <a:pt x="9667" y="498"/>
                  </a:lnTo>
                  <a:cubicBezTo>
                    <a:pt x="9494" y="180"/>
                    <a:pt x="9165" y="0"/>
                    <a:pt x="88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4"/>
            <p:cNvSpPr/>
            <p:nvPr/>
          </p:nvSpPr>
          <p:spPr>
            <a:xfrm>
              <a:off x="5925525" y="3907125"/>
              <a:ext cx="188500" cy="564550"/>
            </a:xfrm>
            <a:custGeom>
              <a:avLst/>
              <a:gdLst/>
              <a:ahLst/>
              <a:cxnLst/>
              <a:rect l="l" t="t" r="r" b="b"/>
              <a:pathLst>
                <a:path w="7540" h="22582" extrusionOk="0">
                  <a:moveTo>
                    <a:pt x="2292" y="0"/>
                  </a:moveTo>
                  <a:lnTo>
                    <a:pt x="0" y="1245"/>
                  </a:lnTo>
                  <a:lnTo>
                    <a:pt x="4735" y="21057"/>
                  </a:lnTo>
                  <a:lnTo>
                    <a:pt x="5291" y="22082"/>
                  </a:lnTo>
                  <a:cubicBezTo>
                    <a:pt x="5464" y="22400"/>
                    <a:pt x="5793" y="22581"/>
                    <a:pt x="6132" y="22581"/>
                  </a:cubicBezTo>
                  <a:cubicBezTo>
                    <a:pt x="6286" y="22581"/>
                    <a:pt x="6442" y="22544"/>
                    <a:pt x="6586" y="22466"/>
                  </a:cubicBezTo>
                  <a:lnTo>
                    <a:pt x="7540" y="21949"/>
                  </a:lnTo>
                  <a:lnTo>
                    <a:pt x="229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4"/>
            <p:cNvSpPr/>
            <p:nvPr/>
          </p:nvSpPr>
          <p:spPr>
            <a:xfrm>
              <a:off x="5814350" y="3882100"/>
              <a:ext cx="485075" cy="589525"/>
            </a:xfrm>
            <a:custGeom>
              <a:avLst/>
              <a:gdLst/>
              <a:ahLst/>
              <a:cxnLst/>
              <a:rect l="l" t="t" r="r" b="b"/>
              <a:pathLst>
                <a:path w="19403" h="23581" extrusionOk="0">
                  <a:moveTo>
                    <a:pt x="8826" y="0"/>
                  </a:moveTo>
                  <a:cubicBezTo>
                    <a:pt x="8801" y="0"/>
                    <a:pt x="8776" y="1"/>
                    <a:pt x="8750" y="3"/>
                  </a:cubicBezTo>
                  <a:cubicBezTo>
                    <a:pt x="8619" y="14"/>
                    <a:pt x="8490" y="48"/>
                    <a:pt x="8369" y="115"/>
                  </a:cubicBezTo>
                  <a:lnTo>
                    <a:pt x="635" y="4314"/>
                  </a:lnTo>
                  <a:cubicBezTo>
                    <a:pt x="170" y="4567"/>
                    <a:pt x="0" y="5146"/>
                    <a:pt x="252" y="5609"/>
                  </a:cubicBezTo>
                  <a:lnTo>
                    <a:pt x="9737" y="23082"/>
                  </a:lnTo>
                  <a:cubicBezTo>
                    <a:pt x="9910" y="23400"/>
                    <a:pt x="10239" y="23581"/>
                    <a:pt x="10578" y="23581"/>
                  </a:cubicBezTo>
                  <a:cubicBezTo>
                    <a:pt x="10732" y="23581"/>
                    <a:pt x="10888" y="23544"/>
                    <a:pt x="11032" y="23466"/>
                  </a:cubicBezTo>
                  <a:lnTo>
                    <a:pt x="18766" y="19267"/>
                  </a:lnTo>
                  <a:cubicBezTo>
                    <a:pt x="19230" y="19015"/>
                    <a:pt x="19403" y="18435"/>
                    <a:pt x="19151" y="17971"/>
                  </a:cubicBezTo>
                  <a:lnTo>
                    <a:pt x="9666" y="499"/>
                  </a:lnTo>
                  <a:cubicBezTo>
                    <a:pt x="9493" y="180"/>
                    <a:pt x="9166" y="0"/>
                    <a:pt x="88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4"/>
            <p:cNvSpPr/>
            <p:nvPr/>
          </p:nvSpPr>
          <p:spPr>
            <a:xfrm>
              <a:off x="6003900" y="3882175"/>
              <a:ext cx="159950" cy="562150"/>
            </a:xfrm>
            <a:custGeom>
              <a:avLst/>
              <a:gdLst/>
              <a:ahLst/>
              <a:cxnLst/>
              <a:rect l="l" t="t" r="r" b="b"/>
              <a:pathLst>
                <a:path w="6398" h="22486" extrusionOk="0">
                  <a:moveTo>
                    <a:pt x="1168" y="0"/>
                  </a:moveTo>
                  <a:cubicBezTo>
                    <a:pt x="1039" y="11"/>
                    <a:pt x="910" y="47"/>
                    <a:pt x="787" y="112"/>
                  </a:cubicBezTo>
                  <a:lnTo>
                    <a:pt x="0" y="539"/>
                  </a:lnTo>
                  <a:lnTo>
                    <a:pt x="5250" y="22485"/>
                  </a:lnTo>
                  <a:lnTo>
                    <a:pt x="6398" y="21863"/>
                  </a:lnTo>
                  <a:lnTo>
                    <a:pt x="1168"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4"/>
            <p:cNvSpPr/>
            <p:nvPr/>
          </p:nvSpPr>
          <p:spPr>
            <a:xfrm>
              <a:off x="5877600" y="3993575"/>
              <a:ext cx="69025" cy="60425"/>
            </a:xfrm>
            <a:custGeom>
              <a:avLst/>
              <a:gdLst/>
              <a:ahLst/>
              <a:cxnLst/>
              <a:rect l="l" t="t" r="r" b="b"/>
              <a:pathLst>
                <a:path w="2761" h="2417" extrusionOk="0">
                  <a:moveTo>
                    <a:pt x="1380" y="1"/>
                  </a:moveTo>
                  <a:cubicBezTo>
                    <a:pt x="1186" y="1"/>
                    <a:pt x="988" y="48"/>
                    <a:pt x="805" y="148"/>
                  </a:cubicBezTo>
                  <a:cubicBezTo>
                    <a:pt x="219" y="465"/>
                    <a:pt x="1" y="1200"/>
                    <a:pt x="320" y="1785"/>
                  </a:cubicBezTo>
                  <a:cubicBezTo>
                    <a:pt x="538" y="2187"/>
                    <a:pt x="954" y="2416"/>
                    <a:pt x="1382" y="2416"/>
                  </a:cubicBezTo>
                  <a:cubicBezTo>
                    <a:pt x="1577" y="2416"/>
                    <a:pt x="1774" y="2369"/>
                    <a:pt x="1956" y="2270"/>
                  </a:cubicBezTo>
                  <a:cubicBezTo>
                    <a:pt x="2542" y="1953"/>
                    <a:pt x="2760" y="1218"/>
                    <a:pt x="2441" y="633"/>
                  </a:cubicBezTo>
                  <a:cubicBezTo>
                    <a:pt x="2223" y="230"/>
                    <a:pt x="1809" y="1"/>
                    <a:pt x="13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4"/>
            <p:cNvSpPr/>
            <p:nvPr/>
          </p:nvSpPr>
          <p:spPr>
            <a:xfrm>
              <a:off x="5881650" y="3997125"/>
              <a:ext cx="60950" cy="53350"/>
            </a:xfrm>
            <a:custGeom>
              <a:avLst/>
              <a:gdLst/>
              <a:ahLst/>
              <a:cxnLst/>
              <a:rect l="l" t="t" r="r" b="b"/>
              <a:pathLst>
                <a:path w="2438" h="2134" extrusionOk="0">
                  <a:moveTo>
                    <a:pt x="1218" y="1"/>
                  </a:moveTo>
                  <a:cubicBezTo>
                    <a:pt x="1046" y="1"/>
                    <a:pt x="871" y="42"/>
                    <a:pt x="710" y="130"/>
                  </a:cubicBezTo>
                  <a:cubicBezTo>
                    <a:pt x="193" y="411"/>
                    <a:pt x="1" y="1059"/>
                    <a:pt x="281" y="1576"/>
                  </a:cubicBezTo>
                  <a:cubicBezTo>
                    <a:pt x="326" y="1657"/>
                    <a:pt x="378" y="1732"/>
                    <a:pt x="439" y="1796"/>
                  </a:cubicBezTo>
                  <a:cubicBezTo>
                    <a:pt x="643" y="2013"/>
                    <a:pt x="928" y="2134"/>
                    <a:pt x="1220" y="2134"/>
                  </a:cubicBezTo>
                  <a:cubicBezTo>
                    <a:pt x="1392" y="2134"/>
                    <a:pt x="1566" y="2092"/>
                    <a:pt x="1727" y="2004"/>
                  </a:cubicBezTo>
                  <a:cubicBezTo>
                    <a:pt x="2245" y="1723"/>
                    <a:pt x="2437" y="1075"/>
                    <a:pt x="2155" y="558"/>
                  </a:cubicBezTo>
                  <a:cubicBezTo>
                    <a:pt x="2037" y="340"/>
                    <a:pt x="1853" y="178"/>
                    <a:pt x="1638" y="88"/>
                  </a:cubicBezTo>
                  <a:lnTo>
                    <a:pt x="1637" y="86"/>
                  </a:lnTo>
                  <a:cubicBezTo>
                    <a:pt x="1506" y="30"/>
                    <a:pt x="1363"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4"/>
            <p:cNvSpPr/>
            <p:nvPr/>
          </p:nvSpPr>
          <p:spPr>
            <a:xfrm>
              <a:off x="5888225" y="4007275"/>
              <a:ext cx="14600" cy="23500"/>
            </a:xfrm>
            <a:custGeom>
              <a:avLst/>
              <a:gdLst/>
              <a:ahLst/>
              <a:cxnLst/>
              <a:rect l="l" t="t" r="r" b="b"/>
              <a:pathLst>
                <a:path w="584" h="940" extrusionOk="0">
                  <a:moveTo>
                    <a:pt x="371" y="0"/>
                  </a:moveTo>
                  <a:cubicBezTo>
                    <a:pt x="249" y="0"/>
                    <a:pt x="113" y="178"/>
                    <a:pt x="59" y="416"/>
                  </a:cubicBezTo>
                  <a:cubicBezTo>
                    <a:pt x="1" y="674"/>
                    <a:pt x="56" y="907"/>
                    <a:pt x="185" y="936"/>
                  </a:cubicBezTo>
                  <a:cubicBezTo>
                    <a:pt x="194" y="939"/>
                    <a:pt x="203" y="940"/>
                    <a:pt x="212" y="940"/>
                  </a:cubicBezTo>
                  <a:cubicBezTo>
                    <a:pt x="334" y="940"/>
                    <a:pt x="469" y="762"/>
                    <a:pt x="524" y="524"/>
                  </a:cubicBezTo>
                  <a:cubicBezTo>
                    <a:pt x="584" y="267"/>
                    <a:pt x="527" y="35"/>
                    <a:pt x="398" y="4"/>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4"/>
            <p:cNvSpPr/>
            <p:nvPr/>
          </p:nvSpPr>
          <p:spPr>
            <a:xfrm>
              <a:off x="5892625" y="3999300"/>
              <a:ext cx="49975" cy="51175"/>
            </a:xfrm>
            <a:custGeom>
              <a:avLst/>
              <a:gdLst/>
              <a:ahLst/>
              <a:cxnLst/>
              <a:rect l="l" t="t" r="r" b="b"/>
              <a:pathLst>
                <a:path w="1999" h="2047" extrusionOk="0">
                  <a:moveTo>
                    <a:pt x="1199" y="1"/>
                  </a:moveTo>
                  <a:cubicBezTo>
                    <a:pt x="1338" y="94"/>
                    <a:pt x="1448" y="231"/>
                    <a:pt x="1511" y="388"/>
                  </a:cubicBezTo>
                  <a:cubicBezTo>
                    <a:pt x="1623" y="671"/>
                    <a:pt x="1577" y="1004"/>
                    <a:pt x="1415" y="1262"/>
                  </a:cubicBezTo>
                  <a:cubicBezTo>
                    <a:pt x="1251" y="1520"/>
                    <a:pt x="980" y="1700"/>
                    <a:pt x="686" y="1779"/>
                  </a:cubicBezTo>
                  <a:cubicBezTo>
                    <a:pt x="593" y="1804"/>
                    <a:pt x="496" y="1820"/>
                    <a:pt x="399" y="1820"/>
                  </a:cubicBezTo>
                  <a:cubicBezTo>
                    <a:pt x="349" y="1820"/>
                    <a:pt x="299" y="1816"/>
                    <a:pt x="250" y="1807"/>
                  </a:cubicBezTo>
                  <a:cubicBezTo>
                    <a:pt x="162" y="1789"/>
                    <a:pt x="76" y="1757"/>
                    <a:pt x="0" y="1709"/>
                  </a:cubicBezTo>
                  <a:lnTo>
                    <a:pt x="0" y="1709"/>
                  </a:lnTo>
                  <a:cubicBezTo>
                    <a:pt x="204" y="1926"/>
                    <a:pt x="489" y="2047"/>
                    <a:pt x="781" y="2047"/>
                  </a:cubicBezTo>
                  <a:cubicBezTo>
                    <a:pt x="953" y="2047"/>
                    <a:pt x="1127" y="2005"/>
                    <a:pt x="1288" y="1917"/>
                  </a:cubicBezTo>
                  <a:cubicBezTo>
                    <a:pt x="1806" y="1636"/>
                    <a:pt x="1998" y="988"/>
                    <a:pt x="1716" y="471"/>
                  </a:cubicBezTo>
                  <a:cubicBezTo>
                    <a:pt x="1598" y="253"/>
                    <a:pt x="1414" y="91"/>
                    <a:pt x="1199"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4"/>
            <p:cNvSpPr/>
            <p:nvPr/>
          </p:nvSpPr>
          <p:spPr>
            <a:xfrm>
              <a:off x="5926175" y="4083050"/>
              <a:ext cx="69025" cy="60400"/>
            </a:xfrm>
            <a:custGeom>
              <a:avLst/>
              <a:gdLst/>
              <a:ahLst/>
              <a:cxnLst/>
              <a:rect l="l" t="t" r="r" b="b"/>
              <a:pathLst>
                <a:path w="2761" h="2416" extrusionOk="0">
                  <a:moveTo>
                    <a:pt x="1379" y="1"/>
                  </a:moveTo>
                  <a:cubicBezTo>
                    <a:pt x="1185" y="1"/>
                    <a:pt x="988" y="48"/>
                    <a:pt x="805" y="147"/>
                  </a:cubicBezTo>
                  <a:cubicBezTo>
                    <a:pt x="219" y="465"/>
                    <a:pt x="1" y="1199"/>
                    <a:pt x="320" y="1784"/>
                  </a:cubicBezTo>
                  <a:cubicBezTo>
                    <a:pt x="538" y="2187"/>
                    <a:pt x="953" y="2416"/>
                    <a:pt x="1382" y="2416"/>
                  </a:cubicBezTo>
                  <a:cubicBezTo>
                    <a:pt x="1577" y="2416"/>
                    <a:pt x="1774" y="2369"/>
                    <a:pt x="1957" y="2270"/>
                  </a:cubicBezTo>
                  <a:cubicBezTo>
                    <a:pt x="2542" y="1952"/>
                    <a:pt x="2760" y="1218"/>
                    <a:pt x="2442" y="632"/>
                  </a:cubicBezTo>
                  <a:cubicBezTo>
                    <a:pt x="2222" y="229"/>
                    <a:pt x="1807" y="1"/>
                    <a:pt x="13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4"/>
            <p:cNvSpPr/>
            <p:nvPr/>
          </p:nvSpPr>
          <p:spPr>
            <a:xfrm>
              <a:off x="5930200" y="4086575"/>
              <a:ext cx="60950" cy="53375"/>
            </a:xfrm>
            <a:custGeom>
              <a:avLst/>
              <a:gdLst/>
              <a:ahLst/>
              <a:cxnLst/>
              <a:rect l="l" t="t" r="r" b="b"/>
              <a:pathLst>
                <a:path w="2438" h="2135" extrusionOk="0">
                  <a:moveTo>
                    <a:pt x="1218" y="1"/>
                  </a:moveTo>
                  <a:cubicBezTo>
                    <a:pt x="1046" y="1"/>
                    <a:pt x="872" y="42"/>
                    <a:pt x="711" y="130"/>
                  </a:cubicBezTo>
                  <a:cubicBezTo>
                    <a:pt x="193" y="412"/>
                    <a:pt x="1" y="1059"/>
                    <a:pt x="282" y="1577"/>
                  </a:cubicBezTo>
                  <a:cubicBezTo>
                    <a:pt x="326" y="1657"/>
                    <a:pt x="379" y="1732"/>
                    <a:pt x="439" y="1795"/>
                  </a:cubicBezTo>
                  <a:cubicBezTo>
                    <a:pt x="644" y="2013"/>
                    <a:pt x="929" y="2134"/>
                    <a:pt x="1222" y="2134"/>
                  </a:cubicBezTo>
                  <a:cubicBezTo>
                    <a:pt x="1393" y="2134"/>
                    <a:pt x="1567" y="2093"/>
                    <a:pt x="1728" y="2005"/>
                  </a:cubicBezTo>
                  <a:cubicBezTo>
                    <a:pt x="2245" y="1723"/>
                    <a:pt x="2437" y="1076"/>
                    <a:pt x="2157" y="558"/>
                  </a:cubicBezTo>
                  <a:cubicBezTo>
                    <a:pt x="2038" y="340"/>
                    <a:pt x="1853" y="180"/>
                    <a:pt x="1640" y="87"/>
                  </a:cubicBezTo>
                  <a:lnTo>
                    <a:pt x="1638" y="86"/>
                  </a:lnTo>
                  <a:cubicBezTo>
                    <a:pt x="1506" y="30"/>
                    <a:pt x="1362"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4"/>
            <p:cNvSpPr/>
            <p:nvPr/>
          </p:nvSpPr>
          <p:spPr>
            <a:xfrm>
              <a:off x="5936800" y="4096750"/>
              <a:ext cx="14600" cy="23475"/>
            </a:xfrm>
            <a:custGeom>
              <a:avLst/>
              <a:gdLst/>
              <a:ahLst/>
              <a:cxnLst/>
              <a:rect l="l" t="t" r="r" b="b"/>
              <a:pathLst>
                <a:path w="584" h="939" extrusionOk="0">
                  <a:moveTo>
                    <a:pt x="370" y="0"/>
                  </a:moveTo>
                  <a:cubicBezTo>
                    <a:pt x="248" y="0"/>
                    <a:pt x="113" y="178"/>
                    <a:pt x="58" y="416"/>
                  </a:cubicBezTo>
                  <a:cubicBezTo>
                    <a:pt x="0" y="674"/>
                    <a:pt x="56" y="907"/>
                    <a:pt x="185" y="935"/>
                  </a:cubicBezTo>
                  <a:cubicBezTo>
                    <a:pt x="194" y="938"/>
                    <a:pt x="203" y="939"/>
                    <a:pt x="212" y="939"/>
                  </a:cubicBezTo>
                  <a:cubicBezTo>
                    <a:pt x="334" y="939"/>
                    <a:pt x="469" y="761"/>
                    <a:pt x="524" y="523"/>
                  </a:cubicBezTo>
                  <a:cubicBezTo>
                    <a:pt x="583" y="267"/>
                    <a:pt x="526" y="34"/>
                    <a:pt x="397" y="4"/>
                  </a:cubicBezTo>
                  <a:cubicBezTo>
                    <a:pt x="388" y="1"/>
                    <a:pt x="379"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4"/>
            <p:cNvSpPr/>
            <p:nvPr/>
          </p:nvSpPr>
          <p:spPr>
            <a:xfrm>
              <a:off x="5941175" y="4088750"/>
              <a:ext cx="49975" cy="51200"/>
            </a:xfrm>
            <a:custGeom>
              <a:avLst/>
              <a:gdLst/>
              <a:ahLst/>
              <a:cxnLst/>
              <a:rect l="l" t="t" r="r" b="b"/>
              <a:pathLst>
                <a:path w="1999" h="2048" extrusionOk="0">
                  <a:moveTo>
                    <a:pt x="1199" y="0"/>
                  </a:moveTo>
                  <a:lnTo>
                    <a:pt x="1199" y="0"/>
                  </a:lnTo>
                  <a:cubicBezTo>
                    <a:pt x="1338" y="94"/>
                    <a:pt x="1449" y="232"/>
                    <a:pt x="1512" y="387"/>
                  </a:cubicBezTo>
                  <a:cubicBezTo>
                    <a:pt x="1623" y="671"/>
                    <a:pt x="1578" y="1005"/>
                    <a:pt x="1415" y="1263"/>
                  </a:cubicBezTo>
                  <a:cubicBezTo>
                    <a:pt x="1251" y="1521"/>
                    <a:pt x="981" y="1701"/>
                    <a:pt x="687" y="1780"/>
                  </a:cubicBezTo>
                  <a:cubicBezTo>
                    <a:pt x="593" y="1805"/>
                    <a:pt x="497" y="1820"/>
                    <a:pt x="401" y="1820"/>
                  </a:cubicBezTo>
                  <a:cubicBezTo>
                    <a:pt x="350" y="1820"/>
                    <a:pt x="300" y="1816"/>
                    <a:pt x="251" y="1806"/>
                  </a:cubicBezTo>
                  <a:cubicBezTo>
                    <a:pt x="164" y="1790"/>
                    <a:pt x="77" y="1758"/>
                    <a:pt x="0" y="1708"/>
                  </a:cubicBezTo>
                  <a:lnTo>
                    <a:pt x="0" y="1708"/>
                  </a:lnTo>
                  <a:cubicBezTo>
                    <a:pt x="205" y="1926"/>
                    <a:pt x="490" y="2047"/>
                    <a:pt x="783" y="2047"/>
                  </a:cubicBezTo>
                  <a:cubicBezTo>
                    <a:pt x="954" y="2047"/>
                    <a:pt x="1128" y="2006"/>
                    <a:pt x="1289" y="1918"/>
                  </a:cubicBezTo>
                  <a:cubicBezTo>
                    <a:pt x="1806" y="1636"/>
                    <a:pt x="1998" y="989"/>
                    <a:pt x="1718" y="471"/>
                  </a:cubicBezTo>
                  <a:cubicBezTo>
                    <a:pt x="1599" y="253"/>
                    <a:pt x="1414" y="93"/>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4"/>
            <p:cNvSpPr/>
            <p:nvPr/>
          </p:nvSpPr>
          <p:spPr>
            <a:xfrm>
              <a:off x="5974750" y="4172525"/>
              <a:ext cx="69000" cy="60400"/>
            </a:xfrm>
            <a:custGeom>
              <a:avLst/>
              <a:gdLst/>
              <a:ahLst/>
              <a:cxnLst/>
              <a:rect l="l" t="t" r="r" b="b"/>
              <a:pathLst>
                <a:path w="2760" h="2416" extrusionOk="0">
                  <a:moveTo>
                    <a:pt x="1379" y="0"/>
                  </a:moveTo>
                  <a:cubicBezTo>
                    <a:pt x="1185" y="0"/>
                    <a:pt x="987" y="47"/>
                    <a:pt x="804" y="147"/>
                  </a:cubicBezTo>
                  <a:cubicBezTo>
                    <a:pt x="219" y="464"/>
                    <a:pt x="0" y="1199"/>
                    <a:pt x="319" y="1784"/>
                  </a:cubicBezTo>
                  <a:cubicBezTo>
                    <a:pt x="538" y="2187"/>
                    <a:pt x="953" y="2416"/>
                    <a:pt x="1381" y="2416"/>
                  </a:cubicBezTo>
                  <a:cubicBezTo>
                    <a:pt x="1576" y="2416"/>
                    <a:pt x="1773" y="2368"/>
                    <a:pt x="1956" y="2269"/>
                  </a:cubicBezTo>
                  <a:cubicBezTo>
                    <a:pt x="2542" y="1952"/>
                    <a:pt x="2760" y="1217"/>
                    <a:pt x="2441" y="632"/>
                  </a:cubicBezTo>
                  <a:cubicBezTo>
                    <a:pt x="2223" y="229"/>
                    <a:pt x="1808" y="0"/>
                    <a:pt x="1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4"/>
            <p:cNvSpPr/>
            <p:nvPr/>
          </p:nvSpPr>
          <p:spPr>
            <a:xfrm>
              <a:off x="5978800" y="4176075"/>
              <a:ext cx="60925" cy="53350"/>
            </a:xfrm>
            <a:custGeom>
              <a:avLst/>
              <a:gdLst/>
              <a:ahLst/>
              <a:cxnLst/>
              <a:rect l="l" t="t" r="r" b="b"/>
              <a:pathLst>
                <a:path w="2437" h="2134" extrusionOk="0">
                  <a:moveTo>
                    <a:pt x="1217" y="1"/>
                  </a:moveTo>
                  <a:cubicBezTo>
                    <a:pt x="1045" y="1"/>
                    <a:pt x="870" y="42"/>
                    <a:pt x="709" y="130"/>
                  </a:cubicBezTo>
                  <a:cubicBezTo>
                    <a:pt x="192" y="412"/>
                    <a:pt x="0" y="1059"/>
                    <a:pt x="281" y="1576"/>
                  </a:cubicBezTo>
                  <a:cubicBezTo>
                    <a:pt x="325" y="1657"/>
                    <a:pt x="378" y="1732"/>
                    <a:pt x="439" y="1795"/>
                  </a:cubicBezTo>
                  <a:cubicBezTo>
                    <a:pt x="642" y="2013"/>
                    <a:pt x="927" y="2133"/>
                    <a:pt x="1219" y="2133"/>
                  </a:cubicBezTo>
                  <a:cubicBezTo>
                    <a:pt x="1391" y="2133"/>
                    <a:pt x="1565" y="2092"/>
                    <a:pt x="1727" y="2004"/>
                  </a:cubicBezTo>
                  <a:cubicBezTo>
                    <a:pt x="2245" y="1723"/>
                    <a:pt x="2437" y="1075"/>
                    <a:pt x="2155" y="558"/>
                  </a:cubicBezTo>
                  <a:cubicBezTo>
                    <a:pt x="2036" y="339"/>
                    <a:pt x="1853"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4"/>
            <p:cNvSpPr/>
            <p:nvPr/>
          </p:nvSpPr>
          <p:spPr>
            <a:xfrm>
              <a:off x="5985375" y="4186225"/>
              <a:ext cx="14600" cy="23500"/>
            </a:xfrm>
            <a:custGeom>
              <a:avLst/>
              <a:gdLst/>
              <a:ahLst/>
              <a:cxnLst/>
              <a:rect l="l" t="t" r="r" b="b"/>
              <a:pathLst>
                <a:path w="584" h="940" extrusionOk="0">
                  <a:moveTo>
                    <a:pt x="371" y="1"/>
                  </a:moveTo>
                  <a:cubicBezTo>
                    <a:pt x="249" y="1"/>
                    <a:pt x="113" y="178"/>
                    <a:pt x="58" y="416"/>
                  </a:cubicBezTo>
                  <a:cubicBezTo>
                    <a:pt x="0" y="674"/>
                    <a:pt x="55" y="906"/>
                    <a:pt x="184" y="936"/>
                  </a:cubicBezTo>
                  <a:cubicBezTo>
                    <a:pt x="193" y="939"/>
                    <a:pt x="202" y="940"/>
                    <a:pt x="212" y="940"/>
                  </a:cubicBezTo>
                  <a:cubicBezTo>
                    <a:pt x="333" y="940"/>
                    <a:pt x="469" y="762"/>
                    <a:pt x="524" y="524"/>
                  </a:cubicBezTo>
                  <a:cubicBezTo>
                    <a:pt x="583" y="266"/>
                    <a:pt x="527" y="33"/>
                    <a:pt x="398" y="3"/>
                  </a:cubicBezTo>
                  <a:cubicBezTo>
                    <a:pt x="389" y="1"/>
                    <a:pt x="380" y="1"/>
                    <a:pt x="37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4"/>
            <p:cNvSpPr/>
            <p:nvPr/>
          </p:nvSpPr>
          <p:spPr>
            <a:xfrm>
              <a:off x="5989750" y="4178250"/>
              <a:ext cx="49975" cy="51175"/>
            </a:xfrm>
            <a:custGeom>
              <a:avLst/>
              <a:gdLst/>
              <a:ahLst/>
              <a:cxnLst/>
              <a:rect l="l" t="t" r="r" b="b"/>
              <a:pathLst>
                <a:path w="1999" h="2047" extrusionOk="0">
                  <a:moveTo>
                    <a:pt x="1200" y="0"/>
                  </a:moveTo>
                  <a:lnTo>
                    <a:pt x="1200" y="0"/>
                  </a:lnTo>
                  <a:cubicBezTo>
                    <a:pt x="1338" y="94"/>
                    <a:pt x="1449" y="232"/>
                    <a:pt x="1512" y="387"/>
                  </a:cubicBezTo>
                  <a:cubicBezTo>
                    <a:pt x="1623" y="671"/>
                    <a:pt x="1578" y="1004"/>
                    <a:pt x="1416" y="1262"/>
                  </a:cubicBezTo>
                  <a:cubicBezTo>
                    <a:pt x="1252" y="1520"/>
                    <a:pt x="980" y="1700"/>
                    <a:pt x="686" y="1780"/>
                  </a:cubicBezTo>
                  <a:cubicBezTo>
                    <a:pt x="593" y="1805"/>
                    <a:pt x="497" y="1820"/>
                    <a:pt x="401" y="1820"/>
                  </a:cubicBezTo>
                  <a:cubicBezTo>
                    <a:pt x="350" y="1820"/>
                    <a:pt x="300" y="1816"/>
                    <a:pt x="250" y="1806"/>
                  </a:cubicBezTo>
                  <a:cubicBezTo>
                    <a:pt x="163" y="1790"/>
                    <a:pt x="76" y="1757"/>
                    <a:pt x="1" y="1708"/>
                  </a:cubicBezTo>
                  <a:lnTo>
                    <a:pt x="1" y="1708"/>
                  </a:lnTo>
                  <a:cubicBezTo>
                    <a:pt x="204" y="1926"/>
                    <a:pt x="489" y="2046"/>
                    <a:pt x="781" y="2046"/>
                  </a:cubicBezTo>
                  <a:cubicBezTo>
                    <a:pt x="953" y="2046"/>
                    <a:pt x="1127" y="2005"/>
                    <a:pt x="1289" y="1917"/>
                  </a:cubicBezTo>
                  <a:cubicBezTo>
                    <a:pt x="1807" y="1636"/>
                    <a:pt x="1999" y="988"/>
                    <a:pt x="1717" y="471"/>
                  </a:cubicBezTo>
                  <a:cubicBezTo>
                    <a:pt x="1598" y="252"/>
                    <a:pt x="1415" y="92"/>
                    <a:pt x="120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4"/>
            <p:cNvSpPr/>
            <p:nvPr/>
          </p:nvSpPr>
          <p:spPr>
            <a:xfrm>
              <a:off x="6023325" y="4262000"/>
              <a:ext cx="69000" cy="60375"/>
            </a:xfrm>
            <a:custGeom>
              <a:avLst/>
              <a:gdLst/>
              <a:ahLst/>
              <a:cxnLst/>
              <a:rect l="l" t="t" r="r" b="b"/>
              <a:pathLst>
                <a:path w="2760" h="2415" extrusionOk="0">
                  <a:moveTo>
                    <a:pt x="1378" y="0"/>
                  </a:moveTo>
                  <a:cubicBezTo>
                    <a:pt x="1184" y="0"/>
                    <a:pt x="987" y="47"/>
                    <a:pt x="804" y="146"/>
                  </a:cubicBezTo>
                  <a:cubicBezTo>
                    <a:pt x="218" y="464"/>
                    <a:pt x="0" y="1197"/>
                    <a:pt x="319" y="1784"/>
                  </a:cubicBezTo>
                  <a:cubicBezTo>
                    <a:pt x="537" y="2186"/>
                    <a:pt x="953" y="2415"/>
                    <a:pt x="1381" y="2415"/>
                  </a:cubicBezTo>
                  <a:cubicBezTo>
                    <a:pt x="1576" y="2415"/>
                    <a:pt x="1773" y="2368"/>
                    <a:pt x="1956" y="2269"/>
                  </a:cubicBezTo>
                  <a:cubicBezTo>
                    <a:pt x="2541" y="1951"/>
                    <a:pt x="2760" y="1217"/>
                    <a:pt x="2441" y="631"/>
                  </a:cubicBezTo>
                  <a:cubicBezTo>
                    <a:pt x="2222" y="228"/>
                    <a:pt x="1807" y="0"/>
                    <a:pt x="13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4"/>
            <p:cNvSpPr/>
            <p:nvPr/>
          </p:nvSpPr>
          <p:spPr>
            <a:xfrm>
              <a:off x="6027350" y="4265525"/>
              <a:ext cx="60925" cy="53375"/>
            </a:xfrm>
            <a:custGeom>
              <a:avLst/>
              <a:gdLst/>
              <a:ahLst/>
              <a:cxnLst/>
              <a:rect l="l" t="t" r="r" b="b"/>
              <a:pathLst>
                <a:path w="2437" h="2135" extrusionOk="0">
                  <a:moveTo>
                    <a:pt x="1218" y="1"/>
                  </a:moveTo>
                  <a:cubicBezTo>
                    <a:pt x="1046" y="1"/>
                    <a:pt x="871" y="43"/>
                    <a:pt x="710" y="131"/>
                  </a:cubicBezTo>
                  <a:cubicBezTo>
                    <a:pt x="192" y="411"/>
                    <a:pt x="0" y="1060"/>
                    <a:pt x="282" y="1577"/>
                  </a:cubicBezTo>
                  <a:cubicBezTo>
                    <a:pt x="325" y="1657"/>
                    <a:pt x="378" y="1732"/>
                    <a:pt x="439" y="1795"/>
                  </a:cubicBezTo>
                  <a:cubicBezTo>
                    <a:pt x="643" y="2013"/>
                    <a:pt x="929" y="2134"/>
                    <a:pt x="1221" y="2134"/>
                  </a:cubicBezTo>
                  <a:cubicBezTo>
                    <a:pt x="1393" y="2134"/>
                    <a:pt x="1567" y="2093"/>
                    <a:pt x="1728" y="2005"/>
                  </a:cubicBezTo>
                  <a:cubicBezTo>
                    <a:pt x="2245" y="1723"/>
                    <a:pt x="2437" y="1076"/>
                    <a:pt x="2156" y="559"/>
                  </a:cubicBezTo>
                  <a:cubicBezTo>
                    <a:pt x="2038" y="339"/>
                    <a:pt x="1853" y="179"/>
                    <a:pt x="1639" y="87"/>
                  </a:cubicBezTo>
                  <a:lnTo>
                    <a:pt x="1637" y="86"/>
                  </a:lnTo>
                  <a:cubicBezTo>
                    <a:pt x="1505" y="30"/>
                    <a:pt x="1362"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4"/>
            <p:cNvSpPr/>
            <p:nvPr/>
          </p:nvSpPr>
          <p:spPr>
            <a:xfrm>
              <a:off x="6033925" y="4275700"/>
              <a:ext cx="14600" cy="23500"/>
            </a:xfrm>
            <a:custGeom>
              <a:avLst/>
              <a:gdLst/>
              <a:ahLst/>
              <a:cxnLst/>
              <a:rect l="l" t="t" r="r" b="b"/>
              <a:pathLst>
                <a:path w="584" h="940" extrusionOk="0">
                  <a:moveTo>
                    <a:pt x="370" y="0"/>
                  </a:moveTo>
                  <a:cubicBezTo>
                    <a:pt x="249" y="0"/>
                    <a:pt x="114" y="178"/>
                    <a:pt x="58" y="416"/>
                  </a:cubicBezTo>
                  <a:cubicBezTo>
                    <a:pt x="1" y="674"/>
                    <a:pt x="56" y="906"/>
                    <a:pt x="185" y="936"/>
                  </a:cubicBezTo>
                  <a:cubicBezTo>
                    <a:pt x="194" y="938"/>
                    <a:pt x="203" y="939"/>
                    <a:pt x="212" y="939"/>
                  </a:cubicBezTo>
                  <a:cubicBezTo>
                    <a:pt x="334" y="939"/>
                    <a:pt x="469" y="762"/>
                    <a:pt x="525" y="524"/>
                  </a:cubicBezTo>
                  <a:cubicBezTo>
                    <a:pt x="584" y="266"/>
                    <a:pt x="527" y="33"/>
                    <a:pt x="398" y="3"/>
                  </a:cubicBezTo>
                  <a:cubicBezTo>
                    <a:pt x="389" y="1"/>
                    <a:pt x="380"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4"/>
            <p:cNvSpPr/>
            <p:nvPr/>
          </p:nvSpPr>
          <p:spPr>
            <a:xfrm>
              <a:off x="6038300" y="4267700"/>
              <a:ext cx="49975" cy="51200"/>
            </a:xfrm>
            <a:custGeom>
              <a:avLst/>
              <a:gdLst/>
              <a:ahLst/>
              <a:cxnLst/>
              <a:rect l="l" t="t" r="r" b="b"/>
              <a:pathLst>
                <a:path w="1999" h="2048" extrusionOk="0">
                  <a:moveTo>
                    <a:pt x="1199" y="0"/>
                  </a:moveTo>
                  <a:lnTo>
                    <a:pt x="1199" y="0"/>
                  </a:lnTo>
                  <a:cubicBezTo>
                    <a:pt x="1338" y="95"/>
                    <a:pt x="1450" y="232"/>
                    <a:pt x="1513" y="387"/>
                  </a:cubicBezTo>
                  <a:cubicBezTo>
                    <a:pt x="1624" y="671"/>
                    <a:pt x="1579" y="1005"/>
                    <a:pt x="1416" y="1263"/>
                  </a:cubicBezTo>
                  <a:cubicBezTo>
                    <a:pt x="1252" y="1521"/>
                    <a:pt x="981" y="1701"/>
                    <a:pt x="687" y="1780"/>
                  </a:cubicBezTo>
                  <a:cubicBezTo>
                    <a:pt x="595" y="1805"/>
                    <a:pt x="499" y="1821"/>
                    <a:pt x="403" y="1821"/>
                  </a:cubicBezTo>
                  <a:cubicBezTo>
                    <a:pt x="352" y="1821"/>
                    <a:pt x="301" y="1816"/>
                    <a:pt x="252" y="1806"/>
                  </a:cubicBezTo>
                  <a:cubicBezTo>
                    <a:pt x="164" y="1790"/>
                    <a:pt x="77" y="1758"/>
                    <a:pt x="1" y="1708"/>
                  </a:cubicBezTo>
                  <a:lnTo>
                    <a:pt x="1" y="1708"/>
                  </a:lnTo>
                  <a:cubicBezTo>
                    <a:pt x="205" y="1926"/>
                    <a:pt x="491" y="2047"/>
                    <a:pt x="783" y="2047"/>
                  </a:cubicBezTo>
                  <a:cubicBezTo>
                    <a:pt x="955" y="2047"/>
                    <a:pt x="1129" y="2006"/>
                    <a:pt x="1290" y="1918"/>
                  </a:cubicBezTo>
                  <a:cubicBezTo>
                    <a:pt x="1807" y="1636"/>
                    <a:pt x="1999" y="989"/>
                    <a:pt x="1718" y="472"/>
                  </a:cubicBezTo>
                  <a:cubicBezTo>
                    <a:pt x="1600" y="252"/>
                    <a:pt x="1415" y="92"/>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4"/>
            <p:cNvSpPr/>
            <p:nvPr/>
          </p:nvSpPr>
          <p:spPr>
            <a:xfrm>
              <a:off x="6071875" y="4351450"/>
              <a:ext cx="69025" cy="60425"/>
            </a:xfrm>
            <a:custGeom>
              <a:avLst/>
              <a:gdLst/>
              <a:ahLst/>
              <a:cxnLst/>
              <a:rect l="l" t="t" r="r" b="b"/>
              <a:pathLst>
                <a:path w="2761" h="2417" extrusionOk="0">
                  <a:moveTo>
                    <a:pt x="1381" y="1"/>
                  </a:moveTo>
                  <a:cubicBezTo>
                    <a:pt x="1186" y="1"/>
                    <a:pt x="988" y="48"/>
                    <a:pt x="805" y="148"/>
                  </a:cubicBezTo>
                  <a:cubicBezTo>
                    <a:pt x="219" y="466"/>
                    <a:pt x="1" y="1199"/>
                    <a:pt x="319" y="1785"/>
                  </a:cubicBezTo>
                  <a:cubicBezTo>
                    <a:pt x="538" y="2188"/>
                    <a:pt x="953" y="2417"/>
                    <a:pt x="1381" y="2417"/>
                  </a:cubicBezTo>
                  <a:cubicBezTo>
                    <a:pt x="1576" y="2417"/>
                    <a:pt x="1773" y="2369"/>
                    <a:pt x="1956" y="2270"/>
                  </a:cubicBezTo>
                  <a:cubicBezTo>
                    <a:pt x="2542" y="1953"/>
                    <a:pt x="2760" y="1219"/>
                    <a:pt x="2441" y="633"/>
                  </a:cubicBezTo>
                  <a:cubicBezTo>
                    <a:pt x="2224" y="229"/>
                    <a:pt x="1809" y="1"/>
                    <a:pt x="13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4"/>
            <p:cNvSpPr/>
            <p:nvPr/>
          </p:nvSpPr>
          <p:spPr>
            <a:xfrm>
              <a:off x="6075925" y="4355000"/>
              <a:ext cx="60950" cy="53350"/>
            </a:xfrm>
            <a:custGeom>
              <a:avLst/>
              <a:gdLst/>
              <a:ahLst/>
              <a:cxnLst/>
              <a:rect l="l" t="t" r="r" b="b"/>
              <a:pathLst>
                <a:path w="2438" h="2134" extrusionOk="0">
                  <a:moveTo>
                    <a:pt x="1217" y="1"/>
                  </a:moveTo>
                  <a:cubicBezTo>
                    <a:pt x="1045" y="1"/>
                    <a:pt x="871" y="42"/>
                    <a:pt x="710" y="130"/>
                  </a:cubicBezTo>
                  <a:cubicBezTo>
                    <a:pt x="193" y="411"/>
                    <a:pt x="1" y="1058"/>
                    <a:pt x="281" y="1576"/>
                  </a:cubicBezTo>
                  <a:cubicBezTo>
                    <a:pt x="326" y="1657"/>
                    <a:pt x="378" y="1732"/>
                    <a:pt x="439" y="1795"/>
                  </a:cubicBezTo>
                  <a:cubicBezTo>
                    <a:pt x="643" y="2013"/>
                    <a:pt x="928" y="2133"/>
                    <a:pt x="1220" y="2133"/>
                  </a:cubicBezTo>
                  <a:cubicBezTo>
                    <a:pt x="1392" y="2133"/>
                    <a:pt x="1566" y="2092"/>
                    <a:pt x="1727" y="2004"/>
                  </a:cubicBezTo>
                  <a:cubicBezTo>
                    <a:pt x="2245" y="1723"/>
                    <a:pt x="2437" y="1075"/>
                    <a:pt x="2155" y="558"/>
                  </a:cubicBezTo>
                  <a:cubicBezTo>
                    <a:pt x="2037" y="339"/>
                    <a:pt x="1854"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4"/>
            <p:cNvSpPr/>
            <p:nvPr/>
          </p:nvSpPr>
          <p:spPr>
            <a:xfrm>
              <a:off x="6082500" y="4365150"/>
              <a:ext cx="14600" cy="23500"/>
            </a:xfrm>
            <a:custGeom>
              <a:avLst/>
              <a:gdLst/>
              <a:ahLst/>
              <a:cxnLst/>
              <a:rect l="l" t="t" r="r" b="b"/>
              <a:pathLst>
                <a:path w="584" h="940" extrusionOk="0">
                  <a:moveTo>
                    <a:pt x="371" y="0"/>
                  </a:moveTo>
                  <a:cubicBezTo>
                    <a:pt x="250" y="0"/>
                    <a:pt x="113" y="178"/>
                    <a:pt x="59" y="416"/>
                  </a:cubicBezTo>
                  <a:cubicBezTo>
                    <a:pt x="1" y="674"/>
                    <a:pt x="55" y="906"/>
                    <a:pt x="184" y="936"/>
                  </a:cubicBezTo>
                  <a:cubicBezTo>
                    <a:pt x="194" y="938"/>
                    <a:pt x="203" y="939"/>
                    <a:pt x="212" y="939"/>
                  </a:cubicBezTo>
                  <a:cubicBezTo>
                    <a:pt x="334" y="939"/>
                    <a:pt x="469" y="762"/>
                    <a:pt x="524" y="523"/>
                  </a:cubicBezTo>
                  <a:cubicBezTo>
                    <a:pt x="584" y="267"/>
                    <a:pt x="527" y="33"/>
                    <a:pt x="398" y="3"/>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4"/>
            <p:cNvSpPr/>
            <p:nvPr/>
          </p:nvSpPr>
          <p:spPr>
            <a:xfrm>
              <a:off x="6086900" y="4357175"/>
              <a:ext cx="49975" cy="51175"/>
            </a:xfrm>
            <a:custGeom>
              <a:avLst/>
              <a:gdLst/>
              <a:ahLst/>
              <a:cxnLst/>
              <a:rect l="l" t="t" r="r" b="b"/>
              <a:pathLst>
                <a:path w="1999" h="2047" extrusionOk="0">
                  <a:moveTo>
                    <a:pt x="1199" y="0"/>
                  </a:moveTo>
                  <a:cubicBezTo>
                    <a:pt x="1338" y="94"/>
                    <a:pt x="1448" y="232"/>
                    <a:pt x="1512" y="387"/>
                  </a:cubicBezTo>
                  <a:cubicBezTo>
                    <a:pt x="1623" y="671"/>
                    <a:pt x="1577" y="1003"/>
                    <a:pt x="1415" y="1261"/>
                  </a:cubicBezTo>
                  <a:cubicBezTo>
                    <a:pt x="1251" y="1519"/>
                    <a:pt x="980" y="1700"/>
                    <a:pt x="686" y="1780"/>
                  </a:cubicBezTo>
                  <a:cubicBezTo>
                    <a:pt x="593" y="1805"/>
                    <a:pt x="496" y="1820"/>
                    <a:pt x="400" y="1820"/>
                  </a:cubicBezTo>
                  <a:cubicBezTo>
                    <a:pt x="350" y="1820"/>
                    <a:pt x="299" y="1816"/>
                    <a:pt x="250" y="1806"/>
                  </a:cubicBezTo>
                  <a:cubicBezTo>
                    <a:pt x="162" y="1789"/>
                    <a:pt x="76" y="1757"/>
                    <a:pt x="0" y="1708"/>
                  </a:cubicBezTo>
                  <a:lnTo>
                    <a:pt x="0" y="1708"/>
                  </a:lnTo>
                  <a:cubicBezTo>
                    <a:pt x="204" y="1926"/>
                    <a:pt x="489" y="2046"/>
                    <a:pt x="781" y="2046"/>
                  </a:cubicBezTo>
                  <a:cubicBezTo>
                    <a:pt x="953" y="2046"/>
                    <a:pt x="1127" y="2005"/>
                    <a:pt x="1288" y="1917"/>
                  </a:cubicBezTo>
                  <a:cubicBezTo>
                    <a:pt x="1806" y="1636"/>
                    <a:pt x="1998" y="988"/>
                    <a:pt x="1716" y="471"/>
                  </a:cubicBezTo>
                  <a:cubicBezTo>
                    <a:pt x="1598" y="252"/>
                    <a:pt x="1415" y="92"/>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4"/>
            <p:cNvSpPr/>
            <p:nvPr/>
          </p:nvSpPr>
          <p:spPr>
            <a:xfrm>
              <a:off x="5972850" y="3941875"/>
              <a:ext cx="69000" cy="60400"/>
            </a:xfrm>
            <a:custGeom>
              <a:avLst/>
              <a:gdLst/>
              <a:ahLst/>
              <a:cxnLst/>
              <a:rect l="l" t="t" r="r" b="b"/>
              <a:pathLst>
                <a:path w="2760" h="2416" extrusionOk="0">
                  <a:moveTo>
                    <a:pt x="1379" y="0"/>
                  </a:moveTo>
                  <a:cubicBezTo>
                    <a:pt x="1184" y="0"/>
                    <a:pt x="987" y="47"/>
                    <a:pt x="804" y="147"/>
                  </a:cubicBezTo>
                  <a:cubicBezTo>
                    <a:pt x="219" y="464"/>
                    <a:pt x="1" y="1198"/>
                    <a:pt x="319" y="1784"/>
                  </a:cubicBezTo>
                  <a:cubicBezTo>
                    <a:pt x="537" y="2187"/>
                    <a:pt x="952" y="2416"/>
                    <a:pt x="1381" y="2416"/>
                  </a:cubicBezTo>
                  <a:cubicBezTo>
                    <a:pt x="1576" y="2416"/>
                    <a:pt x="1773" y="2368"/>
                    <a:pt x="1956" y="2269"/>
                  </a:cubicBezTo>
                  <a:cubicBezTo>
                    <a:pt x="2542" y="1952"/>
                    <a:pt x="2759" y="1217"/>
                    <a:pt x="2441" y="632"/>
                  </a:cubicBezTo>
                  <a:cubicBezTo>
                    <a:pt x="2223" y="229"/>
                    <a:pt x="1808" y="0"/>
                    <a:pt x="1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4"/>
            <p:cNvSpPr/>
            <p:nvPr/>
          </p:nvSpPr>
          <p:spPr>
            <a:xfrm>
              <a:off x="5976875" y="3945425"/>
              <a:ext cx="60950" cy="53350"/>
            </a:xfrm>
            <a:custGeom>
              <a:avLst/>
              <a:gdLst/>
              <a:ahLst/>
              <a:cxnLst/>
              <a:rect l="l" t="t" r="r" b="b"/>
              <a:pathLst>
                <a:path w="2438" h="2134" extrusionOk="0">
                  <a:moveTo>
                    <a:pt x="1218" y="1"/>
                  </a:moveTo>
                  <a:cubicBezTo>
                    <a:pt x="1046" y="1"/>
                    <a:pt x="871" y="42"/>
                    <a:pt x="710" y="130"/>
                  </a:cubicBezTo>
                  <a:cubicBezTo>
                    <a:pt x="193" y="411"/>
                    <a:pt x="1" y="1059"/>
                    <a:pt x="281" y="1576"/>
                  </a:cubicBezTo>
                  <a:cubicBezTo>
                    <a:pt x="326" y="1657"/>
                    <a:pt x="378" y="1732"/>
                    <a:pt x="439" y="1795"/>
                  </a:cubicBezTo>
                  <a:cubicBezTo>
                    <a:pt x="643" y="2013"/>
                    <a:pt x="928" y="2133"/>
                    <a:pt x="1221" y="2133"/>
                  </a:cubicBezTo>
                  <a:cubicBezTo>
                    <a:pt x="1392" y="2133"/>
                    <a:pt x="1567" y="2092"/>
                    <a:pt x="1728" y="2004"/>
                  </a:cubicBezTo>
                  <a:cubicBezTo>
                    <a:pt x="2245" y="1723"/>
                    <a:pt x="2437" y="1075"/>
                    <a:pt x="2157" y="558"/>
                  </a:cubicBezTo>
                  <a:cubicBezTo>
                    <a:pt x="2038" y="339"/>
                    <a:pt x="1854" y="179"/>
                    <a:pt x="1639" y="87"/>
                  </a:cubicBezTo>
                  <a:lnTo>
                    <a:pt x="1638" y="86"/>
                  </a:lnTo>
                  <a:cubicBezTo>
                    <a:pt x="1505" y="30"/>
                    <a:pt x="1362"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4"/>
            <p:cNvSpPr/>
            <p:nvPr/>
          </p:nvSpPr>
          <p:spPr>
            <a:xfrm>
              <a:off x="5983450" y="3955575"/>
              <a:ext cx="14600" cy="23500"/>
            </a:xfrm>
            <a:custGeom>
              <a:avLst/>
              <a:gdLst/>
              <a:ahLst/>
              <a:cxnLst/>
              <a:rect l="l" t="t" r="r" b="b"/>
              <a:pathLst>
                <a:path w="584" h="940" extrusionOk="0">
                  <a:moveTo>
                    <a:pt x="371" y="0"/>
                  </a:moveTo>
                  <a:cubicBezTo>
                    <a:pt x="250" y="0"/>
                    <a:pt x="114" y="178"/>
                    <a:pt x="59" y="416"/>
                  </a:cubicBezTo>
                  <a:cubicBezTo>
                    <a:pt x="1" y="674"/>
                    <a:pt x="58" y="906"/>
                    <a:pt x="186" y="936"/>
                  </a:cubicBezTo>
                  <a:cubicBezTo>
                    <a:pt x="195" y="938"/>
                    <a:pt x="204" y="940"/>
                    <a:pt x="213" y="940"/>
                  </a:cubicBezTo>
                  <a:cubicBezTo>
                    <a:pt x="334" y="940"/>
                    <a:pt x="470" y="762"/>
                    <a:pt x="524" y="524"/>
                  </a:cubicBezTo>
                  <a:cubicBezTo>
                    <a:pt x="584" y="266"/>
                    <a:pt x="528" y="33"/>
                    <a:pt x="398" y="3"/>
                  </a:cubicBezTo>
                  <a:cubicBezTo>
                    <a:pt x="389" y="1"/>
                    <a:pt x="381"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4"/>
            <p:cNvSpPr/>
            <p:nvPr/>
          </p:nvSpPr>
          <p:spPr>
            <a:xfrm>
              <a:off x="5987850" y="3947600"/>
              <a:ext cx="49975" cy="51175"/>
            </a:xfrm>
            <a:custGeom>
              <a:avLst/>
              <a:gdLst/>
              <a:ahLst/>
              <a:cxnLst/>
              <a:rect l="l" t="t" r="r" b="b"/>
              <a:pathLst>
                <a:path w="1999" h="2047" extrusionOk="0">
                  <a:moveTo>
                    <a:pt x="1199" y="0"/>
                  </a:moveTo>
                  <a:cubicBezTo>
                    <a:pt x="1338" y="94"/>
                    <a:pt x="1449" y="232"/>
                    <a:pt x="1512" y="387"/>
                  </a:cubicBezTo>
                  <a:cubicBezTo>
                    <a:pt x="1623" y="671"/>
                    <a:pt x="1578" y="1004"/>
                    <a:pt x="1415" y="1262"/>
                  </a:cubicBezTo>
                  <a:cubicBezTo>
                    <a:pt x="1251" y="1520"/>
                    <a:pt x="981" y="1700"/>
                    <a:pt x="687" y="1780"/>
                  </a:cubicBezTo>
                  <a:cubicBezTo>
                    <a:pt x="593" y="1805"/>
                    <a:pt x="496" y="1820"/>
                    <a:pt x="400" y="1820"/>
                  </a:cubicBezTo>
                  <a:cubicBezTo>
                    <a:pt x="350" y="1820"/>
                    <a:pt x="300" y="1816"/>
                    <a:pt x="250" y="1806"/>
                  </a:cubicBezTo>
                  <a:cubicBezTo>
                    <a:pt x="162" y="1789"/>
                    <a:pt x="77" y="1757"/>
                    <a:pt x="0" y="1708"/>
                  </a:cubicBezTo>
                  <a:lnTo>
                    <a:pt x="0" y="1708"/>
                  </a:lnTo>
                  <a:cubicBezTo>
                    <a:pt x="204" y="1926"/>
                    <a:pt x="489" y="2046"/>
                    <a:pt x="782" y="2046"/>
                  </a:cubicBezTo>
                  <a:cubicBezTo>
                    <a:pt x="953" y="2046"/>
                    <a:pt x="1128" y="2005"/>
                    <a:pt x="1289" y="1917"/>
                  </a:cubicBezTo>
                  <a:cubicBezTo>
                    <a:pt x="1806" y="1636"/>
                    <a:pt x="1998" y="988"/>
                    <a:pt x="1718" y="471"/>
                  </a:cubicBezTo>
                  <a:cubicBezTo>
                    <a:pt x="1599" y="252"/>
                    <a:pt x="1415" y="92"/>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4"/>
            <p:cNvSpPr/>
            <p:nvPr/>
          </p:nvSpPr>
          <p:spPr>
            <a:xfrm>
              <a:off x="6021450" y="4031350"/>
              <a:ext cx="69000" cy="60425"/>
            </a:xfrm>
            <a:custGeom>
              <a:avLst/>
              <a:gdLst/>
              <a:ahLst/>
              <a:cxnLst/>
              <a:rect l="l" t="t" r="r" b="b"/>
              <a:pathLst>
                <a:path w="2760" h="2417" extrusionOk="0">
                  <a:moveTo>
                    <a:pt x="1380" y="1"/>
                  </a:moveTo>
                  <a:cubicBezTo>
                    <a:pt x="1185" y="1"/>
                    <a:pt x="987" y="48"/>
                    <a:pt x="804" y="148"/>
                  </a:cubicBezTo>
                  <a:cubicBezTo>
                    <a:pt x="219" y="465"/>
                    <a:pt x="0" y="1198"/>
                    <a:pt x="319" y="1785"/>
                  </a:cubicBezTo>
                  <a:cubicBezTo>
                    <a:pt x="538" y="2187"/>
                    <a:pt x="953" y="2416"/>
                    <a:pt x="1382" y="2416"/>
                  </a:cubicBezTo>
                  <a:cubicBezTo>
                    <a:pt x="1576" y="2416"/>
                    <a:pt x="1773" y="2369"/>
                    <a:pt x="1956" y="2270"/>
                  </a:cubicBezTo>
                  <a:cubicBezTo>
                    <a:pt x="2542" y="1952"/>
                    <a:pt x="2760" y="1218"/>
                    <a:pt x="2441" y="633"/>
                  </a:cubicBezTo>
                  <a:cubicBezTo>
                    <a:pt x="2222" y="229"/>
                    <a:pt x="1808" y="1"/>
                    <a:pt x="13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44"/>
            <p:cNvSpPr/>
            <p:nvPr/>
          </p:nvSpPr>
          <p:spPr>
            <a:xfrm>
              <a:off x="6025425" y="4034875"/>
              <a:ext cx="60975" cy="53375"/>
            </a:xfrm>
            <a:custGeom>
              <a:avLst/>
              <a:gdLst/>
              <a:ahLst/>
              <a:cxnLst/>
              <a:rect l="l" t="t" r="r" b="b"/>
              <a:pathLst>
                <a:path w="2439" h="2135" extrusionOk="0">
                  <a:moveTo>
                    <a:pt x="1218" y="1"/>
                  </a:moveTo>
                  <a:cubicBezTo>
                    <a:pt x="1046" y="1"/>
                    <a:pt x="872" y="43"/>
                    <a:pt x="711" y="131"/>
                  </a:cubicBezTo>
                  <a:cubicBezTo>
                    <a:pt x="194" y="411"/>
                    <a:pt x="1" y="1060"/>
                    <a:pt x="283" y="1577"/>
                  </a:cubicBezTo>
                  <a:cubicBezTo>
                    <a:pt x="326" y="1658"/>
                    <a:pt x="380" y="1732"/>
                    <a:pt x="440" y="1795"/>
                  </a:cubicBezTo>
                  <a:cubicBezTo>
                    <a:pt x="644" y="2013"/>
                    <a:pt x="930" y="2134"/>
                    <a:pt x="1222" y="2134"/>
                  </a:cubicBezTo>
                  <a:cubicBezTo>
                    <a:pt x="1394" y="2134"/>
                    <a:pt x="1568" y="2093"/>
                    <a:pt x="1729" y="2005"/>
                  </a:cubicBezTo>
                  <a:cubicBezTo>
                    <a:pt x="2246" y="1723"/>
                    <a:pt x="2439" y="1076"/>
                    <a:pt x="2157" y="559"/>
                  </a:cubicBezTo>
                  <a:cubicBezTo>
                    <a:pt x="2038" y="339"/>
                    <a:pt x="1855" y="179"/>
                    <a:pt x="1640" y="87"/>
                  </a:cubicBezTo>
                  <a:lnTo>
                    <a:pt x="1639" y="86"/>
                  </a:lnTo>
                  <a:cubicBezTo>
                    <a:pt x="1506" y="30"/>
                    <a:pt x="1363"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44"/>
            <p:cNvSpPr/>
            <p:nvPr/>
          </p:nvSpPr>
          <p:spPr>
            <a:xfrm>
              <a:off x="6032075" y="4045050"/>
              <a:ext cx="14550" cy="23500"/>
            </a:xfrm>
            <a:custGeom>
              <a:avLst/>
              <a:gdLst/>
              <a:ahLst/>
              <a:cxnLst/>
              <a:rect l="l" t="t" r="r" b="b"/>
              <a:pathLst>
                <a:path w="582" h="940" extrusionOk="0">
                  <a:moveTo>
                    <a:pt x="370" y="0"/>
                  </a:moveTo>
                  <a:cubicBezTo>
                    <a:pt x="248" y="0"/>
                    <a:pt x="113" y="177"/>
                    <a:pt x="58" y="416"/>
                  </a:cubicBezTo>
                  <a:cubicBezTo>
                    <a:pt x="0" y="674"/>
                    <a:pt x="55" y="906"/>
                    <a:pt x="184" y="936"/>
                  </a:cubicBezTo>
                  <a:cubicBezTo>
                    <a:pt x="193" y="938"/>
                    <a:pt x="202" y="939"/>
                    <a:pt x="211" y="939"/>
                  </a:cubicBezTo>
                  <a:cubicBezTo>
                    <a:pt x="332" y="939"/>
                    <a:pt x="469" y="762"/>
                    <a:pt x="523" y="524"/>
                  </a:cubicBezTo>
                  <a:cubicBezTo>
                    <a:pt x="581" y="267"/>
                    <a:pt x="527" y="33"/>
                    <a:pt x="398" y="3"/>
                  </a:cubicBezTo>
                  <a:cubicBezTo>
                    <a:pt x="388" y="1"/>
                    <a:pt x="379"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44"/>
            <p:cNvSpPr/>
            <p:nvPr/>
          </p:nvSpPr>
          <p:spPr>
            <a:xfrm>
              <a:off x="6036400" y="4037050"/>
              <a:ext cx="50000" cy="51200"/>
            </a:xfrm>
            <a:custGeom>
              <a:avLst/>
              <a:gdLst/>
              <a:ahLst/>
              <a:cxnLst/>
              <a:rect l="l" t="t" r="r" b="b"/>
              <a:pathLst>
                <a:path w="2000" h="2048" extrusionOk="0">
                  <a:moveTo>
                    <a:pt x="1200" y="0"/>
                  </a:moveTo>
                  <a:cubicBezTo>
                    <a:pt x="1339" y="95"/>
                    <a:pt x="1450" y="232"/>
                    <a:pt x="1512" y="387"/>
                  </a:cubicBezTo>
                  <a:cubicBezTo>
                    <a:pt x="1624" y="671"/>
                    <a:pt x="1579" y="1005"/>
                    <a:pt x="1416" y="1263"/>
                  </a:cubicBezTo>
                  <a:cubicBezTo>
                    <a:pt x="1252" y="1521"/>
                    <a:pt x="981" y="1701"/>
                    <a:pt x="687" y="1780"/>
                  </a:cubicBezTo>
                  <a:cubicBezTo>
                    <a:pt x="595" y="1805"/>
                    <a:pt x="499" y="1821"/>
                    <a:pt x="403" y="1821"/>
                  </a:cubicBezTo>
                  <a:cubicBezTo>
                    <a:pt x="352" y="1821"/>
                    <a:pt x="301" y="1816"/>
                    <a:pt x="251" y="1806"/>
                  </a:cubicBezTo>
                  <a:cubicBezTo>
                    <a:pt x="164" y="1790"/>
                    <a:pt x="77" y="1758"/>
                    <a:pt x="1" y="1708"/>
                  </a:cubicBezTo>
                  <a:lnTo>
                    <a:pt x="1" y="1708"/>
                  </a:lnTo>
                  <a:cubicBezTo>
                    <a:pt x="205" y="1926"/>
                    <a:pt x="491" y="2047"/>
                    <a:pt x="783" y="2047"/>
                  </a:cubicBezTo>
                  <a:cubicBezTo>
                    <a:pt x="955" y="2047"/>
                    <a:pt x="1129" y="2006"/>
                    <a:pt x="1290" y="1918"/>
                  </a:cubicBezTo>
                  <a:cubicBezTo>
                    <a:pt x="1807" y="1636"/>
                    <a:pt x="2000" y="989"/>
                    <a:pt x="1718" y="472"/>
                  </a:cubicBezTo>
                  <a:cubicBezTo>
                    <a:pt x="1599" y="252"/>
                    <a:pt x="1416" y="92"/>
                    <a:pt x="120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44"/>
            <p:cNvSpPr/>
            <p:nvPr/>
          </p:nvSpPr>
          <p:spPr>
            <a:xfrm>
              <a:off x="6070025" y="4120800"/>
              <a:ext cx="69000" cy="60425"/>
            </a:xfrm>
            <a:custGeom>
              <a:avLst/>
              <a:gdLst/>
              <a:ahLst/>
              <a:cxnLst/>
              <a:rect l="l" t="t" r="r" b="b"/>
              <a:pathLst>
                <a:path w="2760" h="2417" extrusionOk="0">
                  <a:moveTo>
                    <a:pt x="1379" y="1"/>
                  </a:moveTo>
                  <a:cubicBezTo>
                    <a:pt x="1185" y="1"/>
                    <a:pt x="987" y="48"/>
                    <a:pt x="804" y="148"/>
                  </a:cubicBezTo>
                  <a:cubicBezTo>
                    <a:pt x="218" y="466"/>
                    <a:pt x="0" y="1199"/>
                    <a:pt x="319" y="1785"/>
                  </a:cubicBezTo>
                  <a:cubicBezTo>
                    <a:pt x="537" y="2188"/>
                    <a:pt x="952" y="2416"/>
                    <a:pt x="1381" y="2416"/>
                  </a:cubicBezTo>
                  <a:cubicBezTo>
                    <a:pt x="1575" y="2416"/>
                    <a:pt x="1773" y="2369"/>
                    <a:pt x="1956" y="2270"/>
                  </a:cubicBezTo>
                  <a:cubicBezTo>
                    <a:pt x="2541" y="1953"/>
                    <a:pt x="2760" y="1219"/>
                    <a:pt x="2441" y="633"/>
                  </a:cubicBezTo>
                  <a:cubicBezTo>
                    <a:pt x="2222" y="229"/>
                    <a:pt x="1807" y="1"/>
                    <a:pt x="13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4"/>
            <p:cNvSpPr/>
            <p:nvPr/>
          </p:nvSpPr>
          <p:spPr>
            <a:xfrm>
              <a:off x="6074025" y="4124350"/>
              <a:ext cx="60925" cy="53350"/>
            </a:xfrm>
            <a:custGeom>
              <a:avLst/>
              <a:gdLst/>
              <a:ahLst/>
              <a:cxnLst/>
              <a:rect l="l" t="t" r="r" b="b"/>
              <a:pathLst>
                <a:path w="2437" h="2134" extrusionOk="0">
                  <a:moveTo>
                    <a:pt x="1217" y="1"/>
                  </a:moveTo>
                  <a:cubicBezTo>
                    <a:pt x="1045" y="1"/>
                    <a:pt x="871" y="42"/>
                    <a:pt x="709" y="130"/>
                  </a:cubicBezTo>
                  <a:cubicBezTo>
                    <a:pt x="192" y="411"/>
                    <a:pt x="0" y="1058"/>
                    <a:pt x="281" y="1575"/>
                  </a:cubicBezTo>
                  <a:cubicBezTo>
                    <a:pt x="325" y="1657"/>
                    <a:pt x="378" y="1732"/>
                    <a:pt x="439" y="1795"/>
                  </a:cubicBezTo>
                  <a:cubicBezTo>
                    <a:pt x="643" y="2013"/>
                    <a:pt x="928" y="2133"/>
                    <a:pt x="1220" y="2133"/>
                  </a:cubicBezTo>
                  <a:cubicBezTo>
                    <a:pt x="1391" y="2133"/>
                    <a:pt x="1565" y="2092"/>
                    <a:pt x="1727" y="2004"/>
                  </a:cubicBezTo>
                  <a:cubicBezTo>
                    <a:pt x="2245" y="1723"/>
                    <a:pt x="2437" y="1075"/>
                    <a:pt x="2156" y="558"/>
                  </a:cubicBezTo>
                  <a:cubicBezTo>
                    <a:pt x="2037" y="340"/>
                    <a:pt x="1854"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44"/>
            <p:cNvSpPr/>
            <p:nvPr/>
          </p:nvSpPr>
          <p:spPr>
            <a:xfrm>
              <a:off x="6080625" y="4134500"/>
              <a:ext cx="14575" cy="23500"/>
            </a:xfrm>
            <a:custGeom>
              <a:avLst/>
              <a:gdLst/>
              <a:ahLst/>
              <a:cxnLst/>
              <a:rect l="l" t="t" r="r" b="b"/>
              <a:pathLst>
                <a:path w="583" h="940" extrusionOk="0">
                  <a:moveTo>
                    <a:pt x="371" y="0"/>
                  </a:moveTo>
                  <a:cubicBezTo>
                    <a:pt x="249" y="0"/>
                    <a:pt x="114" y="178"/>
                    <a:pt x="58" y="416"/>
                  </a:cubicBezTo>
                  <a:cubicBezTo>
                    <a:pt x="0" y="674"/>
                    <a:pt x="56" y="906"/>
                    <a:pt x="185" y="936"/>
                  </a:cubicBezTo>
                  <a:cubicBezTo>
                    <a:pt x="194" y="938"/>
                    <a:pt x="203" y="939"/>
                    <a:pt x="213" y="939"/>
                  </a:cubicBezTo>
                  <a:cubicBezTo>
                    <a:pt x="334" y="939"/>
                    <a:pt x="469" y="762"/>
                    <a:pt x="525" y="523"/>
                  </a:cubicBezTo>
                  <a:cubicBezTo>
                    <a:pt x="582" y="266"/>
                    <a:pt x="527" y="34"/>
                    <a:pt x="398" y="3"/>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44"/>
            <p:cNvSpPr/>
            <p:nvPr/>
          </p:nvSpPr>
          <p:spPr>
            <a:xfrm>
              <a:off x="6084975" y="4126525"/>
              <a:ext cx="49975" cy="51175"/>
            </a:xfrm>
            <a:custGeom>
              <a:avLst/>
              <a:gdLst/>
              <a:ahLst/>
              <a:cxnLst/>
              <a:rect l="l" t="t" r="r" b="b"/>
              <a:pathLst>
                <a:path w="1999" h="2047" extrusionOk="0">
                  <a:moveTo>
                    <a:pt x="1200" y="0"/>
                  </a:moveTo>
                  <a:cubicBezTo>
                    <a:pt x="1338" y="94"/>
                    <a:pt x="1449" y="232"/>
                    <a:pt x="1513" y="387"/>
                  </a:cubicBezTo>
                  <a:cubicBezTo>
                    <a:pt x="1623" y="671"/>
                    <a:pt x="1578" y="1003"/>
                    <a:pt x="1416" y="1261"/>
                  </a:cubicBezTo>
                  <a:cubicBezTo>
                    <a:pt x="1252" y="1519"/>
                    <a:pt x="981" y="1700"/>
                    <a:pt x="687" y="1780"/>
                  </a:cubicBezTo>
                  <a:cubicBezTo>
                    <a:pt x="594" y="1805"/>
                    <a:pt x="497" y="1820"/>
                    <a:pt x="401" y="1820"/>
                  </a:cubicBezTo>
                  <a:cubicBezTo>
                    <a:pt x="350" y="1820"/>
                    <a:pt x="300" y="1816"/>
                    <a:pt x="251" y="1806"/>
                  </a:cubicBezTo>
                  <a:cubicBezTo>
                    <a:pt x="163" y="1790"/>
                    <a:pt x="76" y="1757"/>
                    <a:pt x="1" y="1708"/>
                  </a:cubicBezTo>
                  <a:lnTo>
                    <a:pt x="1" y="1708"/>
                  </a:lnTo>
                  <a:cubicBezTo>
                    <a:pt x="205" y="1926"/>
                    <a:pt x="490" y="2046"/>
                    <a:pt x="782" y="2046"/>
                  </a:cubicBezTo>
                  <a:cubicBezTo>
                    <a:pt x="953" y="2046"/>
                    <a:pt x="1127" y="2005"/>
                    <a:pt x="1289" y="1917"/>
                  </a:cubicBezTo>
                  <a:cubicBezTo>
                    <a:pt x="1807" y="1636"/>
                    <a:pt x="1999" y="988"/>
                    <a:pt x="1718" y="471"/>
                  </a:cubicBezTo>
                  <a:cubicBezTo>
                    <a:pt x="1599" y="253"/>
                    <a:pt x="1416" y="92"/>
                    <a:pt x="120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44"/>
            <p:cNvSpPr/>
            <p:nvPr/>
          </p:nvSpPr>
          <p:spPr>
            <a:xfrm>
              <a:off x="6118575" y="4210275"/>
              <a:ext cx="69025" cy="60425"/>
            </a:xfrm>
            <a:custGeom>
              <a:avLst/>
              <a:gdLst/>
              <a:ahLst/>
              <a:cxnLst/>
              <a:rect l="l" t="t" r="r" b="b"/>
              <a:pathLst>
                <a:path w="2761" h="2417" extrusionOk="0">
                  <a:moveTo>
                    <a:pt x="1380" y="1"/>
                  </a:moveTo>
                  <a:cubicBezTo>
                    <a:pt x="1185" y="1"/>
                    <a:pt x="988" y="48"/>
                    <a:pt x="804" y="148"/>
                  </a:cubicBezTo>
                  <a:cubicBezTo>
                    <a:pt x="219" y="465"/>
                    <a:pt x="0" y="1198"/>
                    <a:pt x="319" y="1785"/>
                  </a:cubicBezTo>
                  <a:cubicBezTo>
                    <a:pt x="538" y="2187"/>
                    <a:pt x="954" y="2416"/>
                    <a:pt x="1382" y="2416"/>
                  </a:cubicBezTo>
                  <a:cubicBezTo>
                    <a:pt x="1576" y="2416"/>
                    <a:pt x="1774" y="2369"/>
                    <a:pt x="1956" y="2270"/>
                  </a:cubicBezTo>
                  <a:cubicBezTo>
                    <a:pt x="2542" y="1952"/>
                    <a:pt x="2760" y="1218"/>
                    <a:pt x="2441" y="633"/>
                  </a:cubicBezTo>
                  <a:cubicBezTo>
                    <a:pt x="2223" y="230"/>
                    <a:pt x="1808" y="1"/>
                    <a:pt x="13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44"/>
            <p:cNvSpPr/>
            <p:nvPr/>
          </p:nvSpPr>
          <p:spPr>
            <a:xfrm>
              <a:off x="6122575" y="4213850"/>
              <a:ext cx="60975" cy="53350"/>
            </a:xfrm>
            <a:custGeom>
              <a:avLst/>
              <a:gdLst/>
              <a:ahLst/>
              <a:cxnLst/>
              <a:rect l="l" t="t" r="r" b="b"/>
              <a:pathLst>
                <a:path w="2439" h="2134" extrusionOk="0">
                  <a:moveTo>
                    <a:pt x="1219" y="1"/>
                  </a:moveTo>
                  <a:cubicBezTo>
                    <a:pt x="1046" y="1"/>
                    <a:pt x="872" y="42"/>
                    <a:pt x="710" y="130"/>
                  </a:cubicBezTo>
                  <a:cubicBezTo>
                    <a:pt x="193" y="410"/>
                    <a:pt x="0" y="1058"/>
                    <a:pt x="282" y="1575"/>
                  </a:cubicBezTo>
                  <a:cubicBezTo>
                    <a:pt x="326" y="1657"/>
                    <a:pt x="378" y="1731"/>
                    <a:pt x="439" y="1795"/>
                  </a:cubicBezTo>
                  <a:cubicBezTo>
                    <a:pt x="643" y="2013"/>
                    <a:pt x="929" y="2133"/>
                    <a:pt x="1221" y="2133"/>
                  </a:cubicBezTo>
                  <a:cubicBezTo>
                    <a:pt x="1393" y="2133"/>
                    <a:pt x="1567" y="2092"/>
                    <a:pt x="1728" y="2004"/>
                  </a:cubicBezTo>
                  <a:cubicBezTo>
                    <a:pt x="2245" y="1723"/>
                    <a:pt x="2438" y="1075"/>
                    <a:pt x="2156" y="558"/>
                  </a:cubicBezTo>
                  <a:cubicBezTo>
                    <a:pt x="2038" y="338"/>
                    <a:pt x="1855" y="178"/>
                    <a:pt x="1639" y="87"/>
                  </a:cubicBezTo>
                  <a:lnTo>
                    <a:pt x="1638" y="85"/>
                  </a:lnTo>
                  <a:cubicBezTo>
                    <a:pt x="1506" y="30"/>
                    <a:pt x="1364" y="1"/>
                    <a:pt x="12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4"/>
            <p:cNvSpPr/>
            <p:nvPr/>
          </p:nvSpPr>
          <p:spPr>
            <a:xfrm>
              <a:off x="6129200" y="4224000"/>
              <a:ext cx="14550" cy="23500"/>
            </a:xfrm>
            <a:custGeom>
              <a:avLst/>
              <a:gdLst/>
              <a:ahLst/>
              <a:cxnLst/>
              <a:rect l="l" t="t" r="r" b="b"/>
              <a:pathLst>
                <a:path w="582" h="940" extrusionOk="0">
                  <a:moveTo>
                    <a:pt x="370" y="0"/>
                  </a:moveTo>
                  <a:cubicBezTo>
                    <a:pt x="249" y="0"/>
                    <a:pt x="113" y="177"/>
                    <a:pt x="58" y="416"/>
                  </a:cubicBezTo>
                  <a:cubicBezTo>
                    <a:pt x="1" y="674"/>
                    <a:pt x="55" y="906"/>
                    <a:pt x="184" y="936"/>
                  </a:cubicBezTo>
                  <a:cubicBezTo>
                    <a:pt x="193" y="938"/>
                    <a:pt x="203" y="939"/>
                    <a:pt x="212" y="939"/>
                  </a:cubicBezTo>
                  <a:cubicBezTo>
                    <a:pt x="334" y="939"/>
                    <a:pt x="469" y="762"/>
                    <a:pt x="524" y="523"/>
                  </a:cubicBezTo>
                  <a:cubicBezTo>
                    <a:pt x="582" y="265"/>
                    <a:pt x="527" y="33"/>
                    <a:pt x="398" y="3"/>
                  </a:cubicBezTo>
                  <a:cubicBezTo>
                    <a:pt x="389" y="1"/>
                    <a:pt x="380"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44"/>
            <p:cNvSpPr/>
            <p:nvPr/>
          </p:nvSpPr>
          <p:spPr>
            <a:xfrm>
              <a:off x="6133550" y="4216025"/>
              <a:ext cx="50000" cy="51175"/>
            </a:xfrm>
            <a:custGeom>
              <a:avLst/>
              <a:gdLst/>
              <a:ahLst/>
              <a:cxnLst/>
              <a:rect l="l" t="t" r="r" b="b"/>
              <a:pathLst>
                <a:path w="2000" h="2047" extrusionOk="0">
                  <a:moveTo>
                    <a:pt x="1199" y="0"/>
                  </a:moveTo>
                  <a:lnTo>
                    <a:pt x="1199" y="0"/>
                  </a:lnTo>
                  <a:cubicBezTo>
                    <a:pt x="1338" y="94"/>
                    <a:pt x="1449" y="230"/>
                    <a:pt x="1512" y="387"/>
                  </a:cubicBezTo>
                  <a:cubicBezTo>
                    <a:pt x="1623" y="671"/>
                    <a:pt x="1578" y="1003"/>
                    <a:pt x="1415" y="1261"/>
                  </a:cubicBezTo>
                  <a:cubicBezTo>
                    <a:pt x="1252" y="1519"/>
                    <a:pt x="980" y="1700"/>
                    <a:pt x="686" y="1778"/>
                  </a:cubicBezTo>
                  <a:cubicBezTo>
                    <a:pt x="593" y="1804"/>
                    <a:pt x="497" y="1820"/>
                    <a:pt x="400" y="1820"/>
                  </a:cubicBezTo>
                  <a:cubicBezTo>
                    <a:pt x="350" y="1820"/>
                    <a:pt x="300" y="1816"/>
                    <a:pt x="251" y="1806"/>
                  </a:cubicBezTo>
                  <a:cubicBezTo>
                    <a:pt x="163" y="1789"/>
                    <a:pt x="76" y="1757"/>
                    <a:pt x="0" y="1708"/>
                  </a:cubicBezTo>
                  <a:lnTo>
                    <a:pt x="0" y="1708"/>
                  </a:lnTo>
                  <a:cubicBezTo>
                    <a:pt x="204" y="1926"/>
                    <a:pt x="490" y="2046"/>
                    <a:pt x="782" y="2046"/>
                  </a:cubicBezTo>
                  <a:cubicBezTo>
                    <a:pt x="954" y="2046"/>
                    <a:pt x="1128" y="2005"/>
                    <a:pt x="1289" y="1917"/>
                  </a:cubicBezTo>
                  <a:cubicBezTo>
                    <a:pt x="1806" y="1636"/>
                    <a:pt x="1999" y="988"/>
                    <a:pt x="1717" y="471"/>
                  </a:cubicBezTo>
                  <a:cubicBezTo>
                    <a:pt x="1599" y="251"/>
                    <a:pt x="1416" y="91"/>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4"/>
            <p:cNvSpPr/>
            <p:nvPr/>
          </p:nvSpPr>
          <p:spPr>
            <a:xfrm>
              <a:off x="6167150" y="4299750"/>
              <a:ext cx="69025" cy="60400"/>
            </a:xfrm>
            <a:custGeom>
              <a:avLst/>
              <a:gdLst/>
              <a:ahLst/>
              <a:cxnLst/>
              <a:rect l="l" t="t" r="r" b="b"/>
              <a:pathLst>
                <a:path w="2761" h="2416" extrusionOk="0">
                  <a:moveTo>
                    <a:pt x="1379" y="0"/>
                  </a:moveTo>
                  <a:cubicBezTo>
                    <a:pt x="1184" y="0"/>
                    <a:pt x="987" y="47"/>
                    <a:pt x="805" y="147"/>
                  </a:cubicBezTo>
                  <a:cubicBezTo>
                    <a:pt x="218" y="465"/>
                    <a:pt x="1" y="1198"/>
                    <a:pt x="320" y="1783"/>
                  </a:cubicBezTo>
                  <a:cubicBezTo>
                    <a:pt x="537" y="2187"/>
                    <a:pt x="952" y="2415"/>
                    <a:pt x="1381" y="2415"/>
                  </a:cubicBezTo>
                  <a:cubicBezTo>
                    <a:pt x="1576" y="2415"/>
                    <a:pt x="1773" y="2368"/>
                    <a:pt x="1956" y="2268"/>
                  </a:cubicBezTo>
                  <a:cubicBezTo>
                    <a:pt x="2542" y="1952"/>
                    <a:pt x="2760" y="1218"/>
                    <a:pt x="2441" y="632"/>
                  </a:cubicBezTo>
                  <a:cubicBezTo>
                    <a:pt x="2222" y="229"/>
                    <a:pt x="1807" y="0"/>
                    <a:pt x="1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4"/>
            <p:cNvSpPr/>
            <p:nvPr/>
          </p:nvSpPr>
          <p:spPr>
            <a:xfrm>
              <a:off x="6171150" y="4303300"/>
              <a:ext cx="60950" cy="53350"/>
            </a:xfrm>
            <a:custGeom>
              <a:avLst/>
              <a:gdLst/>
              <a:ahLst/>
              <a:cxnLst/>
              <a:rect l="l" t="t" r="r" b="b"/>
              <a:pathLst>
                <a:path w="2438" h="2134" extrusionOk="0">
                  <a:moveTo>
                    <a:pt x="1217" y="1"/>
                  </a:moveTo>
                  <a:cubicBezTo>
                    <a:pt x="1045" y="1"/>
                    <a:pt x="871" y="42"/>
                    <a:pt x="710" y="130"/>
                  </a:cubicBezTo>
                  <a:cubicBezTo>
                    <a:pt x="193" y="411"/>
                    <a:pt x="1" y="1058"/>
                    <a:pt x="281" y="1576"/>
                  </a:cubicBezTo>
                  <a:cubicBezTo>
                    <a:pt x="326" y="1657"/>
                    <a:pt x="378" y="1732"/>
                    <a:pt x="439" y="1795"/>
                  </a:cubicBezTo>
                  <a:cubicBezTo>
                    <a:pt x="644" y="2013"/>
                    <a:pt x="929" y="2134"/>
                    <a:pt x="1222" y="2134"/>
                  </a:cubicBezTo>
                  <a:cubicBezTo>
                    <a:pt x="1393" y="2134"/>
                    <a:pt x="1567" y="2092"/>
                    <a:pt x="1728" y="2005"/>
                  </a:cubicBezTo>
                  <a:cubicBezTo>
                    <a:pt x="2245" y="1723"/>
                    <a:pt x="2437" y="1076"/>
                    <a:pt x="2157" y="558"/>
                  </a:cubicBezTo>
                  <a:cubicBezTo>
                    <a:pt x="2038" y="339"/>
                    <a:pt x="1854"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4"/>
            <p:cNvSpPr/>
            <p:nvPr/>
          </p:nvSpPr>
          <p:spPr>
            <a:xfrm>
              <a:off x="6177750" y="4313475"/>
              <a:ext cx="14600" cy="23475"/>
            </a:xfrm>
            <a:custGeom>
              <a:avLst/>
              <a:gdLst/>
              <a:ahLst/>
              <a:cxnLst/>
              <a:rect l="l" t="t" r="r" b="b"/>
              <a:pathLst>
                <a:path w="584" h="939" extrusionOk="0">
                  <a:moveTo>
                    <a:pt x="371" y="0"/>
                  </a:moveTo>
                  <a:cubicBezTo>
                    <a:pt x="249" y="0"/>
                    <a:pt x="114" y="177"/>
                    <a:pt x="59" y="416"/>
                  </a:cubicBezTo>
                  <a:cubicBezTo>
                    <a:pt x="1" y="674"/>
                    <a:pt x="57" y="906"/>
                    <a:pt x="186" y="935"/>
                  </a:cubicBezTo>
                  <a:cubicBezTo>
                    <a:pt x="195" y="937"/>
                    <a:pt x="204" y="938"/>
                    <a:pt x="213" y="938"/>
                  </a:cubicBezTo>
                  <a:cubicBezTo>
                    <a:pt x="335" y="938"/>
                    <a:pt x="470" y="761"/>
                    <a:pt x="525" y="522"/>
                  </a:cubicBezTo>
                  <a:cubicBezTo>
                    <a:pt x="584" y="264"/>
                    <a:pt x="527" y="32"/>
                    <a:pt x="398" y="3"/>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4"/>
            <p:cNvSpPr/>
            <p:nvPr/>
          </p:nvSpPr>
          <p:spPr>
            <a:xfrm>
              <a:off x="6182125" y="4305475"/>
              <a:ext cx="49975" cy="51175"/>
            </a:xfrm>
            <a:custGeom>
              <a:avLst/>
              <a:gdLst/>
              <a:ahLst/>
              <a:cxnLst/>
              <a:rect l="l" t="t" r="r" b="b"/>
              <a:pathLst>
                <a:path w="1999" h="2047" extrusionOk="0">
                  <a:moveTo>
                    <a:pt x="1198" y="0"/>
                  </a:moveTo>
                  <a:cubicBezTo>
                    <a:pt x="1338" y="94"/>
                    <a:pt x="1449" y="231"/>
                    <a:pt x="1512" y="387"/>
                  </a:cubicBezTo>
                  <a:cubicBezTo>
                    <a:pt x="1623" y="671"/>
                    <a:pt x="1578" y="1004"/>
                    <a:pt x="1415" y="1262"/>
                  </a:cubicBezTo>
                  <a:cubicBezTo>
                    <a:pt x="1251" y="1520"/>
                    <a:pt x="981" y="1701"/>
                    <a:pt x="687" y="1779"/>
                  </a:cubicBezTo>
                  <a:cubicBezTo>
                    <a:pt x="593" y="1804"/>
                    <a:pt x="496" y="1820"/>
                    <a:pt x="400" y="1820"/>
                  </a:cubicBezTo>
                  <a:cubicBezTo>
                    <a:pt x="350" y="1820"/>
                    <a:pt x="299" y="1816"/>
                    <a:pt x="250" y="1806"/>
                  </a:cubicBezTo>
                  <a:cubicBezTo>
                    <a:pt x="162" y="1790"/>
                    <a:pt x="77" y="1758"/>
                    <a:pt x="0" y="1708"/>
                  </a:cubicBezTo>
                  <a:lnTo>
                    <a:pt x="0" y="1708"/>
                  </a:lnTo>
                  <a:cubicBezTo>
                    <a:pt x="205" y="1926"/>
                    <a:pt x="490" y="2047"/>
                    <a:pt x="783" y="2047"/>
                  </a:cubicBezTo>
                  <a:cubicBezTo>
                    <a:pt x="954" y="2047"/>
                    <a:pt x="1128" y="2005"/>
                    <a:pt x="1289" y="1918"/>
                  </a:cubicBezTo>
                  <a:cubicBezTo>
                    <a:pt x="1806" y="1636"/>
                    <a:pt x="1998" y="989"/>
                    <a:pt x="1718" y="471"/>
                  </a:cubicBezTo>
                  <a:cubicBezTo>
                    <a:pt x="1599" y="252"/>
                    <a:pt x="1415" y="92"/>
                    <a:pt x="1198"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29C90980-DF5C-42E8-9341-20E7DFA99F01}"/>
              </a:ext>
            </a:extLst>
          </p:cNvPr>
          <p:cNvPicPr>
            <a:picLocks noChangeAspect="1"/>
          </p:cNvPicPr>
          <p:nvPr/>
        </p:nvPicPr>
        <p:blipFill>
          <a:blip r:embed="rId6"/>
          <a:stretch>
            <a:fillRect/>
          </a:stretch>
        </p:blipFill>
        <p:spPr>
          <a:xfrm>
            <a:off x="118295" y="2469387"/>
            <a:ext cx="3131374" cy="1317952"/>
          </a:xfrm>
          <a:prstGeom prst="rect">
            <a:avLst/>
          </a:prstGeom>
        </p:spPr>
      </p:pic>
    </p:spTree>
    <p:extLst>
      <p:ext uri="{BB962C8B-B14F-4D97-AF65-F5344CB8AC3E}">
        <p14:creationId xmlns:p14="http://schemas.microsoft.com/office/powerpoint/2010/main" val="3458111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45"/>
          <p:cNvSpPr txBox="1">
            <a:spLocks noGrp="1"/>
          </p:cNvSpPr>
          <p:nvPr>
            <p:ph type="title"/>
          </p:nvPr>
        </p:nvSpPr>
        <p:spPr>
          <a:xfrm>
            <a:off x="1951450" y="1304432"/>
            <a:ext cx="4552677" cy="30596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13</a:t>
            </a:r>
            <a:br>
              <a:rPr lang="en" dirty="0"/>
            </a:br>
            <a:r>
              <a:rPr lang="en-US" sz="4000" dirty="0"/>
              <a:t>File Upload</a:t>
            </a:r>
            <a:endParaRPr dirty="0"/>
          </a:p>
        </p:txBody>
      </p:sp>
      <p:grpSp>
        <p:nvGrpSpPr>
          <p:cNvPr id="2358" name="Google Shape;2358;p45"/>
          <p:cNvGrpSpPr/>
          <p:nvPr/>
        </p:nvGrpSpPr>
        <p:grpSpPr>
          <a:xfrm rot="-1028461">
            <a:off x="114411" y="116724"/>
            <a:ext cx="1910995" cy="1064378"/>
            <a:chOff x="4148050" y="2119775"/>
            <a:chExt cx="633825" cy="353025"/>
          </a:xfrm>
        </p:grpSpPr>
        <p:sp>
          <p:nvSpPr>
            <p:cNvPr id="2359" name="Google Shape;2359;p45"/>
            <p:cNvSpPr/>
            <p:nvPr/>
          </p:nvSpPr>
          <p:spPr>
            <a:xfrm>
              <a:off x="4148050" y="2119775"/>
              <a:ext cx="633825" cy="353025"/>
            </a:xfrm>
            <a:custGeom>
              <a:avLst/>
              <a:gdLst/>
              <a:ahLst/>
              <a:cxnLst/>
              <a:rect l="l" t="t" r="r" b="b"/>
              <a:pathLst>
                <a:path w="25353" h="14121" extrusionOk="0">
                  <a:moveTo>
                    <a:pt x="1016" y="1"/>
                  </a:moveTo>
                  <a:cubicBezTo>
                    <a:pt x="470" y="1"/>
                    <a:pt x="27" y="443"/>
                    <a:pt x="26" y="991"/>
                  </a:cubicBezTo>
                  <a:lnTo>
                    <a:pt x="2" y="13081"/>
                  </a:lnTo>
                  <a:cubicBezTo>
                    <a:pt x="1" y="13628"/>
                    <a:pt x="446" y="14074"/>
                    <a:pt x="993" y="14075"/>
                  </a:cubicBezTo>
                  <a:lnTo>
                    <a:pt x="24334" y="14120"/>
                  </a:lnTo>
                  <a:cubicBezTo>
                    <a:pt x="24335" y="14120"/>
                    <a:pt x="24335" y="14120"/>
                    <a:pt x="24336" y="14120"/>
                  </a:cubicBezTo>
                  <a:cubicBezTo>
                    <a:pt x="24882" y="14120"/>
                    <a:pt x="25327" y="13676"/>
                    <a:pt x="25328" y="13130"/>
                  </a:cubicBezTo>
                  <a:lnTo>
                    <a:pt x="25352" y="1040"/>
                  </a:lnTo>
                  <a:cubicBezTo>
                    <a:pt x="25353" y="491"/>
                    <a:pt x="24908" y="47"/>
                    <a:pt x="24361" y="45"/>
                  </a:cubicBezTo>
                  <a:lnTo>
                    <a:pt x="1019" y="1"/>
                  </a:lnTo>
                  <a:cubicBezTo>
                    <a:pt x="1018" y="1"/>
                    <a:pt x="1017"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5"/>
            <p:cNvSpPr/>
            <p:nvPr/>
          </p:nvSpPr>
          <p:spPr>
            <a:xfrm>
              <a:off x="4148325" y="2231275"/>
              <a:ext cx="633075" cy="241500"/>
            </a:xfrm>
            <a:custGeom>
              <a:avLst/>
              <a:gdLst/>
              <a:ahLst/>
              <a:cxnLst/>
              <a:rect l="l" t="t" r="r" b="b"/>
              <a:pathLst>
                <a:path w="25323" h="9660" extrusionOk="0">
                  <a:moveTo>
                    <a:pt x="7" y="1"/>
                  </a:moveTo>
                  <a:lnTo>
                    <a:pt x="0" y="3629"/>
                  </a:lnTo>
                  <a:lnTo>
                    <a:pt x="24305" y="9659"/>
                  </a:lnTo>
                  <a:lnTo>
                    <a:pt x="24323" y="9659"/>
                  </a:lnTo>
                  <a:cubicBezTo>
                    <a:pt x="24324" y="9659"/>
                    <a:pt x="24324" y="9659"/>
                    <a:pt x="24325" y="9659"/>
                  </a:cubicBezTo>
                  <a:cubicBezTo>
                    <a:pt x="24871" y="9659"/>
                    <a:pt x="25316" y="9215"/>
                    <a:pt x="25317" y="8669"/>
                  </a:cubicBezTo>
                  <a:lnTo>
                    <a:pt x="25322" y="6282"/>
                  </a:lnTo>
                  <a:lnTo>
                    <a:pt x="7" y="1"/>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5"/>
            <p:cNvSpPr/>
            <p:nvPr/>
          </p:nvSpPr>
          <p:spPr>
            <a:xfrm>
              <a:off x="4148575" y="2149325"/>
              <a:ext cx="633000" cy="202375"/>
            </a:xfrm>
            <a:custGeom>
              <a:avLst/>
              <a:gdLst/>
              <a:ahLst/>
              <a:cxnLst/>
              <a:rect l="l" t="t" r="r" b="b"/>
              <a:pathLst>
                <a:path w="25320" h="8095" extrusionOk="0">
                  <a:moveTo>
                    <a:pt x="2" y="0"/>
                  </a:moveTo>
                  <a:lnTo>
                    <a:pt x="0" y="1812"/>
                  </a:lnTo>
                  <a:lnTo>
                    <a:pt x="25315" y="8094"/>
                  </a:lnTo>
                  <a:lnTo>
                    <a:pt x="25319" y="6281"/>
                  </a:lnTo>
                  <a:lnTo>
                    <a:pt x="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5"/>
            <p:cNvSpPr/>
            <p:nvPr/>
          </p:nvSpPr>
          <p:spPr>
            <a:xfrm>
              <a:off x="4194225" y="2323625"/>
              <a:ext cx="47650" cy="100950"/>
            </a:xfrm>
            <a:custGeom>
              <a:avLst/>
              <a:gdLst/>
              <a:ahLst/>
              <a:cxnLst/>
              <a:rect l="l" t="t" r="r" b="b"/>
              <a:pathLst>
                <a:path w="1906" h="4038" extrusionOk="0">
                  <a:moveTo>
                    <a:pt x="957" y="0"/>
                  </a:moveTo>
                  <a:cubicBezTo>
                    <a:pt x="433" y="0"/>
                    <a:pt x="6" y="457"/>
                    <a:pt x="5" y="1021"/>
                  </a:cubicBezTo>
                  <a:lnTo>
                    <a:pt x="1" y="3015"/>
                  </a:lnTo>
                  <a:cubicBezTo>
                    <a:pt x="0" y="3284"/>
                    <a:pt x="98" y="3541"/>
                    <a:pt x="277" y="3737"/>
                  </a:cubicBezTo>
                  <a:cubicBezTo>
                    <a:pt x="454" y="3928"/>
                    <a:pt x="698" y="4038"/>
                    <a:pt x="947" y="4038"/>
                  </a:cubicBezTo>
                  <a:cubicBezTo>
                    <a:pt x="1472" y="4038"/>
                    <a:pt x="1899" y="3581"/>
                    <a:pt x="1900" y="3018"/>
                  </a:cubicBezTo>
                  <a:lnTo>
                    <a:pt x="1905" y="1023"/>
                  </a:lnTo>
                  <a:cubicBezTo>
                    <a:pt x="1905" y="754"/>
                    <a:pt x="1807" y="497"/>
                    <a:pt x="1627" y="301"/>
                  </a:cubicBezTo>
                  <a:cubicBezTo>
                    <a:pt x="1448"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5"/>
            <p:cNvSpPr/>
            <p:nvPr/>
          </p:nvSpPr>
          <p:spPr>
            <a:xfrm>
              <a:off x="4197575" y="2326975"/>
              <a:ext cx="40950" cy="94225"/>
            </a:xfrm>
            <a:custGeom>
              <a:avLst/>
              <a:gdLst/>
              <a:ahLst/>
              <a:cxnLst/>
              <a:rect l="l" t="t" r="r" b="b"/>
              <a:pathLst>
                <a:path w="1638" h="3769" extrusionOk="0">
                  <a:moveTo>
                    <a:pt x="818" y="1"/>
                  </a:moveTo>
                  <a:cubicBezTo>
                    <a:pt x="576" y="1"/>
                    <a:pt x="358" y="109"/>
                    <a:pt x="208" y="279"/>
                  </a:cubicBezTo>
                  <a:cubicBezTo>
                    <a:pt x="81" y="423"/>
                    <a:pt x="3" y="609"/>
                    <a:pt x="3" y="816"/>
                  </a:cubicBezTo>
                  <a:lnTo>
                    <a:pt x="0" y="2951"/>
                  </a:lnTo>
                  <a:cubicBezTo>
                    <a:pt x="0" y="3176"/>
                    <a:pt x="91" y="3379"/>
                    <a:pt x="239" y="3529"/>
                  </a:cubicBezTo>
                  <a:cubicBezTo>
                    <a:pt x="385" y="3676"/>
                    <a:pt x="592" y="3768"/>
                    <a:pt x="816" y="3768"/>
                  </a:cubicBezTo>
                  <a:cubicBezTo>
                    <a:pt x="818" y="3768"/>
                    <a:pt x="819" y="3768"/>
                    <a:pt x="820" y="3768"/>
                  </a:cubicBezTo>
                  <a:cubicBezTo>
                    <a:pt x="1068" y="3768"/>
                    <a:pt x="1292" y="3657"/>
                    <a:pt x="1442" y="3479"/>
                  </a:cubicBezTo>
                  <a:cubicBezTo>
                    <a:pt x="1560" y="3338"/>
                    <a:pt x="1634" y="3155"/>
                    <a:pt x="1634" y="2953"/>
                  </a:cubicBezTo>
                  <a:lnTo>
                    <a:pt x="1638" y="818"/>
                  </a:lnTo>
                  <a:cubicBezTo>
                    <a:pt x="1638" y="593"/>
                    <a:pt x="1546" y="390"/>
                    <a:pt x="1400" y="240"/>
                  </a:cubicBezTo>
                  <a:cubicBezTo>
                    <a:pt x="1252" y="93"/>
                    <a:pt x="1048" y="1"/>
                    <a:pt x="822" y="1"/>
                  </a:cubicBezTo>
                  <a:cubicBezTo>
                    <a:pt x="820" y="1"/>
                    <a:pt x="819" y="1"/>
                    <a:pt x="8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5"/>
            <p:cNvSpPr/>
            <p:nvPr/>
          </p:nvSpPr>
          <p:spPr>
            <a:xfrm>
              <a:off x="4197600" y="2326975"/>
              <a:ext cx="40925" cy="47125"/>
            </a:xfrm>
            <a:custGeom>
              <a:avLst/>
              <a:gdLst/>
              <a:ahLst/>
              <a:cxnLst/>
              <a:rect l="l" t="t" r="r" b="b"/>
              <a:pathLst>
                <a:path w="1637" h="1885" extrusionOk="0">
                  <a:moveTo>
                    <a:pt x="819" y="1"/>
                  </a:moveTo>
                  <a:cubicBezTo>
                    <a:pt x="370" y="1"/>
                    <a:pt x="2" y="364"/>
                    <a:pt x="2" y="816"/>
                  </a:cubicBezTo>
                  <a:lnTo>
                    <a:pt x="0" y="1883"/>
                  </a:lnTo>
                  <a:lnTo>
                    <a:pt x="1634" y="1885"/>
                  </a:lnTo>
                  <a:lnTo>
                    <a:pt x="1637" y="818"/>
                  </a:lnTo>
                  <a:cubicBezTo>
                    <a:pt x="1637" y="593"/>
                    <a:pt x="1545" y="390"/>
                    <a:pt x="1399" y="240"/>
                  </a:cubicBezTo>
                  <a:cubicBezTo>
                    <a:pt x="1251" y="93"/>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5"/>
            <p:cNvSpPr/>
            <p:nvPr/>
          </p:nvSpPr>
          <p:spPr>
            <a:xfrm>
              <a:off x="4199675" y="2392350"/>
              <a:ext cx="14700" cy="22250"/>
            </a:xfrm>
            <a:custGeom>
              <a:avLst/>
              <a:gdLst/>
              <a:ahLst/>
              <a:cxnLst/>
              <a:rect l="l" t="t" r="r" b="b"/>
              <a:pathLst>
                <a:path w="588" h="890" extrusionOk="0">
                  <a:moveTo>
                    <a:pt x="199" y="1"/>
                  </a:moveTo>
                  <a:cubicBezTo>
                    <a:pt x="188" y="1"/>
                    <a:pt x="176" y="3"/>
                    <a:pt x="165" y="6"/>
                  </a:cubicBezTo>
                  <a:cubicBezTo>
                    <a:pt x="42" y="42"/>
                    <a:pt x="1" y="269"/>
                    <a:pt x="72" y="511"/>
                  </a:cubicBezTo>
                  <a:cubicBezTo>
                    <a:pt x="138" y="732"/>
                    <a:pt x="273" y="890"/>
                    <a:pt x="389" y="890"/>
                  </a:cubicBezTo>
                  <a:cubicBezTo>
                    <a:pt x="401" y="890"/>
                    <a:pt x="413" y="888"/>
                    <a:pt x="424" y="885"/>
                  </a:cubicBezTo>
                  <a:cubicBezTo>
                    <a:pt x="547" y="849"/>
                    <a:pt x="588" y="622"/>
                    <a:pt x="517" y="379"/>
                  </a:cubicBezTo>
                  <a:cubicBezTo>
                    <a:pt x="451" y="159"/>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5"/>
            <p:cNvSpPr/>
            <p:nvPr/>
          </p:nvSpPr>
          <p:spPr>
            <a:xfrm>
              <a:off x="4202700" y="2326975"/>
              <a:ext cx="35825" cy="87000"/>
            </a:xfrm>
            <a:custGeom>
              <a:avLst/>
              <a:gdLst/>
              <a:ahLst/>
              <a:cxnLst/>
              <a:rect l="l" t="t" r="r" b="b"/>
              <a:pathLst>
                <a:path w="1433" h="3480" extrusionOk="0">
                  <a:moveTo>
                    <a:pt x="613" y="1"/>
                  </a:moveTo>
                  <a:cubicBezTo>
                    <a:pt x="371" y="1"/>
                    <a:pt x="153" y="109"/>
                    <a:pt x="1" y="279"/>
                  </a:cubicBezTo>
                  <a:cubicBezTo>
                    <a:pt x="115" y="197"/>
                    <a:pt x="245" y="141"/>
                    <a:pt x="382" y="121"/>
                  </a:cubicBezTo>
                  <a:cubicBezTo>
                    <a:pt x="414" y="117"/>
                    <a:pt x="447" y="115"/>
                    <a:pt x="479" y="115"/>
                  </a:cubicBezTo>
                  <a:cubicBezTo>
                    <a:pt x="734" y="115"/>
                    <a:pt x="990" y="242"/>
                    <a:pt x="1126" y="459"/>
                  </a:cubicBezTo>
                  <a:cubicBezTo>
                    <a:pt x="1252" y="658"/>
                    <a:pt x="1271" y="908"/>
                    <a:pt x="1283" y="1145"/>
                  </a:cubicBezTo>
                  <a:cubicBezTo>
                    <a:pt x="1329" y="1922"/>
                    <a:pt x="1363" y="2711"/>
                    <a:pt x="1237" y="3479"/>
                  </a:cubicBezTo>
                  <a:cubicBezTo>
                    <a:pt x="1355" y="3338"/>
                    <a:pt x="1429" y="3155"/>
                    <a:pt x="1429" y="2953"/>
                  </a:cubicBezTo>
                  <a:lnTo>
                    <a:pt x="1433" y="818"/>
                  </a:lnTo>
                  <a:cubicBezTo>
                    <a:pt x="1433" y="593"/>
                    <a:pt x="1341" y="390"/>
                    <a:pt x="1195" y="240"/>
                  </a:cubicBezTo>
                  <a:cubicBezTo>
                    <a:pt x="1047" y="93"/>
                    <a:pt x="843" y="1"/>
                    <a:pt x="617"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5"/>
            <p:cNvSpPr/>
            <p:nvPr/>
          </p:nvSpPr>
          <p:spPr>
            <a:xfrm>
              <a:off x="4292925" y="2323800"/>
              <a:ext cx="47650" cy="100975"/>
            </a:xfrm>
            <a:custGeom>
              <a:avLst/>
              <a:gdLst/>
              <a:ahLst/>
              <a:cxnLst/>
              <a:rect l="l" t="t" r="r" b="b"/>
              <a:pathLst>
                <a:path w="1906" h="4039" extrusionOk="0">
                  <a:moveTo>
                    <a:pt x="957" y="1"/>
                  </a:moveTo>
                  <a:cubicBezTo>
                    <a:pt x="434" y="1"/>
                    <a:pt x="7" y="458"/>
                    <a:pt x="6" y="1021"/>
                  </a:cubicBezTo>
                  <a:lnTo>
                    <a:pt x="1" y="3016"/>
                  </a:lnTo>
                  <a:cubicBezTo>
                    <a:pt x="0" y="3285"/>
                    <a:pt x="98" y="3542"/>
                    <a:pt x="278" y="3739"/>
                  </a:cubicBezTo>
                  <a:cubicBezTo>
                    <a:pt x="455" y="3929"/>
                    <a:pt x="698" y="4039"/>
                    <a:pt x="949" y="4039"/>
                  </a:cubicBezTo>
                  <a:cubicBezTo>
                    <a:pt x="1472" y="4039"/>
                    <a:pt x="1899" y="3582"/>
                    <a:pt x="1900" y="3018"/>
                  </a:cubicBezTo>
                  <a:lnTo>
                    <a:pt x="1905" y="1024"/>
                  </a:lnTo>
                  <a:cubicBezTo>
                    <a:pt x="1905" y="754"/>
                    <a:pt x="1807" y="497"/>
                    <a:pt x="1628" y="302"/>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5"/>
            <p:cNvSpPr/>
            <p:nvPr/>
          </p:nvSpPr>
          <p:spPr>
            <a:xfrm>
              <a:off x="4296275" y="2327150"/>
              <a:ext cx="40975" cy="94250"/>
            </a:xfrm>
            <a:custGeom>
              <a:avLst/>
              <a:gdLst/>
              <a:ahLst/>
              <a:cxnLst/>
              <a:rect l="l" t="t" r="r" b="b"/>
              <a:pathLst>
                <a:path w="1639" h="3770" extrusionOk="0">
                  <a:moveTo>
                    <a:pt x="819" y="1"/>
                  </a:moveTo>
                  <a:cubicBezTo>
                    <a:pt x="576" y="1"/>
                    <a:pt x="358" y="109"/>
                    <a:pt x="208" y="279"/>
                  </a:cubicBezTo>
                  <a:cubicBezTo>
                    <a:pt x="82" y="423"/>
                    <a:pt x="5" y="610"/>
                    <a:pt x="5" y="816"/>
                  </a:cubicBezTo>
                  <a:lnTo>
                    <a:pt x="1" y="2951"/>
                  </a:lnTo>
                  <a:cubicBezTo>
                    <a:pt x="1" y="3177"/>
                    <a:pt x="92" y="3380"/>
                    <a:pt x="239" y="3529"/>
                  </a:cubicBezTo>
                  <a:cubicBezTo>
                    <a:pt x="387" y="3677"/>
                    <a:pt x="593" y="3770"/>
                    <a:pt x="817" y="3770"/>
                  </a:cubicBezTo>
                  <a:cubicBezTo>
                    <a:pt x="818" y="3770"/>
                    <a:pt x="819" y="3770"/>
                    <a:pt x="820" y="3770"/>
                  </a:cubicBezTo>
                  <a:cubicBezTo>
                    <a:pt x="1070" y="3770"/>
                    <a:pt x="1292" y="3657"/>
                    <a:pt x="1442" y="3481"/>
                  </a:cubicBezTo>
                  <a:cubicBezTo>
                    <a:pt x="1560" y="3338"/>
                    <a:pt x="1635" y="3157"/>
                    <a:pt x="1635" y="2954"/>
                  </a:cubicBezTo>
                  <a:lnTo>
                    <a:pt x="1638" y="819"/>
                  </a:lnTo>
                  <a:cubicBezTo>
                    <a:pt x="1638" y="593"/>
                    <a:pt x="1547" y="391"/>
                    <a:pt x="1400" y="241"/>
                  </a:cubicBezTo>
                  <a:cubicBezTo>
                    <a:pt x="1253" y="94"/>
                    <a:pt x="1048" y="1"/>
                    <a:pt x="822" y="1"/>
                  </a:cubicBezTo>
                  <a:cubicBezTo>
                    <a:pt x="821" y="1"/>
                    <a:pt x="820" y="1"/>
                    <a:pt x="8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5"/>
            <p:cNvSpPr/>
            <p:nvPr/>
          </p:nvSpPr>
          <p:spPr>
            <a:xfrm>
              <a:off x="4296300" y="2327150"/>
              <a:ext cx="40950" cy="47175"/>
            </a:xfrm>
            <a:custGeom>
              <a:avLst/>
              <a:gdLst/>
              <a:ahLst/>
              <a:cxnLst/>
              <a:rect l="l" t="t" r="r" b="b"/>
              <a:pathLst>
                <a:path w="1638" h="1887" extrusionOk="0">
                  <a:moveTo>
                    <a:pt x="819" y="1"/>
                  </a:moveTo>
                  <a:cubicBezTo>
                    <a:pt x="370" y="1"/>
                    <a:pt x="4" y="366"/>
                    <a:pt x="3" y="816"/>
                  </a:cubicBezTo>
                  <a:lnTo>
                    <a:pt x="1" y="1883"/>
                  </a:lnTo>
                  <a:lnTo>
                    <a:pt x="1635" y="1886"/>
                  </a:lnTo>
                  <a:lnTo>
                    <a:pt x="1637" y="819"/>
                  </a:lnTo>
                  <a:cubicBezTo>
                    <a:pt x="1637" y="593"/>
                    <a:pt x="1546" y="391"/>
                    <a:pt x="1399" y="241"/>
                  </a:cubicBezTo>
                  <a:cubicBezTo>
                    <a:pt x="1252" y="94"/>
                    <a:pt x="1047" y="1"/>
                    <a:pt x="821" y="1"/>
                  </a:cubicBezTo>
                  <a:cubicBezTo>
                    <a:pt x="820" y="1"/>
                    <a:pt x="820"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5"/>
            <p:cNvSpPr/>
            <p:nvPr/>
          </p:nvSpPr>
          <p:spPr>
            <a:xfrm>
              <a:off x="4298400" y="2392550"/>
              <a:ext cx="14700" cy="22275"/>
            </a:xfrm>
            <a:custGeom>
              <a:avLst/>
              <a:gdLst/>
              <a:ahLst/>
              <a:cxnLst/>
              <a:rect l="l" t="t" r="r" b="b"/>
              <a:pathLst>
                <a:path w="588" h="891" extrusionOk="0">
                  <a:moveTo>
                    <a:pt x="199" y="0"/>
                  </a:moveTo>
                  <a:cubicBezTo>
                    <a:pt x="187" y="0"/>
                    <a:pt x="175" y="2"/>
                    <a:pt x="164" y="5"/>
                  </a:cubicBezTo>
                  <a:cubicBezTo>
                    <a:pt x="41" y="41"/>
                    <a:pt x="0" y="267"/>
                    <a:pt x="71" y="511"/>
                  </a:cubicBezTo>
                  <a:cubicBezTo>
                    <a:pt x="137" y="731"/>
                    <a:pt x="273" y="890"/>
                    <a:pt x="389" y="890"/>
                  </a:cubicBezTo>
                  <a:cubicBezTo>
                    <a:pt x="401" y="890"/>
                    <a:pt x="412" y="889"/>
                    <a:pt x="423" y="885"/>
                  </a:cubicBezTo>
                  <a:cubicBezTo>
                    <a:pt x="546" y="849"/>
                    <a:pt x="587"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5"/>
            <p:cNvSpPr/>
            <p:nvPr/>
          </p:nvSpPr>
          <p:spPr>
            <a:xfrm>
              <a:off x="4301425" y="2327150"/>
              <a:ext cx="35825" cy="87025"/>
            </a:xfrm>
            <a:custGeom>
              <a:avLst/>
              <a:gdLst/>
              <a:ahLst/>
              <a:cxnLst/>
              <a:rect l="l" t="t" r="r" b="b"/>
              <a:pathLst>
                <a:path w="1433" h="3481" extrusionOk="0">
                  <a:moveTo>
                    <a:pt x="613" y="1"/>
                  </a:moveTo>
                  <a:cubicBezTo>
                    <a:pt x="370" y="1"/>
                    <a:pt x="152" y="109"/>
                    <a:pt x="1" y="279"/>
                  </a:cubicBezTo>
                  <a:cubicBezTo>
                    <a:pt x="115" y="197"/>
                    <a:pt x="245" y="143"/>
                    <a:pt x="383" y="123"/>
                  </a:cubicBezTo>
                  <a:cubicBezTo>
                    <a:pt x="415" y="118"/>
                    <a:pt x="447" y="116"/>
                    <a:pt x="480" y="116"/>
                  </a:cubicBezTo>
                  <a:cubicBezTo>
                    <a:pt x="734" y="116"/>
                    <a:pt x="989" y="243"/>
                    <a:pt x="1126" y="459"/>
                  </a:cubicBezTo>
                  <a:cubicBezTo>
                    <a:pt x="1252" y="659"/>
                    <a:pt x="1270" y="908"/>
                    <a:pt x="1283" y="1145"/>
                  </a:cubicBezTo>
                  <a:cubicBezTo>
                    <a:pt x="1328" y="1923"/>
                    <a:pt x="1363" y="2712"/>
                    <a:pt x="1236" y="3481"/>
                  </a:cubicBezTo>
                  <a:cubicBezTo>
                    <a:pt x="1354" y="3338"/>
                    <a:pt x="1429" y="3157"/>
                    <a:pt x="1429" y="2954"/>
                  </a:cubicBezTo>
                  <a:lnTo>
                    <a:pt x="1432" y="819"/>
                  </a:lnTo>
                  <a:cubicBezTo>
                    <a:pt x="1432" y="593"/>
                    <a:pt x="1341" y="391"/>
                    <a:pt x="1194" y="241"/>
                  </a:cubicBezTo>
                  <a:cubicBezTo>
                    <a:pt x="1047" y="94"/>
                    <a:pt x="842" y="1"/>
                    <a:pt x="616" y="1"/>
                  </a:cubicBezTo>
                  <a:cubicBezTo>
                    <a:pt x="615" y="1"/>
                    <a:pt x="614" y="1"/>
                    <a:pt x="613"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5"/>
            <p:cNvSpPr/>
            <p:nvPr/>
          </p:nvSpPr>
          <p:spPr>
            <a:xfrm>
              <a:off x="4391625" y="2324000"/>
              <a:ext cx="47650" cy="100975"/>
            </a:xfrm>
            <a:custGeom>
              <a:avLst/>
              <a:gdLst/>
              <a:ahLst/>
              <a:cxnLst/>
              <a:rect l="l" t="t" r="r" b="b"/>
              <a:pathLst>
                <a:path w="1906" h="4039" extrusionOk="0">
                  <a:moveTo>
                    <a:pt x="958" y="1"/>
                  </a:moveTo>
                  <a:cubicBezTo>
                    <a:pt x="434" y="1"/>
                    <a:pt x="7" y="457"/>
                    <a:pt x="6" y="1022"/>
                  </a:cubicBezTo>
                  <a:lnTo>
                    <a:pt x="2" y="3015"/>
                  </a:lnTo>
                  <a:cubicBezTo>
                    <a:pt x="1" y="3285"/>
                    <a:pt x="99" y="3542"/>
                    <a:pt x="278" y="3738"/>
                  </a:cubicBezTo>
                  <a:cubicBezTo>
                    <a:pt x="455" y="3929"/>
                    <a:pt x="698" y="4038"/>
                    <a:pt x="949" y="4038"/>
                  </a:cubicBezTo>
                  <a:cubicBezTo>
                    <a:pt x="1472" y="4038"/>
                    <a:pt x="1900" y="3582"/>
                    <a:pt x="1901" y="3018"/>
                  </a:cubicBezTo>
                  <a:lnTo>
                    <a:pt x="1906" y="1024"/>
                  </a:lnTo>
                  <a:cubicBezTo>
                    <a:pt x="1906" y="754"/>
                    <a:pt x="1808" y="497"/>
                    <a:pt x="1628" y="301"/>
                  </a:cubicBezTo>
                  <a:cubicBezTo>
                    <a:pt x="1450" y="108"/>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5"/>
            <p:cNvSpPr/>
            <p:nvPr/>
          </p:nvSpPr>
          <p:spPr>
            <a:xfrm>
              <a:off x="4395000" y="2327350"/>
              <a:ext cx="40975" cy="94200"/>
            </a:xfrm>
            <a:custGeom>
              <a:avLst/>
              <a:gdLst/>
              <a:ahLst/>
              <a:cxnLst/>
              <a:rect l="l" t="t" r="r" b="b"/>
              <a:pathLst>
                <a:path w="1639" h="3768" extrusionOk="0">
                  <a:moveTo>
                    <a:pt x="821" y="0"/>
                  </a:moveTo>
                  <a:cubicBezTo>
                    <a:pt x="578" y="0"/>
                    <a:pt x="359" y="108"/>
                    <a:pt x="207" y="278"/>
                  </a:cubicBezTo>
                  <a:cubicBezTo>
                    <a:pt x="82" y="421"/>
                    <a:pt x="4" y="609"/>
                    <a:pt x="4" y="815"/>
                  </a:cubicBezTo>
                  <a:lnTo>
                    <a:pt x="0" y="2949"/>
                  </a:lnTo>
                  <a:cubicBezTo>
                    <a:pt x="0" y="3175"/>
                    <a:pt x="92" y="3378"/>
                    <a:pt x="238" y="3527"/>
                  </a:cubicBezTo>
                  <a:cubicBezTo>
                    <a:pt x="386" y="3675"/>
                    <a:pt x="592" y="3768"/>
                    <a:pt x="816" y="3768"/>
                  </a:cubicBezTo>
                  <a:cubicBezTo>
                    <a:pt x="817" y="3768"/>
                    <a:pt x="819" y="3768"/>
                    <a:pt x="820" y="3768"/>
                  </a:cubicBezTo>
                  <a:cubicBezTo>
                    <a:pt x="1069" y="3768"/>
                    <a:pt x="1292" y="3656"/>
                    <a:pt x="1443" y="3479"/>
                  </a:cubicBezTo>
                  <a:cubicBezTo>
                    <a:pt x="1559" y="3336"/>
                    <a:pt x="1635" y="3155"/>
                    <a:pt x="1635" y="2953"/>
                  </a:cubicBezTo>
                  <a:lnTo>
                    <a:pt x="1639" y="817"/>
                  </a:lnTo>
                  <a:cubicBezTo>
                    <a:pt x="1639" y="591"/>
                    <a:pt x="1547" y="389"/>
                    <a:pt x="1399" y="239"/>
                  </a:cubicBezTo>
                  <a:cubicBezTo>
                    <a:pt x="1253" y="93"/>
                    <a:pt x="1047" y="0"/>
                    <a:pt x="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5"/>
            <p:cNvSpPr/>
            <p:nvPr/>
          </p:nvSpPr>
          <p:spPr>
            <a:xfrm>
              <a:off x="4395025" y="2327350"/>
              <a:ext cx="40950" cy="47125"/>
            </a:xfrm>
            <a:custGeom>
              <a:avLst/>
              <a:gdLst/>
              <a:ahLst/>
              <a:cxnLst/>
              <a:rect l="l" t="t" r="r" b="b"/>
              <a:pathLst>
                <a:path w="1638" h="1885" extrusionOk="0">
                  <a:moveTo>
                    <a:pt x="820" y="0"/>
                  </a:moveTo>
                  <a:cubicBezTo>
                    <a:pt x="371" y="0"/>
                    <a:pt x="3" y="364"/>
                    <a:pt x="3" y="815"/>
                  </a:cubicBezTo>
                  <a:lnTo>
                    <a:pt x="0" y="1881"/>
                  </a:lnTo>
                  <a:lnTo>
                    <a:pt x="1635" y="1884"/>
                  </a:lnTo>
                  <a:lnTo>
                    <a:pt x="1638" y="817"/>
                  </a:lnTo>
                  <a:cubicBezTo>
                    <a:pt x="1638" y="591"/>
                    <a:pt x="1546" y="389"/>
                    <a:pt x="1398" y="239"/>
                  </a:cubicBezTo>
                  <a:cubicBezTo>
                    <a:pt x="1252" y="93"/>
                    <a:pt x="1046" y="0"/>
                    <a:pt x="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5"/>
            <p:cNvSpPr/>
            <p:nvPr/>
          </p:nvSpPr>
          <p:spPr>
            <a:xfrm>
              <a:off x="4397125" y="2392750"/>
              <a:ext cx="14675" cy="22250"/>
            </a:xfrm>
            <a:custGeom>
              <a:avLst/>
              <a:gdLst/>
              <a:ahLst/>
              <a:cxnLst/>
              <a:rect l="l" t="t" r="r" b="b"/>
              <a:pathLst>
                <a:path w="587" h="890" extrusionOk="0">
                  <a:moveTo>
                    <a:pt x="198" y="0"/>
                  </a:moveTo>
                  <a:cubicBezTo>
                    <a:pt x="186" y="0"/>
                    <a:pt x="175" y="2"/>
                    <a:pt x="164" y="5"/>
                  </a:cubicBezTo>
                  <a:cubicBezTo>
                    <a:pt x="42" y="41"/>
                    <a:pt x="1" y="266"/>
                    <a:pt x="71" y="511"/>
                  </a:cubicBezTo>
                  <a:cubicBezTo>
                    <a:pt x="136" y="731"/>
                    <a:pt x="273" y="889"/>
                    <a:pt x="389" y="889"/>
                  </a:cubicBezTo>
                  <a:cubicBezTo>
                    <a:pt x="400" y="889"/>
                    <a:pt x="412" y="888"/>
                    <a:pt x="423" y="885"/>
                  </a:cubicBezTo>
                  <a:cubicBezTo>
                    <a:pt x="546" y="848"/>
                    <a:pt x="587" y="621"/>
                    <a:pt x="517" y="379"/>
                  </a:cubicBezTo>
                  <a:cubicBezTo>
                    <a:pt x="451" y="159"/>
                    <a:pt x="315"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5"/>
            <p:cNvSpPr/>
            <p:nvPr/>
          </p:nvSpPr>
          <p:spPr>
            <a:xfrm>
              <a:off x="4400150" y="2327350"/>
              <a:ext cx="35825" cy="86975"/>
            </a:xfrm>
            <a:custGeom>
              <a:avLst/>
              <a:gdLst/>
              <a:ahLst/>
              <a:cxnLst/>
              <a:rect l="l" t="t" r="r" b="b"/>
              <a:pathLst>
                <a:path w="1433" h="3479" extrusionOk="0">
                  <a:moveTo>
                    <a:pt x="615" y="0"/>
                  </a:moveTo>
                  <a:cubicBezTo>
                    <a:pt x="372" y="0"/>
                    <a:pt x="153" y="108"/>
                    <a:pt x="0" y="279"/>
                  </a:cubicBezTo>
                  <a:cubicBezTo>
                    <a:pt x="114" y="196"/>
                    <a:pt x="244" y="140"/>
                    <a:pt x="382" y="121"/>
                  </a:cubicBezTo>
                  <a:cubicBezTo>
                    <a:pt x="414" y="117"/>
                    <a:pt x="447" y="114"/>
                    <a:pt x="479" y="114"/>
                  </a:cubicBezTo>
                  <a:cubicBezTo>
                    <a:pt x="733" y="114"/>
                    <a:pt x="989" y="241"/>
                    <a:pt x="1125" y="457"/>
                  </a:cubicBezTo>
                  <a:cubicBezTo>
                    <a:pt x="1252" y="657"/>
                    <a:pt x="1270" y="906"/>
                    <a:pt x="1283" y="1143"/>
                  </a:cubicBezTo>
                  <a:cubicBezTo>
                    <a:pt x="1328" y="1922"/>
                    <a:pt x="1363" y="2710"/>
                    <a:pt x="1237" y="3479"/>
                  </a:cubicBezTo>
                  <a:cubicBezTo>
                    <a:pt x="1353" y="3336"/>
                    <a:pt x="1429" y="3155"/>
                    <a:pt x="1429" y="2953"/>
                  </a:cubicBezTo>
                  <a:lnTo>
                    <a:pt x="1433" y="817"/>
                  </a:lnTo>
                  <a:cubicBezTo>
                    <a:pt x="1433" y="591"/>
                    <a:pt x="1341" y="389"/>
                    <a:pt x="1193" y="239"/>
                  </a:cubicBezTo>
                  <a:cubicBezTo>
                    <a:pt x="1047"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5"/>
            <p:cNvSpPr/>
            <p:nvPr/>
          </p:nvSpPr>
          <p:spPr>
            <a:xfrm>
              <a:off x="4490350" y="2324200"/>
              <a:ext cx="47650" cy="100975"/>
            </a:xfrm>
            <a:custGeom>
              <a:avLst/>
              <a:gdLst/>
              <a:ahLst/>
              <a:cxnLst/>
              <a:rect l="l" t="t" r="r" b="b"/>
              <a:pathLst>
                <a:path w="1906" h="4039" extrusionOk="0">
                  <a:moveTo>
                    <a:pt x="958" y="0"/>
                  </a:moveTo>
                  <a:cubicBezTo>
                    <a:pt x="434" y="0"/>
                    <a:pt x="7" y="457"/>
                    <a:pt x="5" y="1021"/>
                  </a:cubicBezTo>
                  <a:lnTo>
                    <a:pt x="2" y="3016"/>
                  </a:lnTo>
                  <a:cubicBezTo>
                    <a:pt x="0" y="3285"/>
                    <a:pt x="98" y="3542"/>
                    <a:pt x="278" y="3738"/>
                  </a:cubicBezTo>
                  <a:cubicBezTo>
                    <a:pt x="454" y="3929"/>
                    <a:pt x="699" y="4038"/>
                    <a:pt x="949" y="4038"/>
                  </a:cubicBezTo>
                  <a:cubicBezTo>
                    <a:pt x="1472" y="4038"/>
                    <a:pt x="1899" y="3581"/>
                    <a:pt x="1901" y="3018"/>
                  </a:cubicBezTo>
                  <a:lnTo>
                    <a:pt x="1905" y="1023"/>
                  </a:lnTo>
                  <a:cubicBezTo>
                    <a:pt x="1905" y="753"/>
                    <a:pt x="1807" y="497"/>
                    <a:pt x="1629" y="300"/>
                  </a:cubicBezTo>
                  <a:cubicBezTo>
                    <a:pt x="1449" y="107"/>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5"/>
            <p:cNvSpPr/>
            <p:nvPr/>
          </p:nvSpPr>
          <p:spPr>
            <a:xfrm>
              <a:off x="4493700" y="2327525"/>
              <a:ext cx="41000" cy="94225"/>
            </a:xfrm>
            <a:custGeom>
              <a:avLst/>
              <a:gdLst/>
              <a:ahLst/>
              <a:cxnLst/>
              <a:rect l="l" t="t" r="r" b="b"/>
              <a:pathLst>
                <a:path w="1640" h="3769" extrusionOk="0">
                  <a:moveTo>
                    <a:pt x="823" y="0"/>
                  </a:moveTo>
                  <a:cubicBezTo>
                    <a:pt x="578" y="0"/>
                    <a:pt x="360" y="109"/>
                    <a:pt x="209" y="279"/>
                  </a:cubicBezTo>
                  <a:cubicBezTo>
                    <a:pt x="82" y="422"/>
                    <a:pt x="5" y="609"/>
                    <a:pt x="5" y="816"/>
                  </a:cubicBezTo>
                  <a:lnTo>
                    <a:pt x="0" y="2951"/>
                  </a:lnTo>
                  <a:cubicBezTo>
                    <a:pt x="0" y="3177"/>
                    <a:pt x="92" y="3379"/>
                    <a:pt x="240" y="3529"/>
                  </a:cubicBezTo>
                  <a:cubicBezTo>
                    <a:pt x="386" y="3675"/>
                    <a:pt x="593" y="3768"/>
                    <a:pt x="818" y="3768"/>
                  </a:cubicBezTo>
                  <a:cubicBezTo>
                    <a:pt x="820" y="3768"/>
                    <a:pt x="822" y="3768"/>
                    <a:pt x="825" y="3768"/>
                  </a:cubicBezTo>
                  <a:cubicBezTo>
                    <a:pt x="1072" y="3768"/>
                    <a:pt x="1294" y="3656"/>
                    <a:pt x="1443" y="3479"/>
                  </a:cubicBezTo>
                  <a:cubicBezTo>
                    <a:pt x="1561" y="3338"/>
                    <a:pt x="1635" y="3156"/>
                    <a:pt x="1635" y="2953"/>
                  </a:cubicBezTo>
                  <a:lnTo>
                    <a:pt x="1639" y="819"/>
                  </a:lnTo>
                  <a:cubicBezTo>
                    <a:pt x="1639" y="593"/>
                    <a:pt x="1547" y="390"/>
                    <a:pt x="1401" y="241"/>
                  </a:cubicBezTo>
                  <a:cubicBezTo>
                    <a:pt x="1253" y="93"/>
                    <a:pt x="1048" y="0"/>
                    <a:pt x="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5"/>
            <p:cNvSpPr/>
            <p:nvPr/>
          </p:nvSpPr>
          <p:spPr>
            <a:xfrm>
              <a:off x="4493725" y="2327525"/>
              <a:ext cx="40975" cy="47125"/>
            </a:xfrm>
            <a:custGeom>
              <a:avLst/>
              <a:gdLst/>
              <a:ahLst/>
              <a:cxnLst/>
              <a:rect l="l" t="t" r="r" b="b"/>
              <a:pathLst>
                <a:path w="1639" h="1885" extrusionOk="0">
                  <a:moveTo>
                    <a:pt x="822" y="0"/>
                  </a:moveTo>
                  <a:cubicBezTo>
                    <a:pt x="371" y="0"/>
                    <a:pt x="4" y="366"/>
                    <a:pt x="4" y="816"/>
                  </a:cubicBezTo>
                  <a:lnTo>
                    <a:pt x="0" y="1883"/>
                  </a:lnTo>
                  <a:lnTo>
                    <a:pt x="1635" y="1885"/>
                  </a:lnTo>
                  <a:lnTo>
                    <a:pt x="1638" y="819"/>
                  </a:lnTo>
                  <a:cubicBezTo>
                    <a:pt x="1638" y="593"/>
                    <a:pt x="1546" y="390"/>
                    <a:pt x="1400" y="241"/>
                  </a:cubicBezTo>
                  <a:cubicBezTo>
                    <a:pt x="1252" y="93"/>
                    <a:pt x="1047" y="0"/>
                    <a:pt x="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5"/>
            <p:cNvSpPr/>
            <p:nvPr/>
          </p:nvSpPr>
          <p:spPr>
            <a:xfrm>
              <a:off x="4495850" y="2392925"/>
              <a:ext cx="14675" cy="22275"/>
            </a:xfrm>
            <a:custGeom>
              <a:avLst/>
              <a:gdLst/>
              <a:ahLst/>
              <a:cxnLst/>
              <a:rect l="l" t="t" r="r" b="b"/>
              <a:pathLst>
                <a:path w="587" h="891" extrusionOk="0">
                  <a:moveTo>
                    <a:pt x="197" y="1"/>
                  </a:moveTo>
                  <a:cubicBezTo>
                    <a:pt x="186" y="1"/>
                    <a:pt x="174" y="2"/>
                    <a:pt x="163" y="6"/>
                  </a:cubicBezTo>
                  <a:cubicBezTo>
                    <a:pt x="41" y="42"/>
                    <a:pt x="0" y="268"/>
                    <a:pt x="70" y="511"/>
                  </a:cubicBezTo>
                  <a:cubicBezTo>
                    <a:pt x="136" y="732"/>
                    <a:pt x="272" y="891"/>
                    <a:pt x="389" y="891"/>
                  </a:cubicBezTo>
                  <a:cubicBezTo>
                    <a:pt x="401" y="891"/>
                    <a:pt x="412" y="889"/>
                    <a:pt x="423" y="886"/>
                  </a:cubicBezTo>
                  <a:cubicBezTo>
                    <a:pt x="545" y="850"/>
                    <a:pt x="586" y="623"/>
                    <a:pt x="516" y="380"/>
                  </a:cubicBezTo>
                  <a:cubicBezTo>
                    <a:pt x="450" y="160"/>
                    <a:pt x="314" y="1"/>
                    <a:pt x="197"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5"/>
            <p:cNvSpPr/>
            <p:nvPr/>
          </p:nvSpPr>
          <p:spPr>
            <a:xfrm>
              <a:off x="4498900" y="2327525"/>
              <a:ext cx="35800" cy="87000"/>
            </a:xfrm>
            <a:custGeom>
              <a:avLst/>
              <a:gdLst/>
              <a:ahLst/>
              <a:cxnLst/>
              <a:rect l="l" t="t" r="r" b="b"/>
              <a:pathLst>
                <a:path w="1432" h="3480" extrusionOk="0">
                  <a:moveTo>
                    <a:pt x="615" y="0"/>
                  </a:moveTo>
                  <a:cubicBezTo>
                    <a:pt x="370" y="0"/>
                    <a:pt x="152" y="109"/>
                    <a:pt x="1" y="279"/>
                  </a:cubicBezTo>
                  <a:cubicBezTo>
                    <a:pt x="112" y="196"/>
                    <a:pt x="243" y="141"/>
                    <a:pt x="381" y="122"/>
                  </a:cubicBezTo>
                  <a:cubicBezTo>
                    <a:pt x="413" y="118"/>
                    <a:pt x="446" y="115"/>
                    <a:pt x="479" y="115"/>
                  </a:cubicBezTo>
                  <a:cubicBezTo>
                    <a:pt x="733" y="115"/>
                    <a:pt x="989" y="243"/>
                    <a:pt x="1124" y="458"/>
                  </a:cubicBezTo>
                  <a:cubicBezTo>
                    <a:pt x="1251" y="659"/>
                    <a:pt x="1268" y="907"/>
                    <a:pt x="1282" y="1145"/>
                  </a:cubicBezTo>
                  <a:cubicBezTo>
                    <a:pt x="1327" y="1923"/>
                    <a:pt x="1361" y="2710"/>
                    <a:pt x="1235" y="3479"/>
                  </a:cubicBezTo>
                  <a:cubicBezTo>
                    <a:pt x="1353" y="3338"/>
                    <a:pt x="1427" y="3156"/>
                    <a:pt x="1427" y="2953"/>
                  </a:cubicBezTo>
                  <a:lnTo>
                    <a:pt x="1431" y="819"/>
                  </a:lnTo>
                  <a:cubicBezTo>
                    <a:pt x="1431" y="593"/>
                    <a:pt x="1339" y="390"/>
                    <a:pt x="1193" y="241"/>
                  </a:cubicBezTo>
                  <a:cubicBezTo>
                    <a:pt x="1045" y="93"/>
                    <a:pt x="840"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5"/>
            <p:cNvSpPr/>
            <p:nvPr/>
          </p:nvSpPr>
          <p:spPr>
            <a:xfrm>
              <a:off x="4589075" y="2324350"/>
              <a:ext cx="47650" cy="100975"/>
            </a:xfrm>
            <a:custGeom>
              <a:avLst/>
              <a:gdLst/>
              <a:ahLst/>
              <a:cxnLst/>
              <a:rect l="l" t="t" r="r" b="b"/>
              <a:pathLst>
                <a:path w="1906" h="4039" extrusionOk="0">
                  <a:moveTo>
                    <a:pt x="957" y="0"/>
                  </a:moveTo>
                  <a:cubicBezTo>
                    <a:pt x="434" y="0"/>
                    <a:pt x="7" y="457"/>
                    <a:pt x="6" y="1021"/>
                  </a:cubicBezTo>
                  <a:lnTo>
                    <a:pt x="2" y="3016"/>
                  </a:lnTo>
                  <a:cubicBezTo>
                    <a:pt x="1" y="3285"/>
                    <a:pt x="99" y="3542"/>
                    <a:pt x="277" y="3738"/>
                  </a:cubicBezTo>
                  <a:cubicBezTo>
                    <a:pt x="455" y="3929"/>
                    <a:pt x="698" y="4039"/>
                    <a:pt x="948" y="4039"/>
                  </a:cubicBezTo>
                  <a:cubicBezTo>
                    <a:pt x="1472" y="4039"/>
                    <a:pt x="1900" y="3582"/>
                    <a:pt x="1901" y="3018"/>
                  </a:cubicBezTo>
                  <a:lnTo>
                    <a:pt x="1906" y="1024"/>
                  </a:lnTo>
                  <a:cubicBezTo>
                    <a:pt x="1906" y="755"/>
                    <a:pt x="1808" y="498"/>
                    <a:pt x="1628" y="302"/>
                  </a:cubicBezTo>
                  <a:cubicBezTo>
                    <a:pt x="1449" y="108"/>
                    <a:pt x="1211"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5"/>
            <p:cNvSpPr/>
            <p:nvPr/>
          </p:nvSpPr>
          <p:spPr>
            <a:xfrm>
              <a:off x="4592425" y="2327725"/>
              <a:ext cx="40975" cy="94225"/>
            </a:xfrm>
            <a:custGeom>
              <a:avLst/>
              <a:gdLst/>
              <a:ahLst/>
              <a:cxnLst/>
              <a:rect l="l" t="t" r="r" b="b"/>
              <a:pathLst>
                <a:path w="1639" h="3769" extrusionOk="0">
                  <a:moveTo>
                    <a:pt x="822" y="1"/>
                  </a:moveTo>
                  <a:cubicBezTo>
                    <a:pt x="579" y="1"/>
                    <a:pt x="359" y="109"/>
                    <a:pt x="208" y="278"/>
                  </a:cubicBezTo>
                  <a:cubicBezTo>
                    <a:pt x="81" y="422"/>
                    <a:pt x="4" y="609"/>
                    <a:pt x="4" y="816"/>
                  </a:cubicBezTo>
                  <a:lnTo>
                    <a:pt x="1" y="2950"/>
                  </a:lnTo>
                  <a:cubicBezTo>
                    <a:pt x="1" y="3176"/>
                    <a:pt x="92" y="3378"/>
                    <a:pt x="239" y="3528"/>
                  </a:cubicBezTo>
                  <a:cubicBezTo>
                    <a:pt x="386" y="3675"/>
                    <a:pt x="592" y="3768"/>
                    <a:pt x="817" y="3768"/>
                  </a:cubicBezTo>
                  <a:cubicBezTo>
                    <a:pt x="818" y="3768"/>
                    <a:pt x="819" y="3768"/>
                    <a:pt x="821" y="3768"/>
                  </a:cubicBezTo>
                  <a:cubicBezTo>
                    <a:pt x="1069" y="3768"/>
                    <a:pt x="1293" y="3656"/>
                    <a:pt x="1443" y="3479"/>
                  </a:cubicBezTo>
                  <a:cubicBezTo>
                    <a:pt x="1560" y="3337"/>
                    <a:pt x="1635" y="3155"/>
                    <a:pt x="1635" y="2953"/>
                  </a:cubicBezTo>
                  <a:lnTo>
                    <a:pt x="1639" y="818"/>
                  </a:lnTo>
                  <a:cubicBezTo>
                    <a:pt x="1639" y="592"/>
                    <a:pt x="1547" y="390"/>
                    <a:pt x="1400" y="240"/>
                  </a:cubicBezTo>
                  <a:cubicBezTo>
                    <a:pt x="1253" y="93"/>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5"/>
            <p:cNvSpPr/>
            <p:nvPr/>
          </p:nvSpPr>
          <p:spPr>
            <a:xfrm>
              <a:off x="4592450" y="2327725"/>
              <a:ext cx="40950" cy="47125"/>
            </a:xfrm>
            <a:custGeom>
              <a:avLst/>
              <a:gdLst/>
              <a:ahLst/>
              <a:cxnLst/>
              <a:rect l="l" t="t" r="r" b="b"/>
              <a:pathLst>
                <a:path w="1638" h="1885" extrusionOk="0">
                  <a:moveTo>
                    <a:pt x="821" y="1"/>
                  </a:moveTo>
                  <a:cubicBezTo>
                    <a:pt x="371" y="1"/>
                    <a:pt x="3" y="365"/>
                    <a:pt x="3" y="816"/>
                  </a:cubicBezTo>
                  <a:lnTo>
                    <a:pt x="1" y="1882"/>
                  </a:lnTo>
                  <a:lnTo>
                    <a:pt x="1635" y="1885"/>
                  </a:lnTo>
                  <a:lnTo>
                    <a:pt x="1638" y="818"/>
                  </a:lnTo>
                  <a:cubicBezTo>
                    <a:pt x="1638" y="592"/>
                    <a:pt x="1546" y="390"/>
                    <a:pt x="1399" y="240"/>
                  </a:cubicBezTo>
                  <a:cubicBezTo>
                    <a:pt x="1252" y="93"/>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5"/>
            <p:cNvSpPr/>
            <p:nvPr/>
          </p:nvSpPr>
          <p:spPr>
            <a:xfrm>
              <a:off x="4594550" y="2393125"/>
              <a:ext cx="14700" cy="22250"/>
            </a:xfrm>
            <a:custGeom>
              <a:avLst/>
              <a:gdLst/>
              <a:ahLst/>
              <a:cxnLst/>
              <a:rect l="l" t="t" r="r" b="b"/>
              <a:pathLst>
                <a:path w="588" h="890" extrusionOk="0">
                  <a:moveTo>
                    <a:pt x="199" y="1"/>
                  </a:moveTo>
                  <a:cubicBezTo>
                    <a:pt x="187" y="1"/>
                    <a:pt x="176" y="2"/>
                    <a:pt x="165" y="6"/>
                  </a:cubicBezTo>
                  <a:cubicBezTo>
                    <a:pt x="42" y="42"/>
                    <a:pt x="0" y="267"/>
                    <a:pt x="72" y="511"/>
                  </a:cubicBezTo>
                  <a:cubicBezTo>
                    <a:pt x="137" y="732"/>
                    <a:pt x="273" y="890"/>
                    <a:pt x="389" y="890"/>
                  </a:cubicBezTo>
                  <a:cubicBezTo>
                    <a:pt x="401" y="890"/>
                    <a:pt x="412" y="888"/>
                    <a:pt x="424" y="885"/>
                  </a:cubicBezTo>
                  <a:cubicBezTo>
                    <a:pt x="546" y="849"/>
                    <a:pt x="588"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5"/>
            <p:cNvSpPr/>
            <p:nvPr/>
          </p:nvSpPr>
          <p:spPr>
            <a:xfrm>
              <a:off x="4597575" y="2327725"/>
              <a:ext cx="35825" cy="87000"/>
            </a:xfrm>
            <a:custGeom>
              <a:avLst/>
              <a:gdLst/>
              <a:ahLst/>
              <a:cxnLst/>
              <a:rect l="l" t="t" r="r" b="b"/>
              <a:pathLst>
                <a:path w="1433" h="3480" extrusionOk="0">
                  <a:moveTo>
                    <a:pt x="616" y="1"/>
                  </a:moveTo>
                  <a:cubicBezTo>
                    <a:pt x="373" y="1"/>
                    <a:pt x="153" y="109"/>
                    <a:pt x="0" y="279"/>
                  </a:cubicBezTo>
                  <a:cubicBezTo>
                    <a:pt x="115" y="197"/>
                    <a:pt x="245" y="141"/>
                    <a:pt x="383" y="121"/>
                  </a:cubicBezTo>
                  <a:cubicBezTo>
                    <a:pt x="415" y="117"/>
                    <a:pt x="448" y="115"/>
                    <a:pt x="480" y="115"/>
                  </a:cubicBezTo>
                  <a:cubicBezTo>
                    <a:pt x="734" y="115"/>
                    <a:pt x="990" y="242"/>
                    <a:pt x="1126" y="458"/>
                  </a:cubicBezTo>
                  <a:cubicBezTo>
                    <a:pt x="1252" y="658"/>
                    <a:pt x="1271" y="907"/>
                    <a:pt x="1283" y="1144"/>
                  </a:cubicBezTo>
                  <a:cubicBezTo>
                    <a:pt x="1328" y="1922"/>
                    <a:pt x="1363" y="2711"/>
                    <a:pt x="1237" y="3479"/>
                  </a:cubicBezTo>
                  <a:cubicBezTo>
                    <a:pt x="1354" y="3337"/>
                    <a:pt x="1429" y="3155"/>
                    <a:pt x="1429" y="2953"/>
                  </a:cubicBezTo>
                  <a:lnTo>
                    <a:pt x="1433" y="818"/>
                  </a:lnTo>
                  <a:cubicBezTo>
                    <a:pt x="1433" y="592"/>
                    <a:pt x="1341" y="390"/>
                    <a:pt x="1194" y="240"/>
                  </a:cubicBezTo>
                  <a:cubicBezTo>
                    <a:pt x="1047" y="93"/>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5"/>
            <p:cNvSpPr/>
            <p:nvPr/>
          </p:nvSpPr>
          <p:spPr>
            <a:xfrm>
              <a:off x="4687800" y="2324550"/>
              <a:ext cx="47650" cy="100975"/>
            </a:xfrm>
            <a:custGeom>
              <a:avLst/>
              <a:gdLst/>
              <a:ahLst/>
              <a:cxnLst/>
              <a:rect l="l" t="t" r="r" b="b"/>
              <a:pathLst>
                <a:path w="1906" h="4039" extrusionOk="0">
                  <a:moveTo>
                    <a:pt x="957" y="1"/>
                  </a:moveTo>
                  <a:cubicBezTo>
                    <a:pt x="434" y="1"/>
                    <a:pt x="6" y="458"/>
                    <a:pt x="5" y="1021"/>
                  </a:cubicBezTo>
                  <a:lnTo>
                    <a:pt x="1" y="3015"/>
                  </a:lnTo>
                  <a:cubicBezTo>
                    <a:pt x="0" y="3285"/>
                    <a:pt x="98" y="3541"/>
                    <a:pt x="278" y="3737"/>
                  </a:cubicBezTo>
                  <a:cubicBezTo>
                    <a:pt x="454" y="3928"/>
                    <a:pt x="698" y="4039"/>
                    <a:pt x="949" y="4039"/>
                  </a:cubicBezTo>
                  <a:cubicBezTo>
                    <a:pt x="1472" y="4039"/>
                    <a:pt x="1899" y="3582"/>
                    <a:pt x="1900" y="3018"/>
                  </a:cubicBezTo>
                  <a:lnTo>
                    <a:pt x="1905" y="1023"/>
                  </a:lnTo>
                  <a:cubicBezTo>
                    <a:pt x="1905" y="754"/>
                    <a:pt x="1807" y="497"/>
                    <a:pt x="1628" y="301"/>
                  </a:cubicBezTo>
                  <a:cubicBezTo>
                    <a:pt x="1449" y="108"/>
                    <a:pt x="1212"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5"/>
            <p:cNvSpPr/>
            <p:nvPr/>
          </p:nvSpPr>
          <p:spPr>
            <a:xfrm>
              <a:off x="4691150" y="2327900"/>
              <a:ext cx="40975" cy="94225"/>
            </a:xfrm>
            <a:custGeom>
              <a:avLst/>
              <a:gdLst/>
              <a:ahLst/>
              <a:cxnLst/>
              <a:rect l="l" t="t" r="r" b="b"/>
              <a:pathLst>
                <a:path w="1639" h="3769" extrusionOk="0">
                  <a:moveTo>
                    <a:pt x="822" y="1"/>
                  </a:moveTo>
                  <a:cubicBezTo>
                    <a:pt x="578" y="1"/>
                    <a:pt x="358" y="109"/>
                    <a:pt x="208" y="279"/>
                  </a:cubicBezTo>
                  <a:cubicBezTo>
                    <a:pt x="82" y="423"/>
                    <a:pt x="4" y="610"/>
                    <a:pt x="4" y="816"/>
                  </a:cubicBezTo>
                  <a:lnTo>
                    <a:pt x="0" y="2951"/>
                  </a:lnTo>
                  <a:cubicBezTo>
                    <a:pt x="0" y="3177"/>
                    <a:pt x="92" y="3379"/>
                    <a:pt x="239" y="3529"/>
                  </a:cubicBezTo>
                  <a:cubicBezTo>
                    <a:pt x="386" y="3676"/>
                    <a:pt x="593" y="3769"/>
                    <a:pt x="817" y="3769"/>
                  </a:cubicBezTo>
                  <a:cubicBezTo>
                    <a:pt x="819" y="3769"/>
                    <a:pt x="821" y="3769"/>
                    <a:pt x="823" y="3769"/>
                  </a:cubicBezTo>
                  <a:cubicBezTo>
                    <a:pt x="1071" y="3769"/>
                    <a:pt x="1293" y="3657"/>
                    <a:pt x="1442" y="3480"/>
                  </a:cubicBezTo>
                  <a:cubicBezTo>
                    <a:pt x="1560" y="3338"/>
                    <a:pt x="1635" y="3157"/>
                    <a:pt x="1635" y="2953"/>
                  </a:cubicBezTo>
                  <a:lnTo>
                    <a:pt x="1638" y="819"/>
                  </a:lnTo>
                  <a:cubicBezTo>
                    <a:pt x="1638" y="593"/>
                    <a:pt x="1546" y="391"/>
                    <a:pt x="1400" y="241"/>
                  </a:cubicBezTo>
                  <a:cubicBezTo>
                    <a:pt x="1253"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5"/>
            <p:cNvSpPr/>
            <p:nvPr/>
          </p:nvSpPr>
          <p:spPr>
            <a:xfrm>
              <a:off x="4691175" y="2327900"/>
              <a:ext cx="40950" cy="47150"/>
            </a:xfrm>
            <a:custGeom>
              <a:avLst/>
              <a:gdLst/>
              <a:ahLst/>
              <a:cxnLst/>
              <a:rect l="l" t="t" r="r" b="b"/>
              <a:pathLst>
                <a:path w="1638" h="1886" extrusionOk="0">
                  <a:moveTo>
                    <a:pt x="819" y="1"/>
                  </a:moveTo>
                  <a:cubicBezTo>
                    <a:pt x="370" y="1"/>
                    <a:pt x="3" y="367"/>
                    <a:pt x="2" y="816"/>
                  </a:cubicBezTo>
                  <a:lnTo>
                    <a:pt x="0" y="1883"/>
                  </a:lnTo>
                  <a:lnTo>
                    <a:pt x="1635" y="1885"/>
                  </a:lnTo>
                  <a:lnTo>
                    <a:pt x="1637" y="819"/>
                  </a:lnTo>
                  <a:cubicBezTo>
                    <a:pt x="1637" y="593"/>
                    <a:pt x="1545" y="391"/>
                    <a:pt x="1399" y="241"/>
                  </a:cubicBezTo>
                  <a:cubicBezTo>
                    <a:pt x="1252" y="94"/>
                    <a:pt x="1047" y="1"/>
                    <a:pt x="821" y="1"/>
                  </a:cubicBezTo>
                  <a:cubicBezTo>
                    <a:pt x="820" y="1"/>
                    <a:pt x="819" y="1"/>
                    <a:pt x="8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5"/>
            <p:cNvSpPr/>
            <p:nvPr/>
          </p:nvSpPr>
          <p:spPr>
            <a:xfrm>
              <a:off x="4693250" y="2393325"/>
              <a:ext cx="14725" cy="22275"/>
            </a:xfrm>
            <a:custGeom>
              <a:avLst/>
              <a:gdLst/>
              <a:ahLst/>
              <a:cxnLst/>
              <a:rect l="l" t="t" r="r" b="b"/>
              <a:pathLst>
                <a:path w="589" h="891" extrusionOk="0">
                  <a:moveTo>
                    <a:pt x="199" y="0"/>
                  </a:moveTo>
                  <a:cubicBezTo>
                    <a:pt x="188" y="0"/>
                    <a:pt x="176" y="2"/>
                    <a:pt x="165" y="5"/>
                  </a:cubicBezTo>
                  <a:cubicBezTo>
                    <a:pt x="42" y="41"/>
                    <a:pt x="1" y="267"/>
                    <a:pt x="72" y="511"/>
                  </a:cubicBezTo>
                  <a:cubicBezTo>
                    <a:pt x="138" y="731"/>
                    <a:pt x="273" y="890"/>
                    <a:pt x="390" y="890"/>
                  </a:cubicBezTo>
                  <a:cubicBezTo>
                    <a:pt x="401" y="890"/>
                    <a:pt x="413" y="889"/>
                    <a:pt x="424" y="885"/>
                  </a:cubicBezTo>
                  <a:cubicBezTo>
                    <a:pt x="547" y="849"/>
                    <a:pt x="588" y="622"/>
                    <a:pt x="517" y="380"/>
                  </a:cubicBezTo>
                  <a:cubicBezTo>
                    <a:pt x="451" y="159"/>
                    <a:pt x="316"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5"/>
            <p:cNvSpPr/>
            <p:nvPr/>
          </p:nvSpPr>
          <p:spPr>
            <a:xfrm>
              <a:off x="4696325" y="2327900"/>
              <a:ext cx="35800" cy="87000"/>
            </a:xfrm>
            <a:custGeom>
              <a:avLst/>
              <a:gdLst/>
              <a:ahLst/>
              <a:cxnLst/>
              <a:rect l="l" t="t" r="r" b="b"/>
              <a:pathLst>
                <a:path w="1432" h="3480" extrusionOk="0">
                  <a:moveTo>
                    <a:pt x="615" y="1"/>
                  </a:moveTo>
                  <a:cubicBezTo>
                    <a:pt x="371" y="1"/>
                    <a:pt x="151" y="109"/>
                    <a:pt x="1" y="279"/>
                  </a:cubicBezTo>
                  <a:cubicBezTo>
                    <a:pt x="113" y="197"/>
                    <a:pt x="243" y="141"/>
                    <a:pt x="382" y="123"/>
                  </a:cubicBezTo>
                  <a:cubicBezTo>
                    <a:pt x="414" y="118"/>
                    <a:pt x="447" y="116"/>
                    <a:pt x="480" y="116"/>
                  </a:cubicBezTo>
                  <a:cubicBezTo>
                    <a:pt x="734" y="116"/>
                    <a:pt x="988" y="243"/>
                    <a:pt x="1125" y="459"/>
                  </a:cubicBezTo>
                  <a:cubicBezTo>
                    <a:pt x="1250" y="659"/>
                    <a:pt x="1269" y="908"/>
                    <a:pt x="1281" y="1145"/>
                  </a:cubicBezTo>
                  <a:cubicBezTo>
                    <a:pt x="1327" y="1923"/>
                    <a:pt x="1362" y="2711"/>
                    <a:pt x="1235" y="3480"/>
                  </a:cubicBezTo>
                  <a:cubicBezTo>
                    <a:pt x="1353" y="3338"/>
                    <a:pt x="1428" y="3157"/>
                    <a:pt x="1428" y="2953"/>
                  </a:cubicBezTo>
                  <a:lnTo>
                    <a:pt x="1431" y="819"/>
                  </a:lnTo>
                  <a:cubicBezTo>
                    <a:pt x="1431" y="593"/>
                    <a:pt x="1339" y="391"/>
                    <a:pt x="1193" y="241"/>
                  </a:cubicBezTo>
                  <a:cubicBezTo>
                    <a:pt x="1046" y="94"/>
                    <a:pt x="841" y="1"/>
                    <a:pt x="615"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5"/>
            <p:cNvSpPr/>
            <p:nvPr/>
          </p:nvSpPr>
          <p:spPr>
            <a:xfrm>
              <a:off x="4194500" y="2167025"/>
              <a:ext cx="47650" cy="100950"/>
            </a:xfrm>
            <a:custGeom>
              <a:avLst/>
              <a:gdLst/>
              <a:ahLst/>
              <a:cxnLst/>
              <a:rect l="l" t="t" r="r" b="b"/>
              <a:pathLst>
                <a:path w="1906" h="4038" extrusionOk="0">
                  <a:moveTo>
                    <a:pt x="957" y="0"/>
                  </a:moveTo>
                  <a:cubicBezTo>
                    <a:pt x="434" y="0"/>
                    <a:pt x="7" y="456"/>
                    <a:pt x="6" y="1021"/>
                  </a:cubicBezTo>
                  <a:lnTo>
                    <a:pt x="1" y="3015"/>
                  </a:lnTo>
                  <a:cubicBezTo>
                    <a:pt x="0" y="3284"/>
                    <a:pt x="98" y="3541"/>
                    <a:pt x="278" y="3737"/>
                  </a:cubicBezTo>
                  <a:cubicBezTo>
                    <a:pt x="454" y="3928"/>
                    <a:pt x="698" y="4037"/>
                    <a:pt x="949" y="4037"/>
                  </a:cubicBezTo>
                  <a:cubicBezTo>
                    <a:pt x="1472" y="4037"/>
                    <a:pt x="1899" y="3581"/>
                    <a:pt x="1900" y="3018"/>
                  </a:cubicBezTo>
                  <a:lnTo>
                    <a:pt x="1905" y="1023"/>
                  </a:lnTo>
                  <a:cubicBezTo>
                    <a:pt x="1905" y="754"/>
                    <a:pt x="1807" y="497"/>
                    <a:pt x="1628" y="301"/>
                  </a:cubicBezTo>
                  <a:cubicBezTo>
                    <a:pt x="1449" y="108"/>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5"/>
            <p:cNvSpPr/>
            <p:nvPr/>
          </p:nvSpPr>
          <p:spPr>
            <a:xfrm>
              <a:off x="4197875" y="2170350"/>
              <a:ext cx="40975" cy="94225"/>
            </a:xfrm>
            <a:custGeom>
              <a:avLst/>
              <a:gdLst/>
              <a:ahLst/>
              <a:cxnLst/>
              <a:rect l="l" t="t" r="r" b="b"/>
              <a:pathLst>
                <a:path w="1639" h="3769" extrusionOk="0">
                  <a:moveTo>
                    <a:pt x="822" y="0"/>
                  </a:moveTo>
                  <a:cubicBezTo>
                    <a:pt x="577" y="0"/>
                    <a:pt x="358" y="109"/>
                    <a:pt x="208" y="278"/>
                  </a:cubicBezTo>
                  <a:cubicBezTo>
                    <a:pt x="82" y="421"/>
                    <a:pt x="5" y="609"/>
                    <a:pt x="5" y="816"/>
                  </a:cubicBezTo>
                  <a:lnTo>
                    <a:pt x="1" y="2950"/>
                  </a:lnTo>
                  <a:cubicBezTo>
                    <a:pt x="1" y="3176"/>
                    <a:pt x="92" y="3378"/>
                    <a:pt x="239" y="3528"/>
                  </a:cubicBezTo>
                  <a:cubicBezTo>
                    <a:pt x="387" y="3675"/>
                    <a:pt x="593" y="3768"/>
                    <a:pt x="817" y="3768"/>
                  </a:cubicBezTo>
                  <a:cubicBezTo>
                    <a:pt x="818" y="3768"/>
                    <a:pt x="819" y="3768"/>
                    <a:pt x="820" y="3768"/>
                  </a:cubicBezTo>
                  <a:cubicBezTo>
                    <a:pt x="1070" y="3768"/>
                    <a:pt x="1292" y="3656"/>
                    <a:pt x="1443" y="3479"/>
                  </a:cubicBezTo>
                  <a:cubicBezTo>
                    <a:pt x="1560" y="3337"/>
                    <a:pt x="1635" y="3155"/>
                    <a:pt x="1635" y="2953"/>
                  </a:cubicBezTo>
                  <a:lnTo>
                    <a:pt x="1638" y="818"/>
                  </a:lnTo>
                  <a:cubicBezTo>
                    <a:pt x="1638" y="592"/>
                    <a:pt x="1548"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5"/>
            <p:cNvSpPr/>
            <p:nvPr/>
          </p:nvSpPr>
          <p:spPr>
            <a:xfrm>
              <a:off x="4197900" y="2170350"/>
              <a:ext cx="40950" cy="47125"/>
            </a:xfrm>
            <a:custGeom>
              <a:avLst/>
              <a:gdLst/>
              <a:ahLst/>
              <a:cxnLst/>
              <a:rect l="l" t="t" r="r" b="b"/>
              <a:pathLst>
                <a:path w="1638" h="1885" extrusionOk="0">
                  <a:moveTo>
                    <a:pt x="821" y="0"/>
                  </a:moveTo>
                  <a:cubicBezTo>
                    <a:pt x="370" y="0"/>
                    <a:pt x="4" y="365"/>
                    <a:pt x="4" y="816"/>
                  </a:cubicBezTo>
                  <a:lnTo>
                    <a:pt x="1" y="1882"/>
                  </a:lnTo>
                  <a:lnTo>
                    <a:pt x="1635" y="1885"/>
                  </a:lnTo>
                  <a:lnTo>
                    <a:pt x="1637" y="818"/>
                  </a:lnTo>
                  <a:cubicBezTo>
                    <a:pt x="1637" y="592"/>
                    <a:pt x="1547" y="389"/>
                    <a:pt x="1399" y="240"/>
                  </a:cubicBezTo>
                  <a:cubicBezTo>
                    <a:pt x="1252" y="93"/>
                    <a:pt x="1047" y="0"/>
                    <a:pt x="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5"/>
            <p:cNvSpPr/>
            <p:nvPr/>
          </p:nvSpPr>
          <p:spPr>
            <a:xfrm>
              <a:off x="4199975" y="2235750"/>
              <a:ext cx="14700" cy="22250"/>
            </a:xfrm>
            <a:custGeom>
              <a:avLst/>
              <a:gdLst/>
              <a:ahLst/>
              <a:cxnLst/>
              <a:rect l="l" t="t" r="r" b="b"/>
              <a:pathLst>
                <a:path w="588" h="890" extrusionOk="0">
                  <a:moveTo>
                    <a:pt x="199" y="1"/>
                  </a:moveTo>
                  <a:cubicBezTo>
                    <a:pt x="187" y="1"/>
                    <a:pt x="175" y="2"/>
                    <a:pt x="164" y="6"/>
                  </a:cubicBezTo>
                  <a:cubicBezTo>
                    <a:pt x="41" y="42"/>
                    <a:pt x="0" y="267"/>
                    <a:pt x="71" y="511"/>
                  </a:cubicBezTo>
                  <a:cubicBezTo>
                    <a:pt x="137" y="732"/>
                    <a:pt x="272" y="890"/>
                    <a:pt x="389" y="890"/>
                  </a:cubicBezTo>
                  <a:cubicBezTo>
                    <a:pt x="401" y="890"/>
                    <a:pt x="412" y="888"/>
                    <a:pt x="423" y="885"/>
                  </a:cubicBezTo>
                  <a:cubicBezTo>
                    <a:pt x="546" y="849"/>
                    <a:pt x="587" y="622"/>
                    <a:pt x="516" y="379"/>
                  </a:cubicBezTo>
                  <a:cubicBezTo>
                    <a:pt x="451" y="159"/>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5"/>
            <p:cNvSpPr/>
            <p:nvPr/>
          </p:nvSpPr>
          <p:spPr>
            <a:xfrm>
              <a:off x="4203050" y="2170350"/>
              <a:ext cx="35800" cy="87000"/>
            </a:xfrm>
            <a:custGeom>
              <a:avLst/>
              <a:gdLst/>
              <a:ahLst/>
              <a:cxnLst/>
              <a:rect l="l" t="t" r="r" b="b"/>
              <a:pathLst>
                <a:path w="1432" h="3480" extrusionOk="0">
                  <a:moveTo>
                    <a:pt x="615" y="0"/>
                  </a:moveTo>
                  <a:cubicBezTo>
                    <a:pt x="370" y="0"/>
                    <a:pt x="151" y="109"/>
                    <a:pt x="1" y="279"/>
                  </a:cubicBezTo>
                  <a:cubicBezTo>
                    <a:pt x="113" y="196"/>
                    <a:pt x="244" y="141"/>
                    <a:pt x="382" y="121"/>
                  </a:cubicBezTo>
                  <a:cubicBezTo>
                    <a:pt x="414" y="117"/>
                    <a:pt x="446" y="115"/>
                    <a:pt x="479" y="115"/>
                  </a:cubicBezTo>
                  <a:cubicBezTo>
                    <a:pt x="733" y="115"/>
                    <a:pt x="988" y="242"/>
                    <a:pt x="1125" y="457"/>
                  </a:cubicBezTo>
                  <a:cubicBezTo>
                    <a:pt x="1252" y="658"/>
                    <a:pt x="1269" y="906"/>
                    <a:pt x="1283" y="1144"/>
                  </a:cubicBezTo>
                  <a:cubicBezTo>
                    <a:pt x="1327" y="1922"/>
                    <a:pt x="1362" y="2710"/>
                    <a:pt x="1236" y="3479"/>
                  </a:cubicBezTo>
                  <a:cubicBezTo>
                    <a:pt x="1353" y="3337"/>
                    <a:pt x="1428" y="3155"/>
                    <a:pt x="1428" y="2953"/>
                  </a:cubicBezTo>
                  <a:lnTo>
                    <a:pt x="1431" y="818"/>
                  </a:lnTo>
                  <a:cubicBezTo>
                    <a:pt x="1431" y="592"/>
                    <a:pt x="1341" y="389"/>
                    <a:pt x="1193" y="240"/>
                  </a:cubicBezTo>
                  <a:cubicBezTo>
                    <a:pt x="1046" y="93"/>
                    <a:pt x="841" y="0"/>
                    <a:pt x="61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5"/>
            <p:cNvSpPr/>
            <p:nvPr/>
          </p:nvSpPr>
          <p:spPr>
            <a:xfrm>
              <a:off x="4293200" y="2167200"/>
              <a:ext cx="47650" cy="100975"/>
            </a:xfrm>
            <a:custGeom>
              <a:avLst/>
              <a:gdLst/>
              <a:ahLst/>
              <a:cxnLst/>
              <a:rect l="l" t="t" r="r" b="b"/>
              <a:pathLst>
                <a:path w="1906" h="4039" extrusionOk="0">
                  <a:moveTo>
                    <a:pt x="958" y="0"/>
                  </a:moveTo>
                  <a:cubicBezTo>
                    <a:pt x="434" y="0"/>
                    <a:pt x="7" y="458"/>
                    <a:pt x="6" y="1021"/>
                  </a:cubicBezTo>
                  <a:lnTo>
                    <a:pt x="2" y="3016"/>
                  </a:lnTo>
                  <a:cubicBezTo>
                    <a:pt x="1" y="3285"/>
                    <a:pt x="99" y="3542"/>
                    <a:pt x="278" y="3738"/>
                  </a:cubicBezTo>
                  <a:cubicBezTo>
                    <a:pt x="455" y="3929"/>
                    <a:pt x="698" y="4039"/>
                    <a:pt x="949" y="4039"/>
                  </a:cubicBezTo>
                  <a:cubicBezTo>
                    <a:pt x="1472" y="4039"/>
                    <a:pt x="1900" y="3581"/>
                    <a:pt x="1901" y="3018"/>
                  </a:cubicBezTo>
                  <a:lnTo>
                    <a:pt x="1906" y="1024"/>
                  </a:lnTo>
                  <a:cubicBezTo>
                    <a:pt x="1906" y="754"/>
                    <a:pt x="1808" y="498"/>
                    <a:pt x="1629" y="302"/>
                  </a:cubicBezTo>
                  <a:cubicBezTo>
                    <a:pt x="1450"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5"/>
            <p:cNvSpPr/>
            <p:nvPr/>
          </p:nvSpPr>
          <p:spPr>
            <a:xfrm>
              <a:off x="4296575" y="2170525"/>
              <a:ext cx="41000" cy="94225"/>
            </a:xfrm>
            <a:custGeom>
              <a:avLst/>
              <a:gdLst/>
              <a:ahLst/>
              <a:cxnLst/>
              <a:rect l="l" t="t" r="r" b="b"/>
              <a:pathLst>
                <a:path w="1640" h="3769" extrusionOk="0">
                  <a:moveTo>
                    <a:pt x="823" y="1"/>
                  </a:moveTo>
                  <a:cubicBezTo>
                    <a:pt x="578" y="1"/>
                    <a:pt x="359" y="109"/>
                    <a:pt x="209" y="279"/>
                  </a:cubicBezTo>
                  <a:cubicBezTo>
                    <a:pt x="83" y="423"/>
                    <a:pt x="5" y="609"/>
                    <a:pt x="5" y="816"/>
                  </a:cubicBezTo>
                  <a:lnTo>
                    <a:pt x="1" y="2951"/>
                  </a:lnTo>
                  <a:cubicBezTo>
                    <a:pt x="1" y="3177"/>
                    <a:pt x="93" y="3379"/>
                    <a:pt x="240" y="3529"/>
                  </a:cubicBezTo>
                  <a:cubicBezTo>
                    <a:pt x="387" y="3675"/>
                    <a:pt x="593" y="3768"/>
                    <a:pt x="818" y="3768"/>
                  </a:cubicBezTo>
                  <a:cubicBezTo>
                    <a:pt x="821" y="3768"/>
                    <a:pt x="823" y="3768"/>
                    <a:pt x="825" y="3768"/>
                  </a:cubicBezTo>
                  <a:cubicBezTo>
                    <a:pt x="1072" y="3768"/>
                    <a:pt x="1294" y="3656"/>
                    <a:pt x="1444" y="3479"/>
                  </a:cubicBezTo>
                  <a:cubicBezTo>
                    <a:pt x="1561" y="3338"/>
                    <a:pt x="1636" y="3156"/>
                    <a:pt x="1636" y="2953"/>
                  </a:cubicBezTo>
                  <a:lnTo>
                    <a:pt x="1640" y="819"/>
                  </a:lnTo>
                  <a:cubicBezTo>
                    <a:pt x="1640" y="593"/>
                    <a:pt x="1548" y="391"/>
                    <a:pt x="1400" y="241"/>
                  </a:cubicBezTo>
                  <a:cubicBezTo>
                    <a:pt x="1254" y="93"/>
                    <a:pt x="1048" y="1"/>
                    <a:pt x="8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5"/>
            <p:cNvSpPr/>
            <p:nvPr/>
          </p:nvSpPr>
          <p:spPr>
            <a:xfrm>
              <a:off x="4296625" y="2170525"/>
              <a:ext cx="40950" cy="47125"/>
            </a:xfrm>
            <a:custGeom>
              <a:avLst/>
              <a:gdLst/>
              <a:ahLst/>
              <a:cxnLst/>
              <a:rect l="l" t="t" r="r" b="b"/>
              <a:pathLst>
                <a:path w="1638" h="1885" extrusionOk="0">
                  <a:moveTo>
                    <a:pt x="821" y="1"/>
                  </a:moveTo>
                  <a:cubicBezTo>
                    <a:pt x="369" y="1"/>
                    <a:pt x="3" y="366"/>
                    <a:pt x="3" y="816"/>
                  </a:cubicBezTo>
                  <a:lnTo>
                    <a:pt x="0" y="1883"/>
                  </a:lnTo>
                  <a:lnTo>
                    <a:pt x="1635" y="1885"/>
                  </a:lnTo>
                  <a:lnTo>
                    <a:pt x="1638" y="819"/>
                  </a:lnTo>
                  <a:cubicBezTo>
                    <a:pt x="1638" y="593"/>
                    <a:pt x="1546" y="391"/>
                    <a:pt x="1398" y="241"/>
                  </a:cubicBezTo>
                  <a:cubicBezTo>
                    <a:pt x="1252" y="93"/>
                    <a:pt x="1046"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5"/>
            <p:cNvSpPr/>
            <p:nvPr/>
          </p:nvSpPr>
          <p:spPr>
            <a:xfrm>
              <a:off x="4298675" y="2235925"/>
              <a:ext cx="14700" cy="22275"/>
            </a:xfrm>
            <a:custGeom>
              <a:avLst/>
              <a:gdLst/>
              <a:ahLst/>
              <a:cxnLst/>
              <a:rect l="l" t="t" r="r" b="b"/>
              <a:pathLst>
                <a:path w="588" h="891" extrusionOk="0">
                  <a:moveTo>
                    <a:pt x="199" y="1"/>
                  </a:moveTo>
                  <a:cubicBezTo>
                    <a:pt x="187" y="1"/>
                    <a:pt x="176" y="3"/>
                    <a:pt x="165" y="6"/>
                  </a:cubicBezTo>
                  <a:cubicBezTo>
                    <a:pt x="43" y="42"/>
                    <a:pt x="1" y="268"/>
                    <a:pt x="72" y="511"/>
                  </a:cubicBezTo>
                  <a:cubicBezTo>
                    <a:pt x="137" y="732"/>
                    <a:pt x="274" y="891"/>
                    <a:pt x="390" y="891"/>
                  </a:cubicBezTo>
                  <a:cubicBezTo>
                    <a:pt x="401" y="891"/>
                    <a:pt x="413" y="889"/>
                    <a:pt x="424" y="886"/>
                  </a:cubicBezTo>
                  <a:cubicBezTo>
                    <a:pt x="546" y="850"/>
                    <a:pt x="588" y="623"/>
                    <a:pt x="517" y="380"/>
                  </a:cubicBezTo>
                  <a:cubicBezTo>
                    <a:pt x="452" y="160"/>
                    <a:pt x="315"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5"/>
            <p:cNvSpPr/>
            <p:nvPr/>
          </p:nvSpPr>
          <p:spPr>
            <a:xfrm>
              <a:off x="4301800" y="2170525"/>
              <a:ext cx="35775" cy="87000"/>
            </a:xfrm>
            <a:custGeom>
              <a:avLst/>
              <a:gdLst/>
              <a:ahLst/>
              <a:cxnLst/>
              <a:rect l="l" t="t" r="r" b="b"/>
              <a:pathLst>
                <a:path w="1431" h="3480" extrusionOk="0">
                  <a:moveTo>
                    <a:pt x="614" y="1"/>
                  </a:moveTo>
                  <a:cubicBezTo>
                    <a:pt x="369" y="1"/>
                    <a:pt x="150" y="109"/>
                    <a:pt x="0" y="279"/>
                  </a:cubicBezTo>
                  <a:cubicBezTo>
                    <a:pt x="112" y="197"/>
                    <a:pt x="242" y="141"/>
                    <a:pt x="380" y="122"/>
                  </a:cubicBezTo>
                  <a:cubicBezTo>
                    <a:pt x="413" y="118"/>
                    <a:pt x="446" y="116"/>
                    <a:pt x="479" y="116"/>
                  </a:cubicBezTo>
                  <a:cubicBezTo>
                    <a:pt x="732" y="116"/>
                    <a:pt x="988" y="243"/>
                    <a:pt x="1123" y="459"/>
                  </a:cubicBezTo>
                  <a:cubicBezTo>
                    <a:pt x="1250" y="659"/>
                    <a:pt x="1268" y="908"/>
                    <a:pt x="1281" y="1145"/>
                  </a:cubicBezTo>
                  <a:cubicBezTo>
                    <a:pt x="1327" y="1923"/>
                    <a:pt x="1361" y="2711"/>
                    <a:pt x="1235" y="3479"/>
                  </a:cubicBezTo>
                  <a:cubicBezTo>
                    <a:pt x="1352" y="3338"/>
                    <a:pt x="1427" y="3156"/>
                    <a:pt x="1427" y="2953"/>
                  </a:cubicBezTo>
                  <a:lnTo>
                    <a:pt x="1431" y="819"/>
                  </a:lnTo>
                  <a:cubicBezTo>
                    <a:pt x="1431" y="593"/>
                    <a:pt x="1339" y="391"/>
                    <a:pt x="1191" y="241"/>
                  </a:cubicBezTo>
                  <a:cubicBezTo>
                    <a:pt x="1045" y="93"/>
                    <a:pt x="839" y="1"/>
                    <a:pt x="614"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5"/>
            <p:cNvSpPr/>
            <p:nvPr/>
          </p:nvSpPr>
          <p:spPr>
            <a:xfrm>
              <a:off x="4391925" y="2167375"/>
              <a:ext cx="47675" cy="100950"/>
            </a:xfrm>
            <a:custGeom>
              <a:avLst/>
              <a:gdLst/>
              <a:ahLst/>
              <a:cxnLst/>
              <a:rect l="l" t="t" r="r" b="b"/>
              <a:pathLst>
                <a:path w="1907" h="4038" extrusionOk="0">
                  <a:moveTo>
                    <a:pt x="958" y="1"/>
                  </a:moveTo>
                  <a:cubicBezTo>
                    <a:pt x="434" y="1"/>
                    <a:pt x="7" y="457"/>
                    <a:pt x="5" y="1020"/>
                  </a:cubicBezTo>
                  <a:lnTo>
                    <a:pt x="2" y="3015"/>
                  </a:lnTo>
                  <a:cubicBezTo>
                    <a:pt x="0" y="3284"/>
                    <a:pt x="98" y="3541"/>
                    <a:pt x="278" y="3738"/>
                  </a:cubicBezTo>
                  <a:cubicBezTo>
                    <a:pt x="454" y="3928"/>
                    <a:pt x="699" y="4038"/>
                    <a:pt x="949" y="4038"/>
                  </a:cubicBezTo>
                  <a:cubicBezTo>
                    <a:pt x="1473" y="4038"/>
                    <a:pt x="1899" y="3582"/>
                    <a:pt x="1901" y="3017"/>
                  </a:cubicBezTo>
                  <a:lnTo>
                    <a:pt x="1906" y="1023"/>
                  </a:lnTo>
                  <a:cubicBezTo>
                    <a:pt x="1906" y="754"/>
                    <a:pt x="1808" y="497"/>
                    <a:pt x="1629" y="301"/>
                  </a:cubicBezTo>
                  <a:cubicBezTo>
                    <a:pt x="1449" y="107"/>
                    <a:pt x="1212" y="1"/>
                    <a:pt x="9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5"/>
            <p:cNvSpPr/>
            <p:nvPr/>
          </p:nvSpPr>
          <p:spPr>
            <a:xfrm>
              <a:off x="4395325" y="2170725"/>
              <a:ext cx="40975" cy="94225"/>
            </a:xfrm>
            <a:custGeom>
              <a:avLst/>
              <a:gdLst/>
              <a:ahLst/>
              <a:cxnLst/>
              <a:rect l="l" t="t" r="r" b="b"/>
              <a:pathLst>
                <a:path w="1639" h="3769" extrusionOk="0">
                  <a:moveTo>
                    <a:pt x="822" y="1"/>
                  </a:moveTo>
                  <a:cubicBezTo>
                    <a:pt x="576" y="1"/>
                    <a:pt x="357" y="109"/>
                    <a:pt x="208" y="279"/>
                  </a:cubicBezTo>
                  <a:cubicBezTo>
                    <a:pt x="81" y="422"/>
                    <a:pt x="4" y="610"/>
                    <a:pt x="4" y="816"/>
                  </a:cubicBezTo>
                  <a:lnTo>
                    <a:pt x="0" y="2950"/>
                  </a:lnTo>
                  <a:cubicBezTo>
                    <a:pt x="0" y="3176"/>
                    <a:pt x="91" y="3379"/>
                    <a:pt x="239" y="3528"/>
                  </a:cubicBezTo>
                  <a:cubicBezTo>
                    <a:pt x="385" y="3676"/>
                    <a:pt x="592" y="3769"/>
                    <a:pt x="817" y="3769"/>
                  </a:cubicBezTo>
                  <a:cubicBezTo>
                    <a:pt x="818" y="3769"/>
                    <a:pt x="819" y="3769"/>
                    <a:pt x="820" y="3769"/>
                  </a:cubicBezTo>
                  <a:cubicBezTo>
                    <a:pt x="1069" y="3769"/>
                    <a:pt x="1292" y="3656"/>
                    <a:pt x="1442" y="3480"/>
                  </a:cubicBezTo>
                  <a:cubicBezTo>
                    <a:pt x="1560" y="3337"/>
                    <a:pt x="1634" y="3156"/>
                    <a:pt x="1634" y="2953"/>
                  </a:cubicBezTo>
                  <a:lnTo>
                    <a:pt x="1638" y="818"/>
                  </a:lnTo>
                  <a:cubicBezTo>
                    <a:pt x="1638" y="592"/>
                    <a:pt x="1546" y="390"/>
                    <a:pt x="1400" y="240"/>
                  </a:cubicBezTo>
                  <a:cubicBezTo>
                    <a:pt x="1252" y="94"/>
                    <a:pt x="1048"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5"/>
            <p:cNvSpPr/>
            <p:nvPr/>
          </p:nvSpPr>
          <p:spPr>
            <a:xfrm>
              <a:off x="4395350" y="2170725"/>
              <a:ext cx="40950" cy="47150"/>
            </a:xfrm>
            <a:custGeom>
              <a:avLst/>
              <a:gdLst/>
              <a:ahLst/>
              <a:cxnLst/>
              <a:rect l="l" t="t" r="r" b="b"/>
              <a:pathLst>
                <a:path w="1638" h="1886" extrusionOk="0">
                  <a:moveTo>
                    <a:pt x="821" y="1"/>
                  </a:moveTo>
                  <a:cubicBezTo>
                    <a:pt x="369" y="1"/>
                    <a:pt x="3" y="365"/>
                    <a:pt x="3" y="816"/>
                  </a:cubicBezTo>
                  <a:lnTo>
                    <a:pt x="0" y="1882"/>
                  </a:lnTo>
                  <a:lnTo>
                    <a:pt x="1634" y="1885"/>
                  </a:lnTo>
                  <a:lnTo>
                    <a:pt x="1637" y="818"/>
                  </a:lnTo>
                  <a:cubicBezTo>
                    <a:pt x="1637" y="592"/>
                    <a:pt x="1545" y="390"/>
                    <a:pt x="1399" y="240"/>
                  </a:cubicBezTo>
                  <a:cubicBezTo>
                    <a:pt x="1251" y="94"/>
                    <a:pt x="1047" y="1"/>
                    <a:pt x="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5"/>
            <p:cNvSpPr/>
            <p:nvPr/>
          </p:nvSpPr>
          <p:spPr>
            <a:xfrm>
              <a:off x="4397425" y="2236150"/>
              <a:ext cx="14700" cy="22250"/>
            </a:xfrm>
            <a:custGeom>
              <a:avLst/>
              <a:gdLst/>
              <a:ahLst/>
              <a:cxnLst/>
              <a:rect l="l" t="t" r="r" b="b"/>
              <a:pathLst>
                <a:path w="588" h="890" extrusionOk="0">
                  <a:moveTo>
                    <a:pt x="198" y="0"/>
                  </a:moveTo>
                  <a:cubicBezTo>
                    <a:pt x="187" y="0"/>
                    <a:pt x="175" y="2"/>
                    <a:pt x="164" y="5"/>
                  </a:cubicBezTo>
                  <a:cubicBezTo>
                    <a:pt x="41" y="41"/>
                    <a:pt x="0" y="266"/>
                    <a:pt x="71" y="511"/>
                  </a:cubicBezTo>
                  <a:cubicBezTo>
                    <a:pt x="136" y="731"/>
                    <a:pt x="272" y="889"/>
                    <a:pt x="389" y="889"/>
                  </a:cubicBezTo>
                  <a:cubicBezTo>
                    <a:pt x="400" y="889"/>
                    <a:pt x="412" y="888"/>
                    <a:pt x="423" y="884"/>
                  </a:cubicBezTo>
                  <a:cubicBezTo>
                    <a:pt x="545" y="848"/>
                    <a:pt x="587" y="621"/>
                    <a:pt x="516" y="379"/>
                  </a:cubicBezTo>
                  <a:cubicBezTo>
                    <a:pt x="450" y="158"/>
                    <a:pt x="314" y="0"/>
                    <a:pt x="198"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5"/>
            <p:cNvSpPr/>
            <p:nvPr/>
          </p:nvSpPr>
          <p:spPr>
            <a:xfrm>
              <a:off x="4400475" y="2170725"/>
              <a:ext cx="35825" cy="87000"/>
            </a:xfrm>
            <a:custGeom>
              <a:avLst/>
              <a:gdLst/>
              <a:ahLst/>
              <a:cxnLst/>
              <a:rect l="l" t="t" r="r" b="b"/>
              <a:pathLst>
                <a:path w="1433" h="3480" extrusionOk="0">
                  <a:moveTo>
                    <a:pt x="616" y="1"/>
                  </a:moveTo>
                  <a:cubicBezTo>
                    <a:pt x="370" y="1"/>
                    <a:pt x="151" y="109"/>
                    <a:pt x="1" y="279"/>
                  </a:cubicBezTo>
                  <a:cubicBezTo>
                    <a:pt x="114" y="197"/>
                    <a:pt x="244" y="142"/>
                    <a:pt x="383" y="122"/>
                  </a:cubicBezTo>
                  <a:cubicBezTo>
                    <a:pt x="415" y="117"/>
                    <a:pt x="447" y="115"/>
                    <a:pt x="480" y="115"/>
                  </a:cubicBezTo>
                  <a:cubicBezTo>
                    <a:pt x="734" y="115"/>
                    <a:pt x="989" y="242"/>
                    <a:pt x="1126" y="458"/>
                  </a:cubicBezTo>
                  <a:cubicBezTo>
                    <a:pt x="1252" y="658"/>
                    <a:pt x="1270" y="907"/>
                    <a:pt x="1283" y="1144"/>
                  </a:cubicBezTo>
                  <a:cubicBezTo>
                    <a:pt x="1328" y="1922"/>
                    <a:pt x="1363" y="2711"/>
                    <a:pt x="1236" y="3480"/>
                  </a:cubicBezTo>
                  <a:cubicBezTo>
                    <a:pt x="1354" y="3337"/>
                    <a:pt x="1428" y="3156"/>
                    <a:pt x="1428" y="2953"/>
                  </a:cubicBezTo>
                  <a:lnTo>
                    <a:pt x="1432" y="818"/>
                  </a:lnTo>
                  <a:cubicBezTo>
                    <a:pt x="1432" y="592"/>
                    <a:pt x="1340" y="390"/>
                    <a:pt x="1194" y="240"/>
                  </a:cubicBezTo>
                  <a:cubicBezTo>
                    <a:pt x="1046" y="94"/>
                    <a:pt x="842" y="1"/>
                    <a:pt x="616"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5"/>
            <p:cNvSpPr/>
            <p:nvPr/>
          </p:nvSpPr>
          <p:spPr>
            <a:xfrm>
              <a:off x="4490650" y="2167550"/>
              <a:ext cx="47650" cy="101000"/>
            </a:xfrm>
            <a:custGeom>
              <a:avLst/>
              <a:gdLst/>
              <a:ahLst/>
              <a:cxnLst/>
              <a:rect l="l" t="t" r="r" b="b"/>
              <a:pathLst>
                <a:path w="1906" h="4040" extrusionOk="0">
                  <a:moveTo>
                    <a:pt x="957" y="1"/>
                  </a:moveTo>
                  <a:cubicBezTo>
                    <a:pt x="434" y="1"/>
                    <a:pt x="7" y="458"/>
                    <a:pt x="6" y="1022"/>
                  </a:cubicBezTo>
                  <a:lnTo>
                    <a:pt x="2" y="3015"/>
                  </a:lnTo>
                  <a:cubicBezTo>
                    <a:pt x="1" y="3286"/>
                    <a:pt x="99" y="3542"/>
                    <a:pt x="277" y="3738"/>
                  </a:cubicBezTo>
                  <a:cubicBezTo>
                    <a:pt x="455" y="3929"/>
                    <a:pt x="698" y="4039"/>
                    <a:pt x="948" y="4039"/>
                  </a:cubicBezTo>
                  <a:cubicBezTo>
                    <a:pt x="1472" y="4039"/>
                    <a:pt x="1898" y="3582"/>
                    <a:pt x="1901" y="3018"/>
                  </a:cubicBezTo>
                  <a:lnTo>
                    <a:pt x="1906" y="1024"/>
                  </a:lnTo>
                  <a:cubicBezTo>
                    <a:pt x="1906" y="754"/>
                    <a:pt x="1808" y="497"/>
                    <a:pt x="1628" y="301"/>
                  </a:cubicBezTo>
                  <a:cubicBezTo>
                    <a:pt x="1449" y="108"/>
                    <a:pt x="1211" y="1"/>
                    <a:pt x="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5"/>
            <p:cNvSpPr/>
            <p:nvPr/>
          </p:nvSpPr>
          <p:spPr>
            <a:xfrm>
              <a:off x="4494025" y="2170925"/>
              <a:ext cx="40975" cy="94200"/>
            </a:xfrm>
            <a:custGeom>
              <a:avLst/>
              <a:gdLst/>
              <a:ahLst/>
              <a:cxnLst/>
              <a:rect l="l" t="t" r="r" b="b"/>
              <a:pathLst>
                <a:path w="1639" h="3768" extrusionOk="0">
                  <a:moveTo>
                    <a:pt x="822" y="0"/>
                  </a:moveTo>
                  <a:cubicBezTo>
                    <a:pt x="578" y="0"/>
                    <a:pt x="358" y="108"/>
                    <a:pt x="208" y="279"/>
                  </a:cubicBezTo>
                  <a:cubicBezTo>
                    <a:pt x="82" y="422"/>
                    <a:pt x="5" y="609"/>
                    <a:pt x="5" y="815"/>
                  </a:cubicBezTo>
                  <a:lnTo>
                    <a:pt x="1" y="2951"/>
                  </a:lnTo>
                  <a:cubicBezTo>
                    <a:pt x="1" y="3177"/>
                    <a:pt x="93" y="3379"/>
                    <a:pt x="239" y="3528"/>
                  </a:cubicBezTo>
                  <a:cubicBezTo>
                    <a:pt x="387" y="3675"/>
                    <a:pt x="593" y="3768"/>
                    <a:pt x="817" y="3768"/>
                  </a:cubicBezTo>
                  <a:cubicBezTo>
                    <a:pt x="819" y="3768"/>
                    <a:pt x="822" y="3768"/>
                    <a:pt x="824" y="3768"/>
                  </a:cubicBezTo>
                  <a:cubicBezTo>
                    <a:pt x="1072" y="3768"/>
                    <a:pt x="1293" y="3656"/>
                    <a:pt x="1443" y="3479"/>
                  </a:cubicBezTo>
                  <a:cubicBezTo>
                    <a:pt x="1560" y="3338"/>
                    <a:pt x="1636" y="3156"/>
                    <a:pt x="1636" y="2953"/>
                  </a:cubicBezTo>
                  <a:lnTo>
                    <a:pt x="1639" y="818"/>
                  </a:lnTo>
                  <a:cubicBezTo>
                    <a:pt x="1639" y="592"/>
                    <a:pt x="1548" y="390"/>
                    <a:pt x="1400" y="240"/>
                  </a:cubicBezTo>
                  <a:cubicBezTo>
                    <a:pt x="1254"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5"/>
            <p:cNvSpPr/>
            <p:nvPr/>
          </p:nvSpPr>
          <p:spPr>
            <a:xfrm>
              <a:off x="4494050" y="2170925"/>
              <a:ext cx="40950" cy="47125"/>
            </a:xfrm>
            <a:custGeom>
              <a:avLst/>
              <a:gdLst/>
              <a:ahLst/>
              <a:cxnLst/>
              <a:rect l="l" t="t" r="r" b="b"/>
              <a:pathLst>
                <a:path w="1638" h="1885" extrusionOk="0">
                  <a:moveTo>
                    <a:pt x="819" y="0"/>
                  </a:moveTo>
                  <a:cubicBezTo>
                    <a:pt x="369" y="0"/>
                    <a:pt x="3" y="366"/>
                    <a:pt x="3" y="815"/>
                  </a:cubicBezTo>
                  <a:lnTo>
                    <a:pt x="1" y="1882"/>
                  </a:lnTo>
                  <a:lnTo>
                    <a:pt x="1636" y="1884"/>
                  </a:lnTo>
                  <a:lnTo>
                    <a:pt x="1638" y="818"/>
                  </a:lnTo>
                  <a:cubicBezTo>
                    <a:pt x="1638" y="592"/>
                    <a:pt x="1547" y="390"/>
                    <a:pt x="1399" y="240"/>
                  </a:cubicBezTo>
                  <a:cubicBezTo>
                    <a:pt x="1253" y="93"/>
                    <a:pt x="1047" y="0"/>
                    <a:pt x="821" y="0"/>
                  </a:cubicBezTo>
                  <a:cubicBezTo>
                    <a:pt x="821" y="0"/>
                    <a:pt x="82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5"/>
            <p:cNvSpPr/>
            <p:nvPr/>
          </p:nvSpPr>
          <p:spPr>
            <a:xfrm>
              <a:off x="4496125" y="2236325"/>
              <a:ext cx="14700" cy="22275"/>
            </a:xfrm>
            <a:custGeom>
              <a:avLst/>
              <a:gdLst/>
              <a:ahLst/>
              <a:cxnLst/>
              <a:rect l="l" t="t" r="r" b="b"/>
              <a:pathLst>
                <a:path w="588" h="891" extrusionOk="0">
                  <a:moveTo>
                    <a:pt x="199" y="0"/>
                  </a:moveTo>
                  <a:cubicBezTo>
                    <a:pt x="187" y="0"/>
                    <a:pt x="176" y="2"/>
                    <a:pt x="165" y="5"/>
                  </a:cubicBezTo>
                  <a:cubicBezTo>
                    <a:pt x="42" y="41"/>
                    <a:pt x="0" y="267"/>
                    <a:pt x="72" y="511"/>
                  </a:cubicBezTo>
                  <a:cubicBezTo>
                    <a:pt x="137" y="731"/>
                    <a:pt x="273" y="890"/>
                    <a:pt x="389" y="890"/>
                  </a:cubicBezTo>
                  <a:cubicBezTo>
                    <a:pt x="401" y="890"/>
                    <a:pt x="412" y="889"/>
                    <a:pt x="424" y="886"/>
                  </a:cubicBezTo>
                  <a:cubicBezTo>
                    <a:pt x="546" y="848"/>
                    <a:pt x="588" y="622"/>
                    <a:pt x="516" y="380"/>
                  </a:cubicBezTo>
                  <a:cubicBezTo>
                    <a:pt x="451" y="159"/>
                    <a:pt x="315" y="0"/>
                    <a:pt x="19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5"/>
            <p:cNvSpPr/>
            <p:nvPr/>
          </p:nvSpPr>
          <p:spPr>
            <a:xfrm>
              <a:off x="4499225" y="2170925"/>
              <a:ext cx="35775" cy="86975"/>
            </a:xfrm>
            <a:custGeom>
              <a:avLst/>
              <a:gdLst/>
              <a:ahLst/>
              <a:cxnLst/>
              <a:rect l="l" t="t" r="r" b="b"/>
              <a:pathLst>
                <a:path w="1431" h="3479" extrusionOk="0">
                  <a:moveTo>
                    <a:pt x="614" y="0"/>
                  </a:moveTo>
                  <a:cubicBezTo>
                    <a:pt x="370" y="0"/>
                    <a:pt x="150" y="108"/>
                    <a:pt x="0" y="279"/>
                  </a:cubicBezTo>
                  <a:cubicBezTo>
                    <a:pt x="113" y="196"/>
                    <a:pt x="243" y="140"/>
                    <a:pt x="381" y="122"/>
                  </a:cubicBezTo>
                  <a:cubicBezTo>
                    <a:pt x="414" y="117"/>
                    <a:pt x="447" y="115"/>
                    <a:pt x="480" y="115"/>
                  </a:cubicBezTo>
                  <a:cubicBezTo>
                    <a:pt x="733" y="115"/>
                    <a:pt x="988" y="243"/>
                    <a:pt x="1124" y="458"/>
                  </a:cubicBezTo>
                  <a:cubicBezTo>
                    <a:pt x="1250" y="658"/>
                    <a:pt x="1269" y="907"/>
                    <a:pt x="1281" y="1145"/>
                  </a:cubicBezTo>
                  <a:cubicBezTo>
                    <a:pt x="1326" y="1923"/>
                    <a:pt x="1361" y="2710"/>
                    <a:pt x="1235" y="3479"/>
                  </a:cubicBezTo>
                  <a:cubicBezTo>
                    <a:pt x="1352" y="3338"/>
                    <a:pt x="1428" y="3156"/>
                    <a:pt x="1428" y="2953"/>
                  </a:cubicBezTo>
                  <a:lnTo>
                    <a:pt x="1431" y="818"/>
                  </a:lnTo>
                  <a:cubicBezTo>
                    <a:pt x="1431" y="592"/>
                    <a:pt x="1340" y="390"/>
                    <a:pt x="1192" y="240"/>
                  </a:cubicBezTo>
                  <a:cubicBezTo>
                    <a:pt x="1046" y="93"/>
                    <a:pt x="840" y="0"/>
                    <a:pt x="614"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5"/>
            <p:cNvSpPr/>
            <p:nvPr/>
          </p:nvSpPr>
          <p:spPr>
            <a:xfrm>
              <a:off x="4589375" y="2167775"/>
              <a:ext cx="47650" cy="100950"/>
            </a:xfrm>
            <a:custGeom>
              <a:avLst/>
              <a:gdLst/>
              <a:ahLst/>
              <a:cxnLst/>
              <a:rect l="l" t="t" r="r" b="b"/>
              <a:pathLst>
                <a:path w="1906" h="4038" extrusionOk="0">
                  <a:moveTo>
                    <a:pt x="957" y="0"/>
                  </a:moveTo>
                  <a:cubicBezTo>
                    <a:pt x="433" y="0"/>
                    <a:pt x="6" y="456"/>
                    <a:pt x="5" y="1020"/>
                  </a:cubicBezTo>
                  <a:lnTo>
                    <a:pt x="1" y="3015"/>
                  </a:lnTo>
                  <a:cubicBezTo>
                    <a:pt x="0" y="3284"/>
                    <a:pt x="98" y="3541"/>
                    <a:pt x="278" y="3737"/>
                  </a:cubicBezTo>
                  <a:cubicBezTo>
                    <a:pt x="454" y="3928"/>
                    <a:pt x="698" y="4037"/>
                    <a:pt x="948" y="4037"/>
                  </a:cubicBezTo>
                  <a:cubicBezTo>
                    <a:pt x="1472" y="4037"/>
                    <a:pt x="1899" y="3581"/>
                    <a:pt x="1900" y="3017"/>
                  </a:cubicBezTo>
                  <a:lnTo>
                    <a:pt x="1905" y="1023"/>
                  </a:lnTo>
                  <a:cubicBezTo>
                    <a:pt x="1905" y="753"/>
                    <a:pt x="1807" y="497"/>
                    <a:pt x="1628" y="300"/>
                  </a:cubicBezTo>
                  <a:cubicBezTo>
                    <a:pt x="1449" y="106"/>
                    <a:pt x="1212" y="0"/>
                    <a:pt x="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5"/>
            <p:cNvSpPr/>
            <p:nvPr/>
          </p:nvSpPr>
          <p:spPr>
            <a:xfrm>
              <a:off x="4592750" y="2171125"/>
              <a:ext cx="40975" cy="94225"/>
            </a:xfrm>
            <a:custGeom>
              <a:avLst/>
              <a:gdLst/>
              <a:ahLst/>
              <a:cxnLst/>
              <a:rect l="l" t="t" r="r" b="b"/>
              <a:pathLst>
                <a:path w="1639" h="3769" extrusionOk="0">
                  <a:moveTo>
                    <a:pt x="822" y="0"/>
                  </a:moveTo>
                  <a:cubicBezTo>
                    <a:pt x="577" y="0"/>
                    <a:pt x="357" y="107"/>
                    <a:pt x="208" y="279"/>
                  </a:cubicBezTo>
                  <a:cubicBezTo>
                    <a:pt x="83" y="421"/>
                    <a:pt x="4" y="609"/>
                    <a:pt x="4" y="816"/>
                  </a:cubicBezTo>
                  <a:lnTo>
                    <a:pt x="0" y="2950"/>
                  </a:lnTo>
                  <a:cubicBezTo>
                    <a:pt x="0" y="3176"/>
                    <a:pt x="92" y="3378"/>
                    <a:pt x="239" y="3528"/>
                  </a:cubicBezTo>
                  <a:cubicBezTo>
                    <a:pt x="386" y="3675"/>
                    <a:pt x="593" y="3768"/>
                    <a:pt x="817" y="3768"/>
                  </a:cubicBezTo>
                  <a:cubicBezTo>
                    <a:pt x="818" y="3768"/>
                    <a:pt x="819" y="3768"/>
                    <a:pt x="820" y="3768"/>
                  </a:cubicBezTo>
                  <a:cubicBezTo>
                    <a:pt x="1069" y="3768"/>
                    <a:pt x="1292" y="3656"/>
                    <a:pt x="1443" y="3479"/>
                  </a:cubicBezTo>
                  <a:cubicBezTo>
                    <a:pt x="1560" y="3337"/>
                    <a:pt x="1635" y="3155"/>
                    <a:pt x="1635" y="2953"/>
                  </a:cubicBezTo>
                  <a:lnTo>
                    <a:pt x="1638" y="818"/>
                  </a:lnTo>
                  <a:cubicBezTo>
                    <a:pt x="1638" y="592"/>
                    <a:pt x="1547" y="389"/>
                    <a:pt x="1400" y="240"/>
                  </a:cubicBezTo>
                  <a:cubicBezTo>
                    <a:pt x="1253" y="93"/>
                    <a:pt x="1048" y="0"/>
                    <a:pt x="8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5"/>
            <p:cNvSpPr/>
            <p:nvPr/>
          </p:nvSpPr>
          <p:spPr>
            <a:xfrm>
              <a:off x="4592775" y="2171125"/>
              <a:ext cx="40950" cy="47125"/>
            </a:xfrm>
            <a:custGeom>
              <a:avLst/>
              <a:gdLst/>
              <a:ahLst/>
              <a:cxnLst/>
              <a:rect l="l" t="t" r="r" b="b"/>
              <a:pathLst>
                <a:path w="1638" h="1885" extrusionOk="0">
                  <a:moveTo>
                    <a:pt x="817" y="0"/>
                  </a:moveTo>
                  <a:cubicBezTo>
                    <a:pt x="368" y="0"/>
                    <a:pt x="3" y="366"/>
                    <a:pt x="3" y="816"/>
                  </a:cubicBezTo>
                  <a:lnTo>
                    <a:pt x="0" y="1882"/>
                  </a:lnTo>
                  <a:lnTo>
                    <a:pt x="1635" y="1885"/>
                  </a:lnTo>
                  <a:lnTo>
                    <a:pt x="1637" y="818"/>
                  </a:lnTo>
                  <a:cubicBezTo>
                    <a:pt x="1637" y="592"/>
                    <a:pt x="1546" y="389"/>
                    <a:pt x="1399" y="240"/>
                  </a:cubicBezTo>
                  <a:cubicBezTo>
                    <a:pt x="1252" y="93"/>
                    <a:pt x="1047" y="0"/>
                    <a:pt x="821" y="0"/>
                  </a:cubicBezTo>
                  <a:cubicBezTo>
                    <a:pt x="819" y="0"/>
                    <a:pt x="818"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5"/>
            <p:cNvSpPr/>
            <p:nvPr/>
          </p:nvSpPr>
          <p:spPr>
            <a:xfrm>
              <a:off x="4594825" y="2236475"/>
              <a:ext cx="14725" cy="22275"/>
            </a:xfrm>
            <a:custGeom>
              <a:avLst/>
              <a:gdLst/>
              <a:ahLst/>
              <a:cxnLst/>
              <a:rect l="l" t="t" r="r" b="b"/>
              <a:pathLst>
                <a:path w="589" h="891" extrusionOk="0">
                  <a:moveTo>
                    <a:pt x="199" y="1"/>
                  </a:moveTo>
                  <a:cubicBezTo>
                    <a:pt x="188" y="1"/>
                    <a:pt x="176" y="2"/>
                    <a:pt x="165" y="5"/>
                  </a:cubicBezTo>
                  <a:cubicBezTo>
                    <a:pt x="42" y="42"/>
                    <a:pt x="1" y="269"/>
                    <a:pt x="72" y="511"/>
                  </a:cubicBezTo>
                  <a:cubicBezTo>
                    <a:pt x="138" y="732"/>
                    <a:pt x="273" y="891"/>
                    <a:pt x="390" y="891"/>
                  </a:cubicBezTo>
                  <a:cubicBezTo>
                    <a:pt x="401" y="891"/>
                    <a:pt x="413" y="889"/>
                    <a:pt x="424" y="886"/>
                  </a:cubicBezTo>
                  <a:cubicBezTo>
                    <a:pt x="547" y="850"/>
                    <a:pt x="588" y="623"/>
                    <a:pt x="517" y="380"/>
                  </a:cubicBezTo>
                  <a:cubicBezTo>
                    <a:pt x="451" y="160"/>
                    <a:pt x="316" y="1"/>
                    <a:pt x="19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5"/>
            <p:cNvSpPr/>
            <p:nvPr/>
          </p:nvSpPr>
          <p:spPr>
            <a:xfrm>
              <a:off x="4597900" y="2171125"/>
              <a:ext cx="35825" cy="87000"/>
            </a:xfrm>
            <a:custGeom>
              <a:avLst/>
              <a:gdLst/>
              <a:ahLst/>
              <a:cxnLst/>
              <a:rect l="l" t="t" r="r" b="b"/>
              <a:pathLst>
                <a:path w="1433" h="3480" extrusionOk="0">
                  <a:moveTo>
                    <a:pt x="616" y="0"/>
                  </a:moveTo>
                  <a:cubicBezTo>
                    <a:pt x="371" y="0"/>
                    <a:pt x="151" y="107"/>
                    <a:pt x="1" y="279"/>
                  </a:cubicBezTo>
                  <a:cubicBezTo>
                    <a:pt x="114" y="196"/>
                    <a:pt x="244" y="141"/>
                    <a:pt x="382" y="121"/>
                  </a:cubicBezTo>
                  <a:cubicBezTo>
                    <a:pt x="415" y="117"/>
                    <a:pt x="447" y="115"/>
                    <a:pt x="479" y="115"/>
                  </a:cubicBezTo>
                  <a:cubicBezTo>
                    <a:pt x="733" y="115"/>
                    <a:pt x="989" y="241"/>
                    <a:pt x="1126" y="457"/>
                  </a:cubicBezTo>
                  <a:cubicBezTo>
                    <a:pt x="1252" y="658"/>
                    <a:pt x="1270" y="906"/>
                    <a:pt x="1283" y="1144"/>
                  </a:cubicBezTo>
                  <a:cubicBezTo>
                    <a:pt x="1328" y="1922"/>
                    <a:pt x="1363" y="2710"/>
                    <a:pt x="1237" y="3479"/>
                  </a:cubicBezTo>
                  <a:cubicBezTo>
                    <a:pt x="1354" y="3337"/>
                    <a:pt x="1429" y="3155"/>
                    <a:pt x="1429" y="2953"/>
                  </a:cubicBezTo>
                  <a:lnTo>
                    <a:pt x="1432" y="818"/>
                  </a:lnTo>
                  <a:cubicBezTo>
                    <a:pt x="1432" y="592"/>
                    <a:pt x="1341" y="389"/>
                    <a:pt x="1194" y="240"/>
                  </a:cubicBezTo>
                  <a:cubicBezTo>
                    <a:pt x="1047" y="93"/>
                    <a:pt x="842" y="0"/>
                    <a:pt x="616"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5"/>
            <p:cNvSpPr/>
            <p:nvPr/>
          </p:nvSpPr>
          <p:spPr>
            <a:xfrm>
              <a:off x="4688075" y="2167950"/>
              <a:ext cx="47650" cy="100975"/>
            </a:xfrm>
            <a:custGeom>
              <a:avLst/>
              <a:gdLst/>
              <a:ahLst/>
              <a:cxnLst/>
              <a:rect l="l" t="t" r="r" b="b"/>
              <a:pathLst>
                <a:path w="1906" h="4039" extrusionOk="0">
                  <a:moveTo>
                    <a:pt x="958" y="0"/>
                  </a:moveTo>
                  <a:cubicBezTo>
                    <a:pt x="434" y="0"/>
                    <a:pt x="7" y="458"/>
                    <a:pt x="6" y="1021"/>
                  </a:cubicBezTo>
                  <a:lnTo>
                    <a:pt x="2" y="3015"/>
                  </a:lnTo>
                  <a:cubicBezTo>
                    <a:pt x="0" y="3285"/>
                    <a:pt x="99" y="3541"/>
                    <a:pt x="278" y="3737"/>
                  </a:cubicBezTo>
                  <a:cubicBezTo>
                    <a:pt x="455" y="3928"/>
                    <a:pt x="698" y="4039"/>
                    <a:pt x="949" y="4039"/>
                  </a:cubicBezTo>
                  <a:cubicBezTo>
                    <a:pt x="1472" y="4039"/>
                    <a:pt x="1899" y="3581"/>
                    <a:pt x="1900" y="3018"/>
                  </a:cubicBezTo>
                  <a:lnTo>
                    <a:pt x="1906" y="1023"/>
                  </a:lnTo>
                  <a:cubicBezTo>
                    <a:pt x="1906" y="754"/>
                    <a:pt x="1807" y="497"/>
                    <a:pt x="1629" y="301"/>
                  </a:cubicBezTo>
                  <a:cubicBezTo>
                    <a:pt x="1449" y="108"/>
                    <a:pt x="1212"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5"/>
            <p:cNvSpPr/>
            <p:nvPr/>
          </p:nvSpPr>
          <p:spPr>
            <a:xfrm>
              <a:off x="4691450" y="2171300"/>
              <a:ext cx="41000" cy="94225"/>
            </a:xfrm>
            <a:custGeom>
              <a:avLst/>
              <a:gdLst/>
              <a:ahLst/>
              <a:cxnLst/>
              <a:rect l="l" t="t" r="r" b="b"/>
              <a:pathLst>
                <a:path w="1640" h="3769" extrusionOk="0">
                  <a:moveTo>
                    <a:pt x="820" y="0"/>
                  </a:moveTo>
                  <a:cubicBezTo>
                    <a:pt x="575" y="0"/>
                    <a:pt x="358" y="109"/>
                    <a:pt x="209" y="279"/>
                  </a:cubicBezTo>
                  <a:cubicBezTo>
                    <a:pt x="82" y="423"/>
                    <a:pt x="5" y="609"/>
                    <a:pt x="5" y="816"/>
                  </a:cubicBezTo>
                  <a:lnTo>
                    <a:pt x="1" y="2951"/>
                  </a:lnTo>
                  <a:cubicBezTo>
                    <a:pt x="1" y="3177"/>
                    <a:pt x="93" y="3379"/>
                    <a:pt x="240" y="3529"/>
                  </a:cubicBezTo>
                  <a:cubicBezTo>
                    <a:pt x="387" y="3675"/>
                    <a:pt x="593" y="3768"/>
                    <a:pt x="818" y="3768"/>
                  </a:cubicBezTo>
                  <a:cubicBezTo>
                    <a:pt x="820" y="3768"/>
                    <a:pt x="823" y="3768"/>
                    <a:pt x="825" y="3768"/>
                  </a:cubicBezTo>
                  <a:cubicBezTo>
                    <a:pt x="1072" y="3768"/>
                    <a:pt x="1294" y="3656"/>
                    <a:pt x="1443" y="3479"/>
                  </a:cubicBezTo>
                  <a:cubicBezTo>
                    <a:pt x="1561" y="3338"/>
                    <a:pt x="1635" y="3156"/>
                    <a:pt x="1635" y="2953"/>
                  </a:cubicBezTo>
                  <a:lnTo>
                    <a:pt x="1639" y="819"/>
                  </a:lnTo>
                  <a:cubicBezTo>
                    <a:pt x="1639" y="593"/>
                    <a:pt x="1548" y="391"/>
                    <a:pt x="1401" y="241"/>
                  </a:cubicBezTo>
                  <a:cubicBezTo>
                    <a:pt x="1254" y="93"/>
                    <a:pt x="1048" y="1"/>
                    <a:pt x="823" y="1"/>
                  </a:cubicBezTo>
                  <a:cubicBezTo>
                    <a:pt x="822" y="1"/>
                    <a:pt x="821"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5"/>
            <p:cNvSpPr/>
            <p:nvPr/>
          </p:nvSpPr>
          <p:spPr>
            <a:xfrm>
              <a:off x="4691475" y="2171300"/>
              <a:ext cx="40975" cy="47125"/>
            </a:xfrm>
            <a:custGeom>
              <a:avLst/>
              <a:gdLst/>
              <a:ahLst/>
              <a:cxnLst/>
              <a:rect l="l" t="t" r="r" b="b"/>
              <a:pathLst>
                <a:path w="1639" h="1885" extrusionOk="0">
                  <a:moveTo>
                    <a:pt x="820" y="1"/>
                  </a:moveTo>
                  <a:cubicBezTo>
                    <a:pt x="369" y="1"/>
                    <a:pt x="4" y="365"/>
                    <a:pt x="4" y="816"/>
                  </a:cubicBezTo>
                  <a:lnTo>
                    <a:pt x="1" y="1883"/>
                  </a:lnTo>
                  <a:lnTo>
                    <a:pt x="1635" y="1885"/>
                  </a:lnTo>
                  <a:lnTo>
                    <a:pt x="1638" y="819"/>
                  </a:lnTo>
                  <a:cubicBezTo>
                    <a:pt x="1638" y="593"/>
                    <a:pt x="1547" y="391"/>
                    <a:pt x="1400" y="241"/>
                  </a:cubicBezTo>
                  <a:cubicBezTo>
                    <a:pt x="1253" y="93"/>
                    <a:pt x="1047" y="1"/>
                    <a:pt x="822" y="1"/>
                  </a:cubicBezTo>
                  <a:cubicBezTo>
                    <a:pt x="822" y="1"/>
                    <a:pt x="821" y="1"/>
                    <a:pt x="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5"/>
            <p:cNvSpPr/>
            <p:nvPr/>
          </p:nvSpPr>
          <p:spPr>
            <a:xfrm>
              <a:off x="4693575" y="2236675"/>
              <a:ext cx="14675" cy="22250"/>
            </a:xfrm>
            <a:custGeom>
              <a:avLst/>
              <a:gdLst/>
              <a:ahLst/>
              <a:cxnLst/>
              <a:rect l="l" t="t" r="r" b="b"/>
              <a:pathLst>
                <a:path w="587" h="890" extrusionOk="0">
                  <a:moveTo>
                    <a:pt x="198" y="1"/>
                  </a:moveTo>
                  <a:cubicBezTo>
                    <a:pt x="186" y="1"/>
                    <a:pt x="175" y="2"/>
                    <a:pt x="163" y="6"/>
                  </a:cubicBezTo>
                  <a:cubicBezTo>
                    <a:pt x="42" y="42"/>
                    <a:pt x="0" y="269"/>
                    <a:pt x="70" y="511"/>
                  </a:cubicBezTo>
                  <a:cubicBezTo>
                    <a:pt x="136" y="732"/>
                    <a:pt x="272" y="890"/>
                    <a:pt x="388" y="890"/>
                  </a:cubicBezTo>
                  <a:cubicBezTo>
                    <a:pt x="400" y="890"/>
                    <a:pt x="411" y="888"/>
                    <a:pt x="422" y="885"/>
                  </a:cubicBezTo>
                  <a:cubicBezTo>
                    <a:pt x="545" y="849"/>
                    <a:pt x="586" y="622"/>
                    <a:pt x="516" y="379"/>
                  </a:cubicBezTo>
                  <a:cubicBezTo>
                    <a:pt x="451" y="159"/>
                    <a:pt x="314" y="1"/>
                    <a:pt x="198"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5"/>
            <p:cNvSpPr/>
            <p:nvPr/>
          </p:nvSpPr>
          <p:spPr>
            <a:xfrm>
              <a:off x="4696675" y="2171300"/>
              <a:ext cx="35775" cy="87000"/>
            </a:xfrm>
            <a:custGeom>
              <a:avLst/>
              <a:gdLst/>
              <a:ahLst/>
              <a:cxnLst/>
              <a:rect l="l" t="t" r="r" b="b"/>
              <a:pathLst>
                <a:path w="1431" h="3480" extrusionOk="0">
                  <a:moveTo>
                    <a:pt x="611" y="0"/>
                  </a:moveTo>
                  <a:cubicBezTo>
                    <a:pt x="366" y="0"/>
                    <a:pt x="149" y="109"/>
                    <a:pt x="0" y="279"/>
                  </a:cubicBezTo>
                  <a:cubicBezTo>
                    <a:pt x="112" y="197"/>
                    <a:pt x="242" y="143"/>
                    <a:pt x="380" y="122"/>
                  </a:cubicBezTo>
                  <a:cubicBezTo>
                    <a:pt x="413" y="118"/>
                    <a:pt x="445" y="116"/>
                    <a:pt x="478" y="116"/>
                  </a:cubicBezTo>
                  <a:cubicBezTo>
                    <a:pt x="732" y="116"/>
                    <a:pt x="988" y="243"/>
                    <a:pt x="1123" y="459"/>
                  </a:cubicBezTo>
                  <a:cubicBezTo>
                    <a:pt x="1250" y="659"/>
                    <a:pt x="1267" y="908"/>
                    <a:pt x="1281" y="1145"/>
                  </a:cubicBezTo>
                  <a:cubicBezTo>
                    <a:pt x="1326" y="1923"/>
                    <a:pt x="1360" y="2711"/>
                    <a:pt x="1234" y="3479"/>
                  </a:cubicBezTo>
                  <a:cubicBezTo>
                    <a:pt x="1352" y="3338"/>
                    <a:pt x="1426" y="3156"/>
                    <a:pt x="1426" y="2953"/>
                  </a:cubicBezTo>
                  <a:lnTo>
                    <a:pt x="1430" y="819"/>
                  </a:lnTo>
                  <a:cubicBezTo>
                    <a:pt x="1430" y="593"/>
                    <a:pt x="1339" y="391"/>
                    <a:pt x="1192" y="241"/>
                  </a:cubicBezTo>
                  <a:cubicBezTo>
                    <a:pt x="1045" y="93"/>
                    <a:pt x="839" y="1"/>
                    <a:pt x="614" y="1"/>
                  </a:cubicBezTo>
                  <a:cubicBezTo>
                    <a:pt x="613" y="1"/>
                    <a:pt x="612" y="0"/>
                    <a:pt x="61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2" name="Google Shape;2422;p45"/>
          <p:cNvGrpSpPr/>
          <p:nvPr/>
        </p:nvGrpSpPr>
        <p:grpSpPr>
          <a:xfrm flipH="1">
            <a:off x="7465589" y="3221825"/>
            <a:ext cx="1830170" cy="1833813"/>
            <a:chOff x="5350350" y="3341850"/>
            <a:chExt cx="452050" cy="452950"/>
          </a:xfrm>
        </p:grpSpPr>
        <p:sp>
          <p:nvSpPr>
            <p:cNvPr id="2423" name="Google Shape;2423;p45"/>
            <p:cNvSpPr/>
            <p:nvPr/>
          </p:nvSpPr>
          <p:spPr>
            <a:xfrm>
              <a:off x="5350350" y="3385400"/>
              <a:ext cx="401100" cy="409400"/>
            </a:xfrm>
            <a:custGeom>
              <a:avLst/>
              <a:gdLst/>
              <a:ahLst/>
              <a:cxnLst/>
              <a:rect l="l" t="t" r="r" b="b"/>
              <a:pathLst>
                <a:path w="16044" h="16376" extrusionOk="0">
                  <a:moveTo>
                    <a:pt x="12927" y="0"/>
                  </a:moveTo>
                  <a:lnTo>
                    <a:pt x="9361" y="3973"/>
                  </a:lnTo>
                  <a:lnTo>
                    <a:pt x="919" y="6447"/>
                  </a:lnTo>
                  <a:cubicBezTo>
                    <a:pt x="329" y="6621"/>
                    <a:pt x="1" y="7217"/>
                    <a:pt x="117" y="7779"/>
                  </a:cubicBezTo>
                  <a:cubicBezTo>
                    <a:pt x="144" y="7902"/>
                    <a:pt x="190" y="8022"/>
                    <a:pt x="259" y="8137"/>
                  </a:cubicBezTo>
                  <a:cubicBezTo>
                    <a:pt x="2457" y="11765"/>
                    <a:pt x="5479" y="14475"/>
                    <a:pt x="9321" y="16268"/>
                  </a:cubicBezTo>
                  <a:cubicBezTo>
                    <a:pt x="9478" y="16341"/>
                    <a:pt x="9641" y="16375"/>
                    <a:pt x="9801" y="16375"/>
                  </a:cubicBezTo>
                  <a:cubicBezTo>
                    <a:pt x="10334" y="16375"/>
                    <a:pt x="10829" y="15997"/>
                    <a:pt x="10930" y="15430"/>
                  </a:cubicBezTo>
                  <a:lnTo>
                    <a:pt x="12254" y="8022"/>
                  </a:lnTo>
                  <a:lnTo>
                    <a:pt x="12478" y="6770"/>
                  </a:lnTo>
                  <a:lnTo>
                    <a:pt x="16043" y="2797"/>
                  </a:lnTo>
                  <a:lnTo>
                    <a:pt x="129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5"/>
            <p:cNvSpPr/>
            <p:nvPr/>
          </p:nvSpPr>
          <p:spPr>
            <a:xfrm>
              <a:off x="5374600" y="3416925"/>
              <a:ext cx="345350" cy="355575"/>
            </a:xfrm>
            <a:custGeom>
              <a:avLst/>
              <a:gdLst/>
              <a:ahLst/>
              <a:cxnLst/>
              <a:rect l="l" t="t" r="r" b="b"/>
              <a:pathLst>
                <a:path w="13814" h="14223" extrusionOk="0">
                  <a:moveTo>
                    <a:pt x="12024" y="0"/>
                  </a:moveTo>
                  <a:lnTo>
                    <a:pt x="8885" y="3498"/>
                  </a:lnTo>
                  <a:lnTo>
                    <a:pt x="200" y="6044"/>
                  </a:lnTo>
                  <a:cubicBezTo>
                    <a:pt x="95" y="6075"/>
                    <a:pt x="51" y="6152"/>
                    <a:pt x="35" y="6196"/>
                  </a:cubicBezTo>
                  <a:cubicBezTo>
                    <a:pt x="14" y="6249"/>
                    <a:pt x="1" y="6330"/>
                    <a:pt x="52" y="6414"/>
                  </a:cubicBezTo>
                  <a:cubicBezTo>
                    <a:pt x="1100" y="8144"/>
                    <a:pt x="2360" y="9675"/>
                    <a:pt x="3799" y="10965"/>
                  </a:cubicBezTo>
                  <a:cubicBezTo>
                    <a:pt x="5237" y="12255"/>
                    <a:pt x="6896" y="13343"/>
                    <a:pt x="8729" y="14199"/>
                  </a:cubicBezTo>
                  <a:cubicBezTo>
                    <a:pt x="8766" y="14216"/>
                    <a:pt x="8801" y="14222"/>
                    <a:pt x="8833" y="14222"/>
                  </a:cubicBezTo>
                  <a:cubicBezTo>
                    <a:pt x="8879" y="14222"/>
                    <a:pt x="8918" y="14209"/>
                    <a:pt x="8947" y="14193"/>
                  </a:cubicBezTo>
                  <a:cubicBezTo>
                    <a:pt x="8989" y="14171"/>
                    <a:pt x="9061" y="14119"/>
                    <a:pt x="9080" y="14013"/>
                  </a:cubicBezTo>
                  <a:lnTo>
                    <a:pt x="10675" y="5104"/>
                  </a:lnTo>
                  <a:lnTo>
                    <a:pt x="13813" y="1605"/>
                  </a:lnTo>
                  <a:lnTo>
                    <a:pt x="12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5"/>
            <p:cNvSpPr/>
            <p:nvPr/>
          </p:nvSpPr>
          <p:spPr>
            <a:xfrm>
              <a:off x="5374600" y="3526850"/>
              <a:ext cx="252850" cy="245600"/>
            </a:xfrm>
            <a:custGeom>
              <a:avLst/>
              <a:gdLst/>
              <a:ahLst/>
              <a:cxnLst/>
              <a:rect l="l" t="t" r="r" b="b"/>
              <a:pathLst>
                <a:path w="10114" h="9824" extrusionOk="0">
                  <a:moveTo>
                    <a:pt x="5810" y="1"/>
                  </a:moveTo>
                  <a:lnTo>
                    <a:pt x="200" y="1646"/>
                  </a:lnTo>
                  <a:cubicBezTo>
                    <a:pt x="95" y="1677"/>
                    <a:pt x="51" y="1754"/>
                    <a:pt x="35" y="1798"/>
                  </a:cubicBezTo>
                  <a:cubicBezTo>
                    <a:pt x="14" y="1850"/>
                    <a:pt x="1" y="1930"/>
                    <a:pt x="52" y="2016"/>
                  </a:cubicBezTo>
                  <a:cubicBezTo>
                    <a:pt x="1100" y="3746"/>
                    <a:pt x="2360" y="5277"/>
                    <a:pt x="3799" y="6567"/>
                  </a:cubicBezTo>
                  <a:cubicBezTo>
                    <a:pt x="5237" y="7857"/>
                    <a:pt x="6895" y="8944"/>
                    <a:pt x="8727" y="9799"/>
                  </a:cubicBezTo>
                  <a:cubicBezTo>
                    <a:pt x="8765" y="9817"/>
                    <a:pt x="8800" y="9823"/>
                    <a:pt x="8831" y="9823"/>
                  </a:cubicBezTo>
                  <a:cubicBezTo>
                    <a:pt x="8878" y="9823"/>
                    <a:pt x="8917" y="9810"/>
                    <a:pt x="8946" y="9794"/>
                  </a:cubicBezTo>
                  <a:cubicBezTo>
                    <a:pt x="8989" y="9774"/>
                    <a:pt x="9061" y="9721"/>
                    <a:pt x="9080" y="9614"/>
                  </a:cubicBezTo>
                  <a:lnTo>
                    <a:pt x="10113" y="3843"/>
                  </a:lnTo>
                  <a:lnTo>
                    <a:pt x="58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6" name="Google Shape;2426;p45"/>
            <p:cNvGrpSpPr/>
            <p:nvPr/>
          </p:nvGrpSpPr>
          <p:grpSpPr>
            <a:xfrm>
              <a:off x="5514150" y="3526675"/>
              <a:ext cx="117325" cy="98700"/>
              <a:chOff x="5514150" y="3526675"/>
              <a:chExt cx="117325" cy="98700"/>
            </a:xfrm>
          </p:grpSpPr>
          <p:sp>
            <p:nvSpPr>
              <p:cNvPr id="2427" name="Google Shape;2427;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5"/>
              <p:cNvSpPr/>
              <p:nvPr/>
            </p:nvSpPr>
            <p:spPr>
              <a:xfrm>
                <a:off x="5514150" y="3526675"/>
                <a:ext cx="117325" cy="98700"/>
              </a:xfrm>
              <a:custGeom>
                <a:avLst/>
                <a:gdLst/>
                <a:ahLst/>
                <a:cxnLst/>
                <a:rect l="l" t="t" r="r" b="b"/>
                <a:pathLst>
                  <a:path w="4693" h="3948" extrusionOk="0">
                    <a:moveTo>
                      <a:pt x="292" y="0"/>
                    </a:moveTo>
                    <a:cubicBezTo>
                      <a:pt x="245" y="0"/>
                      <a:pt x="210" y="12"/>
                      <a:pt x="188" y="37"/>
                    </a:cubicBezTo>
                    <a:cubicBezTo>
                      <a:pt x="1" y="245"/>
                      <a:pt x="816" y="1281"/>
                      <a:pt x="2008" y="2350"/>
                    </a:cubicBezTo>
                    <a:cubicBezTo>
                      <a:pt x="3059" y="3293"/>
                      <a:pt x="4052" y="3947"/>
                      <a:pt x="4401" y="3947"/>
                    </a:cubicBezTo>
                    <a:cubicBezTo>
                      <a:pt x="4448" y="3947"/>
                      <a:pt x="4483" y="3935"/>
                      <a:pt x="4506" y="3911"/>
                    </a:cubicBezTo>
                    <a:cubicBezTo>
                      <a:pt x="4692" y="3701"/>
                      <a:pt x="3877" y="2665"/>
                      <a:pt x="2685" y="1596"/>
                    </a:cubicBezTo>
                    <a:cubicBezTo>
                      <a:pt x="1634" y="654"/>
                      <a:pt x="641" y="0"/>
                      <a:pt x="2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9" name="Google Shape;2429;p45"/>
            <p:cNvSpPr/>
            <p:nvPr/>
          </p:nvSpPr>
          <p:spPr>
            <a:xfrm>
              <a:off x="5468850" y="3578550"/>
              <a:ext cx="25450" cy="17925"/>
            </a:xfrm>
            <a:custGeom>
              <a:avLst/>
              <a:gdLst/>
              <a:ahLst/>
              <a:cxnLst/>
              <a:rect l="l" t="t" r="r" b="b"/>
              <a:pathLst>
                <a:path w="1018" h="717" extrusionOk="0">
                  <a:moveTo>
                    <a:pt x="521" y="0"/>
                  </a:moveTo>
                  <a:cubicBezTo>
                    <a:pt x="240" y="0"/>
                    <a:pt x="1" y="382"/>
                    <a:pt x="270" y="624"/>
                  </a:cubicBezTo>
                  <a:cubicBezTo>
                    <a:pt x="342" y="689"/>
                    <a:pt x="420" y="716"/>
                    <a:pt x="496" y="716"/>
                  </a:cubicBezTo>
                  <a:cubicBezTo>
                    <a:pt x="777" y="716"/>
                    <a:pt x="1018" y="334"/>
                    <a:pt x="747" y="93"/>
                  </a:cubicBezTo>
                  <a:cubicBezTo>
                    <a:pt x="675" y="28"/>
                    <a:pt x="596" y="0"/>
                    <a:pt x="52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5"/>
            <p:cNvSpPr/>
            <p:nvPr/>
          </p:nvSpPr>
          <p:spPr>
            <a:xfrm>
              <a:off x="5456525" y="3617675"/>
              <a:ext cx="38175" cy="26875"/>
            </a:xfrm>
            <a:custGeom>
              <a:avLst/>
              <a:gdLst/>
              <a:ahLst/>
              <a:cxnLst/>
              <a:rect l="l" t="t" r="r" b="b"/>
              <a:pathLst>
                <a:path w="1527" h="1075" extrusionOk="0">
                  <a:moveTo>
                    <a:pt x="782" y="0"/>
                  </a:moveTo>
                  <a:cubicBezTo>
                    <a:pt x="360" y="0"/>
                    <a:pt x="1" y="573"/>
                    <a:pt x="406" y="936"/>
                  </a:cubicBezTo>
                  <a:cubicBezTo>
                    <a:pt x="515" y="1034"/>
                    <a:pt x="632" y="1075"/>
                    <a:pt x="745" y="1075"/>
                  </a:cubicBezTo>
                  <a:cubicBezTo>
                    <a:pt x="1167" y="1075"/>
                    <a:pt x="1526" y="503"/>
                    <a:pt x="1121" y="139"/>
                  </a:cubicBezTo>
                  <a:cubicBezTo>
                    <a:pt x="1013" y="41"/>
                    <a:pt x="895" y="0"/>
                    <a:pt x="78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5"/>
            <p:cNvSpPr/>
            <p:nvPr/>
          </p:nvSpPr>
          <p:spPr>
            <a:xfrm>
              <a:off x="5499650" y="3606525"/>
              <a:ext cx="12125" cy="8550"/>
            </a:xfrm>
            <a:custGeom>
              <a:avLst/>
              <a:gdLst/>
              <a:ahLst/>
              <a:cxnLst/>
              <a:rect l="l" t="t" r="r" b="b"/>
              <a:pathLst>
                <a:path w="485" h="342" extrusionOk="0">
                  <a:moveTo>
                    <a:pt x="249" y="0"/>
                  </a:moveTo>
                  <a:cubicBezTo>
                    <a:pt x="115" y="0"/>
                    <a:pt x="0" y="182"/>
                    <a:pt x="129" y="297"/>
                  </a:cubicBezTo>
                  <a:cubicBezTo>
                    <a:pt x="164" y="328"/>
                    <a:pt x="201" y="341"/>
                    <a:pt x="237" y="341"/>
                  </a:cubicBezTo>
                  <a:cubicBezTo>
                    <a:pt x="371" y="341"/>
                    <a:pt x="484" y="160"/>
                    <a:pt x="356" y="44"/>
                  </a:cubicBezTo>
                  <a:cubicBezTo>
                    <a:pt x="322" y="13"/>
                    <a:pt x="285" y="0"/>
                    <a:pt x="249"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5"/>
            <p:cNvSpPr/>
            <p:nvPr/>
          </p:nvSpPr>
          <p:spPr>
            <a:xfrm>
              <a:off x="5581500" y="3629025"/>
              <a:ext cx="19150" cy="13450"/>
            </a:xfrm>
            <a:custGeom>
              <a:avLst/>
              <a:gdLst/>
              <a:ahLst/>
              <a:cxnLst/>
              <a:rect l="l" t="t" r="r" b="b"/>
              <a:pathLst>
                <a:path w="766" h="538" extrusionOk="0">
                  <a:moveTo>
                    <a:pt x="392" y="0"/>
                  </a:moveTo>
                  <a:cubicBezTo>
                    <a:pt x="180" y="0"/>
                    <a:pt x="0" y="286"/>
                    <a:pt x="204" y="468"/>
                  </a:cubicBezTo>
                  <a:cubicBezTo>
                    <a:pt x="258" y="517"/>
                    <a:pt x="317" y="537"/>
                    <a:pt x="374" y="537"/>
                  </a:cubicBezTo>
                  <a:cubicBezTo>
                    <a:pt x="585" y="537"/>
                    <a:pt x="765" y="251"/>
                    <a:pt x="562" y="69"/>
                  </a:cubicBezTo>
                  <a:cubicBezTo>
                    <a:pt x="507" y="21"/>
                    <a:pt x="448" y="0"/>
                    <a:pt x="392"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5"/>
            <p:cNvSpPr/>
            <p:nvPr/>
          </p:nvSpPr>
          <p:spPr>
            <a:xfrm>
              <a:off x="5565400" y="3634575"/>
              <a:ext cx="12750" cy="9000"/>
            </a:xfrm>
            <a:custGeom>
              <a:avLst/>
              <a:gdLst/>
              <a:ahLst/>
              <a:cxnLst/>
              <a:rect l="l" t="t" r="r" b="b"/>
              <a:pathLst>
                <a:path w="510" h="360" extrusionOk="0">
                  <a:moveTo>
                    <a:pt x="262" y="1"/>
                  </a:moveTo>
                  <a:cubicBezTo>
                    <a:pt x="120" y="1"/>
                    <a:pt x="0" y="192"/>
                    <a:pt x="136" y="313"/>
                  </a:cubicBezTo>
                  <a:cubicBezTo>
                    <a:pt x="172" y="345"/>
                    <a:pt x="211" y="359"/>
                    <a:pt x="249" y="359"/>
                  </a:cubicBezTo>
                  <a:cubicBezTo>
                    <a:pt x="389" y="359"/>
                    <a:pt x="509" y="169"/>
                    <a:pt x="375" y="47"/>
                  </a:cubicBezTo>
                  <a:cubicBezTo>
                    <a:pt x="339" y="14"/>
                    <a:pt x="299" y="1"/>
                    <a:pt x="26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5"/>
            <p:cNvSpPr/>
            <p:nvPr/>
          </p:nvSpPr>
          <p:spPr>
            <a:xfrm>
              <a:off x="5531100" y="3707150"/>
              <a:ext cx="12725" cy="8975"/>
            </a:xfrm>
            <a:custGeom>
              <a:avLst/>
              <a:gdLst/>
              <a:ahLst/>
              <a:cxnLst/>
              <a:rect l="l" t="t" r="r" b="b"/>
              <a:pathLst>
                <a:path w="509" h="359" extrusionOk="0">
                  <a:moveTo>
                    <a:pt x="261" y="0"/>
                  </a:moveTo>
                  <a:cubicBezTo>
                    <a:pt x="120" y="0"/>
                    <a:pt x="0" y="191"/>
                    <a:pt x="135" y="312"/>
                  </a:cubicBezTo>
                  <a:cubicBezTo>
                    <a:pt x="171" y="345"/>
                    <a:pt x="211" y="359"/>
                    <a:pt x="249" y="359"/>
                  </a:cubicBezTo>
                  <a:cubicBezTo>
                    <a:pt x="389" y="359"/>
                    <a:pt x="509" y="169"/>
                    <a:pt x="375" y="47"/>
                  </a:cubicBezTo>
                  <a:cubicBezTo>
                    <a:pt x="338" y="14"/>
                    <a:pt x="299" y="0"/>
                    <a:pt x="26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5"/>
            <p:cNvSpPr/>
            <p:nvPr/>
          </p:nvSpPr>
          <p:spPr>
            <a:xfrm>
              <a:off x="5570275" y="3673925"/>
              <a:ext cx="25475" cy="17925"/>
            </a:xfrm>
            <a:custGeom>
              <a:avLst/>
              <a:gdLst/>
              <a:ahLst/>
              <a:cxnLst/>
              <a:rect l="l" t="t" r="r" b="b"/>
              <a:pathLst>
                <a:path w="1019" h="717" extrusionOk="0">
                  <a:moveTo>
                    <a:pt x="523" y="1"/>
                  </a:moveTo>
                  <a:cubicBezTo>
                    <a:pt x="242" y="1"/>
                    <a:pt x="1" y="383"/>
                    <a:pt x="271" y="624"/>
                  </a:cubicBezTo>
                  <a:cubicBezTo>
                    <a:pt x="343" y="689"/>
                    <a:pt x="422" y="717"/>
                    <a:pt x="498" y="717"/>
                  </a:cubicBezTo>
                  <a:cubicBezTo>
                    <a:pt x="779" y="717"/>
                    <a:pt x="1019" y="335"/>
                    <a:pt x="749" y="93"/>
                  </a:cubicBezTo>
                  <a:cubicBezTo>
                    <a:pt x="677" y="28"/>
                    <a:pt x="598" y="1"/>
                    <a:pt x="523"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5"/>
            <p:cNvSpPr/>
            <p:nvPr/>
          </p:nvSpPr>
          <p:spPr>
            <a:xfrm>
              <a:off x="5500850" y="3680750"/>
              <a:ext cx="31825" cy="22400"/>
            </a:xfrm>
            <a:custGeom>
              <a:avLst/>
              <a:gdLst/>
              <a:ahLst/>
              <a:cxnLst/>
              <a:rect l="l" t="t" r="r" b="b"/>
              <a:pathLst>
                <a:path w="1273" h="896" extrusionOk="0">
                  <a:moveTo>
                    <a:pt x="651" y="1"/>
                  </a:moveTo>
                  <a:cubicBezTo>
                    <a:pt x="299" y="1"/>
                    <a:pt x="0" y="477"/>
                    <a:pt x="338" y="780"/>
                  </a:cubicBezTo>
                  <a:cubicBezTo>
                    <a:pt x="428" y="861"/>
                    <a:pt x="526" y="895"/>
                    <a:pt x="621" y="895"/>
                  </a:cubicBezTo>
                  <a:cubicBezTo>
                    <a:pt x="972" y="895"/>
                    <a:pt x="1272" y="419"/>
                    <a:pt x="934" y="116"/>
                  </a:cubicBezTo>
                  <a:cubicBezTo>
                    <a:pt x="844" y="35"/>
                    <a:pt x="745" y="1"/>
                    <a:pt x="65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5"/>
            <p:cNvSpPr/>
            <p:nvPr/>
          </p:nvSpPr>
          <p:spPr>
            <a:xfrm>
              <a:off x="5400675" y="3579375"/>
              <a:ext cx="25450" cy="17925"/>
            </a:xfrm>
            <a:custGeom>
              <a:avLst/>
              <a:gdLst/>
              <a:ahLst/>
              <a:cxnLst/>
              <a:rect l="l" t="t" r="r" b="b"/>
              <a:pathLst>
                <a:path w="1018" h="717" extrusionOk="0">
                  <a:moveTo>
                    <a:pt x="522" y="1"/>
                  </a:moveTo>
                  <a:cubicBezTo>
                    <a:pt x="241" y="1"/>
                    <a:pt x="0" y="382"/>
                    <a:pt x="270" y="624"/>
                  </a:cubicBezTo>
                  <a:cubicBezTo>
                    <a:pt x="342" y="689"/>
                    <a:pt x="421" y="717"/>
                    <a:pt x="497" y="717"/>
                  </a:cubicBezTo>
                  <a:cubicBezTo>
                    <a:pt x="778" y="717"/>
                    <a:pt x="1017" y="335"/>
                    <a:pt x="747" y="93"/>
                  </a:cubicBezTo>
                  <a:cubicBezTo>
                    <a:pt x="675" y="28"/>
                    <a:pt x="597" y="1"/>
                    <a:pt x="522"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5"/>
            <p:cNvSpPr/>
            <p:nvPr/>
          </p:nvSpPr>
          <p:spPr>
            <a:xfrm>
              <a:off x="5522825" y="3579500"/>
              <a:ext cx="25225" cy="17775"/>
            </a:xfrm>
            <a:custGeom>
              <a:avLst/>
              <a:gdLst/>
              <a:ahLst/>
              <a:cxnLst/>
              <a:rect l="l" t="t" r="r" b="b"/>
              <a:pathLst>
                <a:path w="1009" h="711" extrusionOk="0">
                  <a:moveTo>
                    <a:pt x="517" y="0"/>
                  </a:moveTo>
                  <a:cubicBezTo>
                    <a:pt x="238" y="0"/>
                    <a:pt x="0" y="378"/>
                    <a:pt x="268" y="619"/>
                  </a:cubicBezTo>
                  <a:cubicBezTo>
                    <a:pt x="340" y="683"/>
                    <a:pt x="417" y="710"/>
                    <a:pt x="492" y="710"/>
                  </a:cubicBezTo>
                  <a:cubicBezTo>
                    <a:pt x="771" y="710"/>
                    <a:pt x="1009" y="332"/>
                    <a:pt x="742" y="92"/>
                  </a:cubicBezTo>
                  <a:cubicBezTo>
                    <a:pt x="670" y="27"/>
                    <a:pt x="592" y="0"/>
                    <a:pt x="517"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5"/>
            <p:cNvSpPr/>
            <p:nvPr/>
          </p:nvSpPr>
          <p:spPr>
            <a:xfrm>
              <a:off x="5649200" y="3341850"/>
              <a:ext cx="153200" cy="127300"/>
            </a:xfrm>
            <a:custGeom>
              <a:avLst/>
              <a:gdLst/>
              <a:ahLst/>
              <a:cxnLst/>
              <a:rect l="l" t="t" r="r" b="b"/>
              <a:pathLst>
                <a:path w="6128" h="5092" extrusionOk="0">
                  <a:moveTo>
                    <a:pt x="1768" y="0"/>
                  </a:moveTo>
                  <a:cubicBezTo>
                    <a:pt x="1326" y="0"/>
                    <a:pt x="947" y="136"/>
                    <a:pt x="693" y="418"/>
                  </a:cubicBezTo>
                  <a:cubicBezTo>
                    <a:pt x="0" y="1191"/>
                    <a:pt x="501" y="2768"/>
                    <a:pt x="1809" y="3943"/>
                  </a:cubicBezTo>
                  <a:cubicBezTo>
                    <a:pt x="2639" y="4688"/>
                    <a:pt x="3595" y="5092"/>
                    <a:pt x="4360" y="5092"/>
                  </a:cubicBezTo>
                  <a:cubicBezTo>
                    <a:pt x="4802" y="5092"/>
                    <a:pt x="5181" y="4957"/>
                    <a:pt x="5435" y="4674"/>
                  </a:cubicBezTo>
                  <a:cubicBezTo>
                    <a:pt x="6127" y="3901"/>
                    <a:pt x="5628" y="2323"/>
                    <a:pt x="4317" y="1149"/>
                  </a:cubicBezTo>
                  <a:cubicBezTo>
                    <a:pt x="3488" y="404"/>
                    <a:pt x="2533" y="0"/>
                    <a:pt x="1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5"/>
            <p:cNvSpPr/>
            <p:nvPr/>
          </p:nvSpPr>
          <p:spPr>
            <a:xfrm>
              <a:off x="5687850" y="3358000"/>
              <a:ext cx="93250" cy="80025"/>
            </a:xfrm>
            <a:custGeom>
              <a:avLst/>
              <a:gdLst/>
              <a:ahLst/>
              <a:cxnLst/>
              <a:rect l="l" t="t" r="r" b="b"/>
              <a:pathLst>
                <a:path w="3730" h="3201" extrusionOk="0">
                  <a:moveTo>
                    <a:pt x="760" y="0"/>
                  </a:moveTo>
                  <a:cubicBezTo>
                    <a:pt x="536" y="0"/>
                    <a:pt x="350" y="65"/>
                    <a:pt x="227" y="201"/>
                  </a:cubicBezTo>
                  <a:cubicBezTo>
                    <a:pt x="157" y="280"/>
                    <a:pt x="112" y="377"/>
                    <a:pt x="92" y="486"/>
                  </a:cubicBezTo>
                  <a:cubicBezTo>
                    <a:pt x="0" y="981"/>
                    <a:pt x="386" y="1746"/>
                    <a:pt x="1089" y="2377"/>
                  </a:cubicBezTo>
                  <a:cubicBezTo>
                    <a:pt x="1676" y="2904"/>
                    <a:pt x="2332" y="3201"/>
                    <a:pt x="2812" y="3201"/>
                  </a:cubicBezTo>
                  <a:cubicBezTo>
                    <a:pt x="2908" y="3201"/>
                    <a:pt x="2996" y="3189"/>
                    <a:pt x="3076" y="3165"/>
                  </a:cubicBezTo>
                  <a:cubicBezTo>
                    <a:pt x="3183" y="3134"/>
                    <a:pt x="3275" y="3079"/>
                    <a:pt x="3346" y="3000"/>
                  </a:cubicBezTo>
                  <a:cubicBezTo>
                    <a:pt x="3730" y="2572"/>
                    <a:pt x="3343" y="1596"/>
                    <a:pt x="2484" y="825"/>
                  </a:cubicBezTo>
                  <a:cubicBezTo>
                    <a:pt x="1897" y="298"/>
                    <a:pt x="1241" y="0"/>
                    <a:pt x="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5"/>
            <p:cNvSpPr/>
            <p:nvPr/>
          </p:nvSpPr>
          <p:spPr>
            <a:xfrm>
              <a:off x="5687850" y="3369300"/>
              <a:ext cx="79200" cy="68775"/>
            </a:xfrm>
            <a:custGeom>
              <a:avLst/>
              <a:gdLst/>
              <a:ahLst/>
              <a:cxnLst/>
              <a:rect l="l" t="t" r="r" b="b"/>
              <a:pathLst>
                <a:path w="3168" h="2751" extrusionOk="0">
                  <a:moveTo>
                    <a:pt x="356" y="1"/>
                  </a:moveTo>
                  <a:cubicBezTo>
                    <a:pt x="261" y="1"/>
                    <a:pt x="172" y="12"/>
                    <a:pt x="92" y="36"/>
                  </a:cubicBezTo>
                  <a:cubicBezTo>
                    <a:pt x="0" y="530"/>
                    <a:pt x="386" y="1295"/>
                    <a:pt x="1089" y="1926"/>
                  </a:cubicBezTo>
                  <a:cubicBezTo>
                    <a:pt x="1676" y="2454"/>
                    <a:pt x="2331" y="2750"/>
                    <a:pt x="2812" y="2750"/>
                  </a:cubicBezTo>
                  <a:cubicBezTo>
                    <a:pt x="2907" y="2750"/>
                    <a:pt x="2996" y="2738"/>
                    <a:pt x="3076" y="2714"/>
                  </a:cubicBezTo>
                  <a:cubicBezTo>
                    <a:pt x="3168" y="2219"/>
                    <a:pt x="2782" y="1455"/>
                    <a:pt x="2079" y="825"/>
                  </a:cubicBezTo>
                  <a:cubicBezTo>
                    <a:pt x="1493" y="297"/>
                    <a:pt x="837" y="1"/>
                    <a:pt x="35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5"/>
            <p:cNvSpPr/>
            <p:nvPr/>
          </p:nvSpPr>
          <p:spPr>
            <a:xfrm>
              <a:off x="5353275" y="3579875"/>
              <a:ext cx="303425" cy="214925"/>
            </a:xfrm>
            <a:custGeom>
              <a:avLst/>
              <a:gdLst/>
              <a:ahLst/>
              <a:cxnLst/>
              <a:rect l="l" t="t" r="r" b="b"/>
              <a:pathLst>
                <a:path w="12137" h="8597" extrusionOk="0">
                  <a:moveTo>
                    <a:pt x="0" y="0"/>
                  </a:moveTo>
                  <a:lnTo>
                    <a:pt x="0" y="0"/>
                  </a:lnTo>
                  <a:cubicBezTo>
                    <a:pt x="27" y="123"/>
                    <a:pt x="73" y="243"/>
                    <a:pt x="142" y="358"/>
                  </a:cubicBezTo>
                  <a:cubicBezTo>
                    <a:pt x="2340" y="3986"/>
                    <a:pt x="5362" y="6696"/>
                    <a:pt x="9204" y="8489"/>
                  </a:cubicBezTo>
                  <a:cubicBezTo>
                    <a:pt x="9361" y="8562"/>
                    <a:pt x="9524" y="8596"/>
                    <a:pt x="9684" y="8596"/>
                  </a:cubicBezTo>
                  <a:cubicBezTo>
                    <a:pt x="10217" y="8596"/>
                    <a:pt x="10712" y="8218"/>
                    <a:pt x="10813" y="7651"/>
                  </a:cubicBezTo>
                  <a:lnTo>
                    <a:pt x="12137" y="243"/>
                  </a:lnTo>
                  <a:lnTo>
                    <a:pt x="12137" y="243"/>
                  </a:lnTo>
                  <a:cubicBezTo>
                    <a:pt x="11192" y="1783"/>
                    <a:pt x="10249" y="3317"/>
                    <a:pt x="9306" y="4855"/>
                  </a:cubicBezTo>
                  <a:cubicBezTo>
                    <a:pt x="9149" y="5114"/>
                    <a:pt x="8977" y="5382"/>
                    <a:pt x="8710" y="5522"/>
                  </a:cubicBezTo>
                  <a:cubicBezTo>
                    <a:pt x="8566" y="5597"/>
                    <a:pt x="8409" y="5627"/>
                    <a:pt x="8249" y="5627"/>
                  </a:cubicBezTo>
                  <a:cubicBezTo>
                    <a:pt x="7986" y="5627"/>
                    <a:pt x="7711" y="5547"/>
                    <a:pt x="7459" y="5460"/>
                  </a:cubicBezTo>
                  <a:cubicBezTo>
                    <a:pt x="4502" y="4441"/>
                    <a:pt x="1867" y="2507"/>
                    <a:pt x="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5"/>
            <p:cNvSpPr/>
            <p:nvPr/>
          </p:nvSpPr>
          <p:spPr>
            <a:xfrm>
              <a:off x="5469550" y="3506375"/>
              <a:ext cx="130300" cy="59250"/>
            </a:xfrm>
            <a:custGeom>
              <a:avLst/>
              <a:gdLst/>
              <a:ahLst/>
              <a:cxnLst/>
              <a:rect l="l" t="t" r="r" b="b"/>
              <a:pathLst>
                <a:path w="5212" h="2370" extrusionOk="0">
                  <a:moveTo>
                    <a:pt x="4049" y="1"/>
                  </a:moveTo>
                  <a:cubicBezTo>
                    <a:pt x="3567" y="1"/>
                    <a:pt x="2958" y="104"/>
                    <a:pt x="2321" y="312"/>
                  </a:cubicBezTo>
                  <a:cubicBezTo>
                    <a:pt x="969" y="753"/>
                    <a:pt x="1" y="1503"/>
                    <a:pt x="159" y="1985"/>
                  </a:cubicBezTo>
                  <a:cubicBezTo>
                    <a:pt x="241" y="2240"/>
                    <a:pt x="622" y="2369"/>
                    <a:pt x="1163" y="2369"/>
                  </a:cubicBezTo>
                  <a:cubicBezTo>
                    <a:pt x="1645" y="2369"/>
                    <a:pt x="2254" y="2266"/>
                    <a:pt x="2891" y="2058"/>
                  </a:cubicBezTo>
                  <a:cubicBezTo>
                    <a:pt x="4243" y="1617"/>
                    <a:pt x="5211" y="868"/>
                    <a:pt x="5053" y="385"/>
                  </a:cubicBezTo>
                  <a:cubicBezTo>
                    <a:pt x="4970" y="130"/>
                    <a:pt x="4589" y="1"/>
                    <a:pt x="4049"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45"/>
          <p:cNvGrpSpPr/>
          <p:nvPr/>
        </p:nvGrpSpPr>
        <p:grpSpPr>
          <a:xfrm>
            <a:off x="5837310" y="4355507"/>
            <a:ext cx="219681" cy="219775"/>
            <a:chOff x="3331975" y="2330200"/>
            <a:chExt cx="63125" cy="63150"/>
          </a:xfrm>
        </p:grpSpPr>
        <p:sp>
          <p:nvSpPr>
            <p:cNvPr id="2445" name="Google Shape;2445;p45"/>
            <p:cNvSpPr/>
            <p:nvPr/>
          </p:nvSpPr>
          <p:spPr>
            <a:xfrm>
              <a:off x="3331975" y="2330200"/>
              <a:ext cx="63125" cy="63150"/>
            </a:xfrm>
            <a:custGeom>
              <a:avLst/>
              <a:gdLst/>
              <a:ahLst/>
              <a:cxnLst/>
              <a:rect l="l" t="t" r="r" b="b"/>
              <a:pathLst>
                <a:path w="2525" h="2526" extrusionOk="0">
                  <a:moveTo>
                    <a:pt x="1263" y="1"/>
                  </a:moveTo>
                  <a:cubicBezTo>
                    <a:pt x="565" y="1"/>
                    <a:pt x="1" y="566"/>
                    <a:pt x="1" y="1263"/>
                  </a:cubicBezTo>
                  <a:cubicBezTo>
                    <a:pt x="1" y="1373"/>
                    <a:pt x="13" y="1479"/>
                    <a:pt x="40" y="1581"/>
                  </a:cubicBezTo>
                  <a:cubicBezTo>
                    <a:pt x="181" y="2123"/>
                    <a:pt x="674" y="2526"/>
                    <a:pt x="1262" y="2526"/>
                  </a:cubicBezTo>
                  <a:cubicBezTo>
                    <a:pt x="1959" y="2526"/>
                    <a:pt x="2525" y="1960"/>
                    <a:pt x="2525" y="1264"/>
                  </a:cubicBezTo>
                  <a:cubicBezTo>
                    <a:pt x="2525" y="970"/>
                    <a:pt x="2424" y="698"/>
                    <a:pt x="2253" y="481"/>
                  </a:cubicBezTo>
                  <a:lnTo>
                    <a:pt x="2253" y="479"/>
                  </a:lnTo>
                  <a:cubicBezTo>
                    <a:pt x="2020" y="187"/>
                    <a:pt x="1663" y="1"/>
                    <a:pt x="1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5"/>
            <p:cNvSpPr/>
            <p:nvPr/>
          </p:nvSpPr>
          <p:spPr>
            <a:xfrm>
              <a:off x="3336650" y="2335850"/>
              <a:ext cx="24575" cy="23225"/>
            </a:xfrm>
            <a:custGeom>
              <a:avLst/>
              <a:gdLst/>
              <a:ahLst/>
              <a:cxnLst/>
              <a:rect l="l" t="t" r="r" b="b"/>
              <a:pathLst>
                <a:path w="983" h="929" extrusionOk="0">
                  <a:moveTo>
                    <a:pt x="750" y="0"/>
                  </a:moveTo>
                  <a:cubicBezTo>
                    <a:pt x="617" y="0"/>
                    <a:pt x="433" y="104"/>
                    <a:pt x="280" y="277"/>
                  </a:cubicBezTo>
                  <a:cubicBezTo>
                    <a:pt x="73" y="512"/>
                    <a:pt x="1" y="786"/>
                    <a:pt x="118" y="889"/>
                  </a:cubicBezTo>
                  <a:cubicBezTo>
                    <a:pt x="148" y="916"/>
                    <a:pt x="189" y="929"/>
                    <a:pt x="235" y="929"/>
                  </a:cubicBezTo>
                  <a:cubicBezTo>
                    <a:pt x="367" y="929"/>
                    <a:pt x="551" y="825"/>
                    <a:pt x="704" y="652"/>
                  </a:cubicBezTo>
                  <a:cubicBezTo>
                    <a:pt x="911" y="416"/>
                    <a:pt x="983" y="143"/>
                    <a:pt x="867" y="40"/>
                  </a:cubicBezTo>
                  <a:cubicBezTo>
                    <a:pt x="837" y="13"/>
                    <a:pt x="797" y="0"/>
                    <a:pt x="7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5"/>
            <p:cNvSpPr/>
            <p:nvPr/>
          </p:nvSpPr>
          <p:spPr>
            <a:xfrm>
              <a:off x="3332950" y="2342225"/>
              <a:ext cx="62150" cy="51125"/>
            </a:xfrm>
            <a:custGeom>
              <a:avLst/>
              <a:gdLst/>
              <a:ahLst/>
              <a:cxnLst/>
              <a:rect l="l" t="t" r="r" b="b"/>
              <a:pathLst>
                <a:path w="2486" h="2045" extrusionOk="0">
                  <a:moveTo>
                    <a:pt x="2214" y="0"/>
                  </a:moveTo>
                  <a:lnTo>
                    <a:pt x="2214" y="0"/>
                  </a:lnTo>
                  <a:cubicBezTo>
                    <a:pt x="2305" y="177"/>
                    <a:pt x="2343" y="381"/>
                    <a:pt x="2321" y="579"/>
                  </a:cubicBezTo>
                  <a:cubicBezTo>
                    <a:pt x="2275" y="937"/>
                    <a:pt x="2040" y="1258"/>
                    <a:pt x="1725" y="1435"/>
                  </a:cubicBezTo>
                  <a:cubicBezTo>
                    <a:pt x="1519" y="1551"/>
                    <a:pt x="1281" y="1607"/>
                    <a:pt x="1043" y="1607"/>
                  </a:cubicBezTo>
                  <a:cubicBezTo>
                    <a:pt x="919" y="1607"/>
                    <a:pt x="796" y="1592"/>
                    <a:pt x="676" y="1563"/>
                  </a:cubicBezTo>
                  <a:cubicBezTo>
                    <a:pt x="506" y="1523"/>
                    <a:pt x="340" y="1453"/>
                    <a:pt x="206" y="1343"/>
                  </a:cubicBezTo>
                  <a:cubicBezTo>
                    <a:pt x="124" y="1276"/>
                    <a:pt x="53" y="1193"/>
                    <a:pt x="1" y="1100"/>
                  </a:cubicBezTo>
                  <a:lnTo>
                    <a:pt x="1" y="1100"/>
                  </a:lnTo>
                  <a:cubicBezTo>
                    <a:pt x="142" y="1642"/>
                    <a:pt x="635" y="2045"/>
                    <a:pt x="1223" y="2045"/>
                  </a:cubicBezTo>
                  <a:cubicBezTo>
                    <a:pt x="1920" y="2045"/>
                    <a:pt x="2486" y="1479"/>
                    <a:pt x="2486" y="783"/>
                  </a:cubicBezTo>
                  <a:cubicBezTo>
                    <a:pt x="2486" y="489"/>
                    <a:pt x="2385" y="217"/>
                    <a:pt x="2214" y="0"/>
                  </a:cubicBezTo>
                  <a:close/>
                </a:path>
              </a:pathLst>
            </a:custGeom>
            <a:solidFill>
              <a:srgbClr val="F65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387480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92"/>
        <p:cNvGrpSpPr/>
        <p:nvPr/>
      </p:nvGrpSpPr>
      <p:grpSpPr>
        <a:xfrm>
          <a:off x="0" y="0"/>
          <a:ext cx="0" cy="0"/>
          <a:chOff x="0" y="0"/>
          <a:chExt cx="0" cy="0"/>
        </a:xfrm>
      </p:grpSpPr>
      <p:sp>
        <p:nvSpPr>
          <p:cNvPr id="2301" name="Google Shape;2301;p44"/>
          <p:cNvSpPr txBox="1">
            <a:spLocks noGrp="1"/>
          </p:cNvSpPr>
          <p:nvPr>
            <p:ph type="title" idx="8"/>
          </p:nvPr>
        </p:nvSpPr>
        <p:spPr>
          <a:xfrm>
            <a:off x="720000" y="53090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File Upload</a:t>
            </a:r>
            <a:endParaRPr lang="en-US" dirty="0"/>
          </a:p>
        </p:txBody>
      </p:sp>
      <p:sp>
        <p:nvSpPr>
          <p:cNvPr id="2351" name="Google Shape;2351;p44"/>
          <p:cNvSpPr/>
          <p:nvPr/>
        </p:nvSpPr>
        <p:spPr>
          <a:xfrm>
            <a:off x="7319975" y="1238785"/>
            <a:ext cx="293944" cy="293944"/>
          </a:xfrm>
          <a:custGeom>
            <a:avLst/>
            <a:gdLst/>
            <a:ahLst/>
            <a:cxnLst/>
            <a:rect l="l" t="t" r="r" b="b"/>
            <a:pathLst>
              <a:path w="6466" h="6466" extrusionOk="0">
                <a:moveTo>
                  <a:pt x="4090" y="119"/>
                </a:moveTo>
                <a:lnTo>
                  <a:pt x="4090" y="2316"/>
                </a:lnTo>
                <a:cubicBezTo>
                  <a:pt x="4090" y="2348"/>
                  <a:pt x="4116" y="2375"/>
                  <a:pt x="4150" y="2375"/>
                </a:cubicBezTo>
                <a:lnTo>
                  <a:pt x="6347" y="2375"/>
                </a:lnTo>
                <a:lnTo>
                  <a:pt x="6347" y="4090"/>
                </a:lnTo>
                <a:lnTo>
                  <a:pt x="4150" y="4090"/>
                </a:lnTo>
                <a:cubicBezTo>
                  <a:pt x="4118" y="4090"/>
                  <a:pt x="4090" y="4116"/>
                  <a:pt x="4090" y="4149"/>
                </a:cubicBezTo>
                <a:lnTo>
                  <a:pt x="4090" y="6346"/>
                </a:lnTo>
                <a:lnTo>
                  <a:pt x="2376" y="6346"/>
                </a:lnTo>
                <a:lnTo>
                  <a:pt x="2376" y="4149"/>
                </a:lnTo>
                <a:cubicBezTo>
                  <a:pt x="2376" y="4117"/>
                  <a:pt x="2349" y="4090"/>
                  <a:pt x="2317" y="4090"/>
                </a:cubicBezTo>
                <a:lnTo>
                  <a:pt x="120" y="4090"/>
                </a:lnTo>
                <a:lnTo>
                  <a:pt x="120" y="2375"/>
                </a:lnTo>
                <a:lnTo>
                  <a:pt x="2317" y="2375"/>
                </a:lnTo>
                <a:cubicBezTo>
                  <a:pt x="2349" y="2375"/>
                  <a:pt x="2376" y="2349"/>
                  <a:pt x="2376" y="2316"/>
                </a:cubicBezTo>
                <a:lnTo>
                  <a:pt x="2376" y="119"/>
                </a:lnTo>
                <a:close/>
                <a:moveTo>
                  <a:pt x="2315" y="0"/>
                </a:moveTo>
                <a:cubicBezTo>
                  <a:pt x="2283" y="0"/>
                  <a:pt x="2256" y="26"/>
                  <a:pt x="2256" y="60"/>
                </a:cubicBezTo>
                <a:lnTo>
                  <a:pt x="2256" y="2256"/>
                </a:lnTo>
                <a:lnTo>
                  <a:pt x="59" y="2256"/>
                </a:lnTo>
                <a:cubicBezTo>
                  <a:pt x="27" y="2256"/>
                  <a:pt x="0" y="2282"/>
                  <a:pt x="0" y="2316"/>
                </a:cubicBezTo>
                <a:lnTo>
                  <a:pt x="0" y="4149"/>
                </a:lnTo>
                <a:cubicBezTo>
                  <a:pt x="0" y="4181"/>
                  <a:pt x="26" y="4209"/>
                  <a:pt x="59" y="4209"/>
                </a:cubicBezTo>
                <a:lnTo>
                  <a:pt x="2257" y="4209"/>
                </a:lnTo>
                <a:lnTo>
                  <a:pt x="2257" y="6407"/>
                </a:lnTo>
                <a:cubicBezTo>
                  <a:pt x="2257" y="6439"/>
                  <a:pt x="2283" y="6466"/>
                  <a:pt x="2317" y="6466"/>
                </a:cubicBezTo>
                <a:lnTo>
                  <a:pt x="4150" y="6466"/>
                </a:lnTo>
                <a:cubicBezTo>
                  <a:pt x="4182" y="6466"/>
                  <a:pt x="4209" y="6439"/>
                  <a:pt x="4209" y="6405"/>
                </a:cubicBezTo>
                <a:lnTo>
                  <a:pt x="4209" y="4209"/>
                </a:lnTo>
                <a:lnTo>
                  <a:pt x="6406" y="4209"/>
                </a:lnTo>
                <a:cubicBezTo>
                  <a:pt x="6438" y="4209"/>
                  <a:pt x="6466" y="4183"/>
                  <a:pt x="6466" y="4149"/>
                </a:cubicBezTo>
                <a:lnTo>
                  <a:pt x="6466" y="2316"/>
                </a:lnTo>
                <a:cubicBezTo>
                  <a:pt x="6466" y="2284"/>
                  <a:pt x="6440" y="2256"/>
                  <a:pt x="6406" y="2256"/>
                </a:cubicBezTo>
                <a:lnTo>
                  <a:pt x="4208" y="2256"/>
                </a:lnTo>
                <a:lnTo>
                  <a:pt x="4208" y="60"/>
                </a:lnTo>
                <a:cubicBezTo>
                  <a:pt x="4208" y="27"/>
                  <a:pt x="4181" y="0"/>
                  <a:pt x="414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06" name="Google Shape;2306;p44"/>
          <p:cNvGrpSpPr/>
          <p:nvPr/>
        </p:nvGrpSpPr>
        <p:grpSpPr>
          <a:xfrm rot="-618449">
            <a:off x="8209178" y="963111"/>
            <a:ext cx="1531015" cy="1840875"/>
            <a:chOff x="5814350" y="3882100"/>
            <a:chExt cx="492000" cy="591575"/>
          </a:xfrm>
        </p:grpSpPr>
        <p:sp>
          <p:nvSpPr>
            <p:cNvPr id="2307" name="Google Shape;2307;p44"/>
            <p:cNvSpPr/>
            <p:nvPr/>
          </p:nvSpPr>
          <p:spPr>
            <a:xfrm>
              <a:off x="5821225" y="3884125"/>
              <a:ext cx="485125" cy="589550"/>
            </a:xfrm>
            <a:custGeom>
              <a:avLst/>
              <a:gdLst/>
              <a:ahLst/>
              <a:cxnLst/>
              <a:rect l="l" t="t" r="r" b="b"/>
              <a:pathLst>
                <a:path w="19405" h="23582" extrusionOk="0">
                  <a:moveTo>
                    <a:pt x="8824" y="0"/>
                  </a:moveTo>
                  <a:cubicBezTo>
                    <a:pt x="8800" y="0"/>
                    <a:pt x="8775" y="1"/>
                    <a:pt x="8751" y="3"/>
                  </a:cubicBezTo>
                  <a:cubicBezTo>
                    <a:pt x="8621" y="13"/>
                    <a:pt x="8492" y="48"/>
                    <a:pt x="8369" y="115"/>
                  </a:cubicBezTo>
                  <a:lnTo>
                    <a:pt x="635" y="4314"/>
                  </a:lnTo>
                  <a:cubicBezTo>
                    <a:pt x="171" y="4567"/>
                    <a:pt x="1" y="5146"/>
                    <a:pt x="253" y="5610"/>
                  </a:cubicBezTo>
                  <a:lnTo>
                    <a:pt x="9738" y="23082"/>
                  </a:lnTo>
                  <a:cubicBezTo>
                    <a:pt x="9911" y="23400"/>
                    <a:pt x="10239" y="23581"/>
                    <a:pt x="10578" y="23581"/>
                  </a:cubicBezTo>
                  <a:cubicBezTo>
                    <a:pt x="10732" y="23581"/>
                    <a:pt x="10888" y="23544"/>
                    <a:pt x="11033" y="23465"/>
                  </a:cubicBezTo>
                  <a:lnTo>
                    <a:pt x="18767" y="19267"/>
                  </a:lnTo>
                  <a:cubicBezTo>
                    <a:pt x="19231" y="19015"/>
                    <a:pt x="19404" y="18434"/>
                    <a:pt x="19153" y="17972"/>
                  </a:cubicBezTo>
                  <a:lnTo>
                    <a:pt x="9667" y="498"/>
                  </a:lnTo>
                  <a:cubicBezTo>
                    <a:pt x="9494" y="180"/>
                    <a:pt x="9165" y="0"/>
                    <a:pt x="88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4"/>
            <p:cNvSpPr/>
            <p:nvPr/>
          </p:nvSpPr>
          <p:spPr>
            <a:xfrm>
              <a:off x="5925525" y="3907125"/>
              <a:ext cx="188500" cy="564550"/>
            </a:xfrm>
            <a:custGeom>
              <a:avLst/>
              <a:gdLst/>
              <a:ahLst/>
              <a:cxnLst/>
              <a:rect l="l" t="t" r="r" b="b"/>
              <a:pathLst>
                <a:path w="7540" h="22582" extrusionOk="0">
                  <a:moveTo>
                    <a:pt x="2292" y="0"/>
                  </a:moveTo>
                  <a:lnTo>
                    <a:pt x="0" y="1245"/>
                  </a:lnTo>
                  <a:lnTo>
                    <a:pt x="4735" y="21057"/>
                  </a:lnTo>
                  <a:lnTo>
                    <a:pt x="5291" y="22082"/>
                  </a:lnTo>
                  <a:cubicBezTo>
                    <a:pt x="5464" y="22400"/>
                    <a:pt x="5793" y="22581"/>
                    <a:pt x="6132" y="22581"/>
                  </a:cubicBezTo>
                  <a:cubicBezTo>
                    <a:pt x="6286" y="22581"/>
                    <a:pt x="6442" y="22544"/>
                    <a:pt x="6586" y="22466"/>
                  </a:cubicBezTo>
                  <a:lnTo>
                    <a:pt x="7540" y="21949"/>
                  </a:lnTo>
                  <a:lnTo>
                    <a:pt x="2292"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4"/>
            <p:cNvSpPr/>
            <p:nvPr/>
          </p:nvSpPr>
          <p:spPr>
            <a:xfrm>
              <a:off x="5814350" y="3882100"/>
              <a:ext cx="485075" cy="589525"/>
            </a:xfrm>
            <a:custGeom>
              <a:avLst/>
              <a:gdLst/>
              <a:ahLst/>
              <a:cxnLst/>
              <a:rect l="l" t="t" r="r" b="b"/>
              <a:pathLst>
                <a:path w="19403" h="23581" extrusionOk="0">
                  <a:moveTo>
                    <a:pt x="8826" y="0"/>
                  </a:moveTo>
                  <a:cubicBezTo>
                    <a:pt x="8801" y="0"/>
                    <a:pt x="8776" y="1"/>
                    <a:pt x="8750" y="3"/>
                  </a:cubicBezTo>
                  <a:cubicBezTo>
                    <a:pt x="8619" y="14"/>
                    <a:pt x="8490" y="48"/>
                    <a:pt x="8369" y="115"/>
                  </a:cubicBezTo>
                  <a:lnTo>
                    <a:pt x="635" y="4314"/>
                  </a:lnTo>
                  <a:cubicBezTo>
                    <a:pt x="170" y="4567"/>
                    <a:pt x="0" y="5146"/>
                    <a:pt x="252" y="5609"/>
                  </a:cubicBezTo>
                  <a:lnTo>
                    <a:pt x="9737" y="23082"/>
                  </a:lnTo>
                  <a:cubicBezTo>
                    <a:pt x="9910" y="23400"/>
                    <a:pt x="10239" y="23581"/>
                    <a:pt x="10578" y="23581"/>
                  </a:cubicBezTo>
                  <a:cubicBezTo>
                    <a:pt x="10732" y="23581"/>
                    <a:pt x="10888" y="23544"/>
                    <a:pt x="11032" y="23466"/>
                  </a:cubicBezTo>
                  <a:lnTo>
                    <a:pt x="18766" y="19267"/>
                  </a:lnTo>
                  <a:cubicBezTo>
                    <a:pt x="19230" y="19015"/>
                    <a:pt x="19403" y="18435"/>
                    <a:pt x="19151" y="17971"/>
                  </a:cubicBezTo>
                  <a:lnTo>
                    <a:pt x="9666" y="499"/>
                  </a:lnTo>
                  <a:cubicBezTo>
                    <a:pt x="9493" y="180"/>
                    <a:pt x="9166" y="0"/>
                    <a:pt x="88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4"/>
            <p:cNvSpPr/>
            <p:nvPr/>
          </p:nvSpPr>
          <p:spPr>
            <a:xfrm>
              <a:off x="6003900" y="3882175"/>
              <a:ext cx="159950" cy="562150"/>
            </a:xfrm>
            <a:custGeom>
              <a:avLst/>
              <a:gdLst/>
              <a:ahLst/>
              <a:cxnLst/>
              <a:rect l="l" t="t" r="r" b="b"/>
              <a:pathLst>
                <a:path w="6398" h="22486" extrusionOk="0">
                  <a:moveTo>
                    <a:pt x="1168" y="0"/>
                  </a:moveTo>
                  <a:cubicBezTo>
                    <a:pt x="1039" y="11"/>
                    <a:pt x="910" y="47"/>
                    <a:pt x="787" y="112"/>
                  </a:cubicBezTo>
                  <a:lnTo>
                    <a:pt x="0" y="539"/>
                  </a:lnTo>
                  <a:lnTo>
                    <a:pt x="5250" y="22485"/>
                  </a:lnTo>
                  <a:lnTo>
                    <a:pt x="6398" y="21863"/>
                  </a:lnTo>
                  <a:lnTo>
                    <a:pt x="1168" y="0"/>
                  </a:ln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4"/>
            <p:cNvSpPr/>
            <p:nvPr/>
          </p:nvSpPr>
          <p:spPr>
            <a:xfrm>
              <a:off x="5877600" y="3993575"/>
              <a:ext cx="69025" cy="60425"/>
            </a:xfrm>
            <a:custGeom>
              <a:avLst/>
              <a:gdLst/>
              <a:ahLst/>
              <a:cxnLst/>
              <a:rect l="l" t="t" r="r" b="b"/>
              <a:pathLst>
                <a:path w="2761" h="2417" extrusionOk="0">
                  <a:moveTo>
                    <a:pt x="1380" y="1"/>
                  </a:moveTo>
                  <a:cubicBezTo>
                    <a:pt x="1186" y="1"/>
                    <a:pt x="988" y="48"/>
                    <a:pt x="805" y="148"/>
                  </a:cubicBezTo>
                  <a:cubicBezTo>
                    <a:pt x="219" y="465"/>
                    <a:pt x="1" y="1200"/>
                    <a:pt x="320" y="1785"/>
                  </a:cubicBezTo>
                  <a:cubicBezTo>
                    <a:pt x="538" y="2187"/>
                    <a:pt x="954" y="2416"/>
                    <a:pt x="1382" y="2416"/>
                  </a:cubicBezTo>
                  <a:cubicBezTo>
                    <a:pt x="1577" y="2416"/>
                    <a:pt x="1774" y="2369"/>
                    <a:pt x="1956" y="2270"/>
                  </a:cubicBezTo>
                  <a:cubicBezTo>
                    <a:pt x="2542" y="1953"/>
                    <a:pt x="2760" y="1218"/>
                    <a:pt x="2441" y="633"/>
                  </a:cubicBezTo>
                  <a:cubicBezTo>
                    <a:pt x="2223" y="230"/>
                    <a:pt x="1809" y="1"/>
                    <a:pt x="13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4"/>
            <p:cNvSpPr/>
            <p:nvPr/>
          </p:nvSpPr>
          <p:spPr>
            <a:xfrm>
              <a:off x="5881650" y="3997125"/>
              <a:ext cx="60950" cy="53350"/>
            </a:xfrm>
            <a:custGeom>
              <a:avLst/>
              <a:gdLst/>
              <a:ahLst/>
              <a:cxnLst/>
              <a:rect l="l" t="t" r="r" b="b"/>
              <a:pathLst>
                <a:path w="2438" h="2134" extrusionOk="0">
                  <a:moveTo>
                    <a:pt x="1218" y="1"/>
                  </a:moveTo>
                  <a:cubicBezTo>
                    <a:pt x="1046" y="1"/>
                    <a:pt x="871" y="42"/>
                    <a:pt x="710" y="130"/>
                  </a:cubicBezTo>
                  <a:cubicBezTo>
                    <a:pt x="193" y="411"/>
                    <a:pt x="1" y="1059"/>
                    <a:pt x="281" y="1576"/>
                  </a:cubicBezTo>
                  <a:cubicBezTo>
                    <a:pt x="326" y="1657"/>
                    <a:pt x="378" y="1732"/>
                    <a:pt x="439" y="1796"/>
                  </a:cubicBezTo>
                  <a:cubicBezTo>
                    <a:pt x="643" y="2013"/>
                    <a:pt x="928" y="2134"/>
                    <a:pt x="1220" y="2134"/>
                  </a:cubicBezTo>
                  <a:cubicBezTo>
                    <a:pt x="1392" y="2134"/>
                    <a:pt x="1566" y="2092"/>
                    <a:pt x="1727" y="2004"/>
                  </a:cubicBezTo>
                  <a:cubicBezTo>
                    <a:pt x="2245" y="1723"/>
                    <a:pt x="2437" y="1075"/>
                    <a:pt x="2155" y="558"/>
                  </a:cubicBezTo>
                  <a:cubicBezTo>
                    <a:pt x="2037" y="340"/>
                    <a:pt x="1853" y="178"/>
                    <a:pt x="1638" y="88"/>
                  </a:cubicBezTo>
                  <a:lnTo>
                    <a:pt x="1637" y="86"/>
                  </a:lnTo>
                  <a:cubicBezTo>
                    <a:pt x="1506" y="30"/>
                    <a:pt x="1363"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4"/>
            <p:cNvSpPr/>
            <p:nvPr/>
          </p:nvSpPr>
          <p:spPr>
            <a:xfrm>
              <a:off x="5888225" y="4007275"/>
              <a:ext cx="14600" cy="23500"/>
            </a:xfrm>
            <a:custGeom>
              <a:avLst/>
              <a:gdLst/>
              <a:ahLst/>
              <a:cxnLst/>
              <a:rect l="l" t="t" r="r" b="b"/>
              <a:pathLst>
                <a:path w="584" h="940" extrusionOk="0">
                  <a:moveTo>
                    <a:pt x="371" y="0"/>
                  </a:moveTo>
                  <a:cubicBezTo>
                    <a:pt x="249" y="0"/>
                    <a:pt x="113" y="178"/>
                    <a:pt x="59" y="416"/>
                  </a:cubicBezTo>
                  <a:cubicBezTo>
                    <a:pt x="1" y="674"/>
                    <a:pt x="56" y="907"/>
                    <a:pt x="185" y="936"/>
                  </a:cubicBezTo>
                  <a:cubicBezTo>
                    <a:pt x="194" y="939"/>
                    <a:pt x="203" y="940"/>
                    <a:pt x="212" y="940"/>
                  </a:cubicBezTo>
                  <a:cubicBezTo>
                    <a:pt x="334" y="940"/>
                    <a:pt x="469" y="762"/>
                    <a:pt x="524" y="524"/>
                  </a:cubicBezTo>
                  <a:cubicBezTo>
                    <a:pt x="584" y="267"/>
                    <a:pt x="527" y="35"/>
                    <a:pt x="398" y="4"/>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4"/>
            <p:cNvSpPr/>
            <p:nvPr/>
          </p:nvSpPr>
          <p:spPr>
            <a:xfrm>
              <a:off x="5892625" y="3999300"/>
              <a:ext cx="49975" cy="51175"/>
            </a:xfrm>
            <a:custGeom>
              <a:avLst/>
              <a:gdLst/>
              <a:ahLst/>
              <a:cxnLst/>
              <a:rect l="l" t="t" r="r" b="b"/>
              <a:pathLst>
                <a:path w="1999" h="2047" extrusionOk="0">
                  <a:moveTo>
                    <a:pt x="1199" y="1"/>
                  </a:moveTo>
                  <a:cubicBezTo>
                    <a:pt x="1338" y="94"/>
                    <a:pt x="1448" y="231"/>
                    <a:pt x="1511" y="388"/>
                  </a:cubicBezTo>
                  <a:cubicBezTo>
                    <a:pt x="1623" y="671"/>
                    <a:pt x="1577" y="1004"/>
                    <a:pt x="1415" y="1262"/>
                  </a:cubicBezTo>
                  <a:cubicBezTo>
                    <a:pt x="1251" y="1520"/>
                    <a:pt x="980" y="1700"/>
                    <a:pt x="686" y="1779"/>
                  </a:cubicBezTo>
                  <a:cubicBezTo>
                    <a:pt x="593" y="1804"/>
                    <a:pt x="496" y="1820"/>
                    <a:pt x="399" y="1820"/>
                  </a:cubicBezTo>
                  <a:cubicBezTo>
                    <a:pt x="349" y="1820"/>
                    <a:pt x="299" y="1816"/>
                    <a:pt x="250" y="1807"/>
                  </a:cubicBezTo>
                  <a:cubicBezTo>
                    <a:pt x="162" y="1789"/>
                    <a:pt x="76" y="1757"/>
                    <a:pt x="0" y="1709"/>
                  </a:cubicBezTo>
                  <a:lnTo>
                    <a:pt x="0" y="1709"/>
                  </a:lnTo>
                  <a:cubicBezTo>
                    <a:pt x="204" y="1926"/>
                    <a:pt x="489" y="2047"/>
                    <a:pt x="781" y="2047"/>
                  </a:cubicBezTo>
                  <a:cubicBezTo>
                    <a:pt x="953" y="2047"/>
                    <a:pt x="1127" y="2005"/>
                    <a:pt x="1288" y="1917"/>
                  </a:cubicBezTo>
                  <a:cubicBezTo>
                    <a:pt x="1806" y="1636"/>
                    <a:pt x="1998" y="988"/>
                    <a:pt x="1716" y="471"/>
                  </a:cubicBezTo>
                  <a:cubicBezTo>
                    <a:pt x="1598" y="253"/>
                    <a:pt x="1414" y="91"/>
                    <a:pt x="1199"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4"/>
            <p:cNvSpPr/>
            <p:nvPr/>
          </p:nvSpPr>
          <p:spPr>
            <a:xfrm>
              <a:off x="5926175" y="4083050"/>
              <a:ext cx="69025" cy="60400"/>
            </a:xfrm>
            <a:custGeom>
              <a:avLst/>
              <a:gdLst/>
              <a:ahLst/>
              <a:cxnLst/>
              <a:rect l="l" t="t" r="r" b="b"/>
              <a:pathLst>
                <a:path w="2761" h="2416" extrusionOk="0">
                  <a:moveTo>
                    <a:pt x="1379" y="1"/>
                  </a:moveTo>
                  <a:cubicBezTo>
                    <a:pt x="1185" y="1"/>
                    <a:pt x="988" y="48"/>
                    <a:pt x="805" y="147"/>
                  </a:cubicBezTo>
                  <a:cubicBezTo>
                    <a:pt x="219" y="465"/>
                    <a:pt x="1" y="1199"/>
                    <a:pt x="320" y="1784"/>
                  </a:cubicBezTo>
                  <a:cubicBezTo>
                    <a:pt x="538" y="2187"/>
                    <a:pt x="953" y="2416"/>
                    <a:pt x="1382" y="2416"/>
                  </a:cubicBezTo>
                  <a:cubicBezTo>
                    <a:pt x="1577" y="2416"/>
                    <a:pt x="1774" y="2369"/>
                    <a:pt x="1957" y="2270"/>
                  </a:cubicBezTo>
                  <a:cubicBezTo>
                    <a:pt x="2542" y="1952"/>
                    <a:pt x="2760" y="1218"/>
                    <a:pt x="2442" y="632"/>
                  </a:cubicBezTo>
                  <a:cubicBezTo>
                    <a:pt x="2222" y="229"/>
                    <a:pt x="1807" y="1"/>
                    <a:pt x="13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4"/>
            <p:cNvSpPr/>
            <p:nvPr/>
          </p:nvSpPr>
          <p:spPr>
            <a:xfrm>
              <a:off x="5930200" y="4086575"/>
              <a:ext cx="60950" cy="53375"/>
            </a:xfrm>
            <a:custGeom>
              <a:avLst/>
              <a:gdLst/>
              <a:ahLst/>
              <a:cxnLst/>
              <a:rect l="l" t="t" r="r" b="b"/>
              <a:pathLst>
                <a:path w="2438" h="2135" extrusionOk="0">
                  <a:moveTo>
                    <a:pt x="1218" y="1"/>
                  </a:moveTo>
                  <a:cubicBezTo>
                    <a:pt x="1046" y="1"/>
                    <a:pt x="872" y="42"/>
                    <a:pt x="711" y="130"/>
                  </a:cubicBezTo>
                  <a:cubicBezTo>
                    <a:pt x="193" y="412"/>
                    <a:pt x="1" y="1059"/>
                    <a:pt x="282" y="1577"/>
                  </a:cubicBezTo>
                  <a:cubicBezTo>
                    <a:pt x="326" y="1657"/>
                    <a:pt x="379" y="1732"/>
                    <a:pt x="439" y="1795"/>
                  </a:cubicBezTo>
                  <a:cubicBezTo>
                    <a:pt x="644" y="2013"/>
                    <a:pt x="929" y="2134"/>
                    <a:pt x="1222" y="2134"/>
                  </a:cubicBezTo>
                  <a:cubicBezTo>
                    <a:pt x="1393" y="2134"/>
                    <a:pt x="1567" y="2093"/>
                    <a:pt x="1728" y="2005"/>
                  </a:cubicBezTo>
                  <a:cubicBezTo>
                    <a:pt x="2245" y="1723"/>
                    <a:pt x="2437" y="1076"/>
                    <a:pt x="2157" y="558"/>
                  </a:cubicBezTo>
                  <a:cubicBezTo>
                    <a:pt x="2038" y="340"/>
                    <a:pt x="1853" y="180"/>
                    <a:pt x="1640" y="87"/>
                  </a:cubicBezTo>
                  <a:lnTo>
                    <a:pt x="1638" y="86"/>
                  </a:lnTo>
                  <a:cubicBezTo>
                    <a:pt x="1506" y="30"/>
                    <a:pt x="1362"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4"/>
            <p:cNvSpPr/>
            <p:nvPr/>
          </p:nvSpPr>
          <p:spPr>
            <a:xfrm>
              <a:off x="5936800" y="4096750"/>
              <a:ext cx="14600" cy="23475"/>
            </a:xfrm>
            <a:custGeom>
              <a:avLst/>
              <a:gdLst/>
              <a:ahLst/>
              <a:cxnLst/>
              <a:rect l="l" t="t" r="r" b="b"/>
              <a:pathLst>
                <a:path w="584" h="939" extrusionOk="0">
                  <a:moveTo>
                    <a:pt x="370" y="0"/>
                  </a:moveTo>
                  <a:cubicBezTo>
                    <a:pt x="248" y="0"/>
                    <a:pt x="113" y="178"/>
                    <a:pt x="58" y="416"/>
                  </a:cubicBezTo>
                  <a:cubicBezTo>
                    <a:pt x="0" y="674"/>
                    <a:pt x="56" y="907"/>
                    <a:pt x="185" y="935"/>
                  </a:cubicBezTo>
                  <a:cubicBezTo>
                    <a:pt x="194" y="938"/>
                    <a:pt x="203" y="939"/>
                    <a:pt x="212" y="939"/>
                  </a:cubicBezTo>
                  <a:cubicBezTo>
                    <a:pt x="334" y="939"/>
                    <a:pt x="469" y="761"/>
                    <a:pt x="524" y="523"/>
                  </a:cubicBezTo>
                  <a:cubicBezTo>
                    <a:pt x="583" y="267"/>
                    <a:pt x="526" y="34"/>
                    <a:pt x="397" y="4"/>
                  </a:cubicBezTo>
                  <a:cubicBezTo>
                    <a:pt x="388" y="1"/>
                    <a:pt x="379"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4"/>
            <p:cNvSpPr/>
            <p:nvPr/>
          </p:nvSpPr>
          <p:spPr>
            <a:xfrm>
              <a:off x="5941175" y="4088750"/>
              <a:ext cx="49975" cy="51200"/>
            </a:xfrm>
            <a:custGeom>
              <a:avLst/>
              <a:gdLst/>
              <a:ahLst/>
              <a:cxnLst/>
              <a:rect l="l" t="t" r="r" b="b"/>
              <a:pathLst>
                <a:path w="1999" h="2048" extrusionOk="0">
                  <a:moveTo>
                    <a:pt x="1199" y="0"/>
                  </a:moveTo>
                  <a:lnTo>
                    <a:pt x="1199" y="0"/>
                  </a:lnTo>
                  <a:cubicBezTo>
                    <a:pt x="1338" y="94"/>
                    <a:pt x="1449" y="232"/>
                    <a:pt x="1512" y="387"/>
                  </a:cubicBezTo>
                  <a:cubicBezTo>
                    <a:pt x="1623" y="671"/>
                    <a:pt x="1578" y="1005"/>
                    <a:pt x="1415" y="1263"/>
                  </a:cubicBezTo>
                  <a:cubicBezTo>
                    <a:pt x="1251" y="1521"/>
                    <a:pt x="981" y="1701"/>
                    <a:pt x="687" y="1780"/>
                  </a:cubicBezTo>
                  <a:cubicBezTo>
                    <a:pt x="593" y="1805"/>
                    <a:pt x="497" y="1820"/>
                    <a:pt x="401" y="1820"/>
                  </a:cubicBezTo>
                  <a:cubicBezTo>
                    <a:pt x="350" y="1820"/>
                    <a:pt x="300" y="1816"/>
                    <a:pt x="251" y="1806"/>
                  </a:cubicBezTo>
                  <a:cubicBezTo>
                    <a:pt x="164" y="1790"/>
                    <a:pt x="77" y="1758"/>
                    <a:pt x="0" y="1708"/>
                  </a:cubicBezTo>
                  <a:lnTo>
                    <a:pt x="0" y="1708"/>
                  </a:lnTo>
                  <a:cubicBezTo>
                    <a:pt x="205" y="1926"/>
                    <a:pt x="490" y="2047"/>
                    <a:pt x="783" y="2047"/>
                  </a:cubicBezTo>
                  <a:cubicBezTo>
                    <a:pt x="954" y="2047"/>
                    <a:pt x="1128" y="2006"/>
                    <a:pt x="1289" y="1918"/>
                  </a:cubicBezTo>
                  <a:cubicBezTo>
                    <a:pt x="1806" y="1636"/>
                    <a:pt x="1998" y="989"/>
                    <a:pt x="1718" y="471"/>
                  </a:cubicBezTo>
                  <a:cubicBezTo>
                    <a:pt x="1599" y="253"/>
                    <a:pt x="1414" y="93"/>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4"/>
            <p:cNvSpPr/>
            <p:nvPr/>
          </p:nvSpPr>
          <p:spPr>
            <a:xfrm>
              <a:off x="5974750" y="4172525"/>
              <a:ext cx="69000" cy="60400"/>
            </a:xfrm>
            <a:custGeom>
              <a:avLst/>
              <a:gdLst/>
              <a:ahLst/>
              <a:cxnLst/>
              <a:rect l="l" t="t" r="r" b="b"/>
              <a:pathLst>
                <a:path w="2760" h="2416" extrusionOk="0">
                  <a:moveTo>
                    <a:pt x="1379" y="0"/>
                  </a:moveTo>
                  <a:cubicBezTo>
                    <a:pt x="1185" y="0"/>
                    <a:pt x="987" y="47"/>
                    <a:pt x="804" y="147"/>
                  </a:cubicBezTo>
                  <a:cubicBezTo>
                    <a:pt x="219" y="464"/>
                    <a:pt x="0" y="1199"/>
                    <a:pt x="319" y="1784"/>
                  </a:cubicBezTo>
                  <a:cubicBezTo>
                    <a:pt x="538" y="2187"/>
                    <a:pt x="953" y="2416"/>
                    <a:pt x="1381" y="2416"/>
                  </a:cubicBezTo>
                  <a:cubicBezTo>
                    <a:pt x="1576" y="2416"/>
                    <a:pt x="1773" y="2368"/>
                    <a:pt x="1956" y="2269"/>
                  </a:cubicBezTo>
                  <a:cubicBezTo>
                    <a:pt x="2542" y="1952"/>
                    <a:pt x="2760" y="1217"/>
                    <a:pt x="2441" y="632"/>
                  </a:cubicBezTo>
                  <a:cubicBezTo>
                    <a:pt x="2223" y="229"/>
                    <a:pt x="1808" y="0"/>
                    <a:pt x="1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4"/>
            <p:cNvSpPr/>
            <p:nvPr/>
          </p:nvSpPr>
          <p:spPr>
            <a:xfrm>
              <a:off x="5978800" y="4176075"/>
              <a:ext cx="60925" cy="53350"/>
            </a:xfrm>
            <a:custGeom>
              <a:avLst/>
              <a:gdLst/>
              <a:ahLst/>
              <a:cxnLst/>
              <a:rect l="l" t="t" r="r" b="b"/>
              <a:pathLst>
                <a:path w="2437" h="2134" extrusionOk="0">
                  <a:moveTo>
                    <a:pt x="1217" y="1"/>
                  </a:moveTo>
                  <a:cubicBezTo>
                    <a:pt x="1045" y="1"/>
                    <a:pt x="870" y="42"/>
                    <a:pt x="709" y="130"/>
                  </a:cubicBezTo>
                  <a:cubicBezTo>
                    <a:pt x="192" y="412"/>
                    <a:pt x="0" y="1059"/>
                    <a:pt x="281" y="1576"/>
                  </a:cubicBezTo>
                  <a:cubicBezTo>
                    <a:pt x="325" y="1657"/>
                    <a:pt x="378" y="1732"/>
                    <a:pt x="439" y="1795"/>
                  </a:cubicBezTo>
                  <a:cubicBezTo>
                    <a:pt x="642" y="2013"/>
                    <a:pt x="927" y="2133"/>
                    <a:pt x="1219" y="2133"/>
                  </a:cubicBezTo>
                  <a:cubicBezTo>
                    <a:pt x="1391" y="2133"/>
                    <a:pt x="1565" y="2092"/>
                    <a:pt x="1727" y="2004"/>
                  </a:cubicBezTo>
                  <a:cubicBezTo>
                    <a:pt x="2245" y="1723"/>
                    <a:pt x="2437" y="1075"/>
                    <a:pt x="2155" y="558"/>
                  </a:cubicBezTo>
                  <a:cubicBezTo>
                    <a:pt x="2036" y="339"/>
                    <a:pt x="1853"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4"/>
            <p:cNvSpPr/>
            <p:nvPr/>
          </p:nvSpPr>
          <p:spPr>
            <a:xfrm>
              <a:off x="5985375" y="4186225"/>
              <a:ext cx="14600" cy="23500"/>
            </a:xfrm>
            <a:custGeom>
              <a:avLst/>
              <a:gdLst/>
              <a:ahLst/>
              <a:cxnLst/>
              <a:rect l="l" t="t" r="r" b="b"/>
              <a:pathLst>
                <a:path w="584" h="940" extrusionOk="0">
                  <a:moveTo>
                    <a:pt x="371" y="1"/>
                  </a:moveTo>
                  <a:cubicBezTo>
                    <a:pt x="249" y="1"/>
                    <a:pt x="113" y="178"/>
                    <a:pt x="58" y="416"/>
                  </a:cubicBezTo>
                  <a:cubicBezTo>
                    <a:pt x="0" y="674"/>
                    <a:pt x="55" y="906"/>
                    <a:pt x="184" y="936"/>
                  </a:cubicBezTo>
                  <a:cubicBezTo>
                    <a:pt x="193" y="939"/>
                    <a:pt x="202" y="940"/>
                    <a:pt x="212" y="940"/>
                  </a:cubicBezTo>
                  <a:cubicBezTo>
                    <a:pt x="333" y="940"/>
                    <a:pt x="469" y="762"/>
                    <a:pt x="524" y="524"/>
                  </a:cubicBezTo>
                  <a:cubicBezTo>
                    <a:pt x="583" y="266"/>
                    <a:pt x="527" y="33"/>
                    <a:pt x="398" y="3"/>
                  </a:cubicBezTo>
                  <a:cubicBezTo>
                    <a:pt x="389" y="1"/>
                    <a:pt x="380" y="1"/>
                    <a:pt x="371"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4"/>
            <p:cNvSpPr/>
            <p:nvPr/>
          </p:nvSpPr>
          <p:spPr>
            <a:xfrm>
              <a:off x="5989750" y="4178250"/>
              <a:ext cx="49975" cy="51175"/>
            </a:xfrm>
            <a:custGeom>
              <a:avLst/>
              <a:gdLst/>
              <a:ahLst/>
              <a:cxnLst/>
              <a:rect l="l" t="t" r="r" b="b"/>
              <a:pathLst>
                <a:path w="1999" h="2047" extrusionOk="0">
                  <a:moveTo>
                    <a:pt x="1200" y="0"/>
                  </a:moveTo>
                  <a:lnTo>
                    <a:pt x="1200" y="0"/>
                  </a:lnTo>
                  <a:cubicBezTo>
                    <a:pt x="1338" y="94"/>
                    <a:pt x="1449" y="232"/>
                    <a:pt x="1512" y="387"/>
                  </a:cubicBezTo>
                  <a:cubicBezTo>
                    <a:pt x="1623" y="671"/>
                    <a:pt x="1578" y="1004"/>
                    <a:pt x="1416" y="1262"/>
                  </a:cubicBezTo>
                  <a:cubicBezTo>
                    <a:pt x="1252" y="1520"/>
                    <a:pt x="980" y="1700"/>
                    <a:pt x="686" y="1780"/>
                  </a:cubicBezTo>
                  <a:cubicBezTo>
                    <a:pt x="593" y="1805"/>
                    <a:pt x="497" y="1820"/>
                    <a:pt x="401" y="1820"/>
                  </a:cubicBezTo>
                  <a:cubicBezTo>
                    <a:pt x="350" y="1820"/>
                    <a:pt x="300" y="1816"/>
                    <a:pt x="250" y="1806"/>
                  </a:cubicBezTo>
                  <a:cubicBezTo>
                    <a:pt x="163" y="1790"/>
                    <a:pt x="76" y="1757"/>
                    <a:pt x="1" y="1708"/>
                  </a:cubicBezTo>
                  <a:lnTo>
                    <a:pt x="1" y="1708"/>
                  </a:lnTo>
                  <a:cubicBezTo>
                    <a:pt x="204" y="1926"/>
                    <a:pt x="489" y="2046"/>
                    <a:pt x="781" y="2046"/>
                  </a:cubicBezTo>
                  <a:cubicBezTo>
                    <a:pt x="953" y="2046"/>
                    <a:pt x="1127" y="2005"/>
                    <a:pt x="1289" y="1917"/>
                  </a:cubicBezTo>
                  <a:cubicBezTo>
                    <a:pt x="1807" y="1636"/>
                    <a:pt x="1999" y="988"/>
                    <a:pt x="1717" y="471"/>
                  </a:cubicBezTo>
                  <a:cubicBezTo>
                    <a:pt x="1598" y="252"/>
                    <a:pt x="1415" y="92"/>
                    <a:pt x="120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4"/>
            <p:cNvSpPr/>
            <p:nvPr/>
          </p:nvSpPr>
          <p:spPr>
            <a:xfrm>
              <a:off x="6023325" y="4262000"/>
              <a:ext cx="69000" cy="60375"/>
            </a:xfrm>
            <a:custGeom>
              <a:avLst/>
              <a:gdLst/>
              <a:ahLst/>
              <a:cxnLst/>
              <a:rect l="l" t="t" r="r" b="b"/>
              <a:pathLst>
                <a:path w="2760" h="2415" extrusionOk="0">
                  <a:moveTo>
                    <a:pt x="1378" y="0"/>
                  </a:moveTo>
                  <a:cubicBezTo>
                    <a:pt x="1184" y="0"/>
                    <a:pt x="987" y="47"/>
                    <a:pt x="804" y="146"/>
                  </a:cubicBezTo>
                  <a:cubicBezTo>
                    <a:pt x="218" y="464"/>
                    <a:pt x="0" y="1197"/>
                    <a:pt x="319" y="1784"/>
                  </a:cubicBezTo>
                  <a:cubicBezTo>
                    <a:pt x="537" y="2186"/>
                    <a:pt x="953" y="2415"/>
                    <a:pt x="1381" y="2415"/>
                  </a:cubicBezTo>
                  <a:cubicBezTo>
                    <a:pt x="1576" y="2415"/>
                    <a:pt x="1773" y="2368"/>
                    <a:pt x="1956" y="2269"/>
                  </a:cubicBezTo>
                  <a:cubicBezTo>
                    <a:pt x="2541" y="1951"/>
                    <a:pt x="2760" y="1217"/>
                    <a:pt x="2441" y="631"/>
                  </a:cubicBezTo>
                  <a:cubicBezTo>
                    <a:pt x="2222" y="228"/>
                    <a:pt x="1807" y="0"/>
                    <a:pt x="13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4"/>
            <p:cNvSpPr/>
            <p:nvPr/>
          </p:nvSpPr>
          <p:spPr>
            <a:xfrm>
              <a:off x="6027350" y="4265525"/>
              <a:ext cx="60925" cy="53375"/>
            </a:xfrm>
            <a:custGeom>
              <a:avLst/>
              <a:gdLst/>
              <a:ahLst/>
              <a:cxnLst/>
              <a:rect l="l" t="t" r="r" b="b"/>
              <a:pathLst>
                <a:path w="2437" h="2135" extrusionOk="0">
                  <a:moveTo>
                    <a:pt x="1218" y="1"/>
                  </a:moveTo>
                  <a:cubicBezTo>
                    <a:pt x="1046" y="1"/>
                    <a:pt x="871" y="43"/>
                    <a:pt x="710" y="131"/>
                  </a:cubicBezTo>
                  <a:cubicBezTo>
                    <a:pt x="192" y="411"/>
                    <a:pt x="0" y="1060"/>
                    <a:pt x="282" y="1577"/>
                  </a:cubicBezTo>
                  <a:cubicBezTo>
                    <a:pt x="325" y="1657"/>
                    <a:pt x="378" y="1732"/>
                    <a:pt x="439" y="1795"/>
                  </a:cubicBezTo>
                  <a:cubicBezTo>
                    <a:pt x="643" y="2013"/>
                    <a:pt x="929" y="2134"/>
                    <a:pt x="1221" y="2134"/>
                  </a:cubicBezTo>
                  <a:cubicBezTo>
                    <a:pt x="1393" y="2134"/>
                    <a:pt x="1567" y="2093"/>
                    <a:pt x="1728" y="2005"/>
                  </a:cubicBezTo>
                  <a:cubicBezTo>
                    <a:pt x="2245" y="1723"/>
                    <a:pt x="2437" y="1076"/>
                    <a:pt x="2156" y="559"/>
                  </a:cubicBezTo>
                  <a:cubicBezTo>
                    <a:pt x="2038" y="339"/>
                    <a:pt x="1853" y="179"/>
                    <a:pt x="1639" y="87"/>
                  </a:cubicBezTo>
                  <a:lnTo>
                    <a:pt x="1637" y="86"/>
                  </a:lnTo>
                  <a:cubicBezTo>
                    <a:pt x="1505" y="30"/>
                    <a:pt x="1362"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4"/>
            <p:cNvSpPr/>
            <p:nvPr/>
          </p:nvSpPr>
          <p:spPr>
            <a:xfrm>
              <a:off x="6033925" y="4275700"/>
              <a:ext cx="14600" cy="23500"/>
            </a:xfrm>
            <a:custGeom>
              <a:avLst/>
              <a:gdLst/>
              <a:ahLst/>
              <a:cxnLst/>
              <a:rect l="l" t="t" r="r" b="b"/>
              <a:pathLst>
                <a:path w="584" h="940" extrusionOk="0">
                  <a:moveTo>
                    <a:pt x="370" y="0"/>
                  </a:moveTo>
                  <a:cubicBezTo>
                    <a:pt x="249" y="0"/>
                    <a:pt x="114" y="178"/>
                    <a:pt x="58" y="416"/>
                  </a:cubicBezTo>
                  <a:cubicBezTo>
                    <a:pt x="1" y="674"/>
                    <a:pt x="56" y="906"/>
                    <a:pt x="185" y="936"/>
                  </a:cubicBezTo>
                  <a:cubicBezTo>
                    <a:pt x="194" y="938"/>
                    <a:pt x="203" y="939"/>
                    <a:pt x="212" y="939"/>
                  </a:cubicBezTo>
                  <a:cubicBezTo>
                    <a:pt x="334" y="939"/>
                    <a:pt x="469" y="762"/>
                    <a:pt x="525" y="524"/>
                  </a:cubicBezTo>
                  <a:cubicBezTo>
                    <a:pt x="584" y="266"/>
                    <a:pt x="527" y="33"/>
                    <a:pt x="398" y="3"/>
                  </a:cubicBezTo>
                  <a:cubicBezTo>
                    <a:pt x="389" y="1"/>
                    <a:pt x="380"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4"/>
            <p:cNvSpPr/>
            <p:nvPr/>
          </p:nvSpPr>
          <p:spPr>
            <a:xfrm>
              <a:off x="6038300" y="4267700"/>
              <a:ext cx="49975" cy="51200"/>
            </a:xfrm>
            <a:custGeom>
              <a:avLst/>
              <a:gdLst/>
              <a:ahLst/>
              <a:cxnLst/>
              <a:rect l="l" t="t" r="r" b="b"/>
              <a:pathLst>
                <a:path w="1999" h="2048" extrusionOk="0">
                  <a:moveTo>
                    <a:pt x="1199" y="0"/>
                  </a:moveTo>
                  <a:lnTo>
                    <a:pt x="1199" y="0"/>
                  </a:lnTo>
                  <a:cubicBezTo>
                    <a:pt x="1338" y="95"/>
                    <a:pt x="1450" y="232"/>
                    <a:pt x="1513" y="387"/>
                  </a:cubicBezTo>
                  <a:cubicBezTo>
                    <a:pt x="1624" y="671"/>
                    <a:pt x="1579" y="1005"/>
                    <a:pt x="1416" y="1263"/>
                  </a:cubicBezTo>
                  <a:cubicBezTo>
                    <a:pt x="1252" y="1521"/>
                    <a:pt x="981" y="1701"/>
                    <a:pt x="687" y="1780"/>
                  </a:cubicBezTo>
                  <a:cubicBezTo>
                    <a:pt x="595" y="1805"/>
                    <a:pt x="499" y="1821"/>
                    <a:pt x="403" y="1821"/>
                  </a:cubicBezTo>
                  <a:cubicBezTo>
                    <a:pt x="352" y="1821"/>
                    <a:pt x="301" y="1816"/>
                    <a:pt x="252" y="1806"/>
                  </a:cubicBezTo>
                  <a:cubicBezTo>
                    <a:pt x="164" y="1790"/>
                    <a:pt x="77" y="1758"/>
                    <a:pt x="1" y="1708"/>
                  </a:cubicBezTo>
                  <a:lnTo>
                    <a:pt x="1" y="1708"/>
                  </a:lnTo>
                  <a:cubicBezTo>
                    <a:pt x="205" y="1926"/>
                    <a:pt x="491" y="2047"/>
                    <a:pt x="783" y="2047"/>
                  </a:cubicBezTo>
                  <a:cubicBezTo>
                    <a:pt x="955" y="2047"/>
                    <a:pt x="1129" y="2006"/>
                    <a:pt x="1290" y="1918"/>
                  </a:cubicBezTo>
                  <a:cubicBezTo>
                    <a:pt x="1807" y="1636"/>
                    <a:pt x="1999" y="989"/>
                    <a:pt x="1718" y="472"/>
                  </a:cubicBezTo>
                  <a:cubicBezTo>
                    <a:pt x="1600" y="252"/>
                    <a:pt x="1415" y="92"/>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4"/>
            <p:cNvSpPr/>
            <p:nvPr/>
          </p:nvSpPr>
          <p:spPr>
            <a:xfrm>
              <a:off x="6071875" y="4351450"/>
              <a:ext cx="69025" cy="60425"/>
            </a:xfrm>
            <a:custGeom>
              <a:avLst/>
              <a:gdLst/>
              <a:ahLst/>
              <a:cxnLst/>
              <a:rect l="l" t="t" r="r" b="b"/>
              <a:pathLst>
                <a:path w="2761" h="2417" extrusionOk="0">
                  <a:moveTo>
                    <a:pt x="1381" y="1"/>
                  </a:moveTo>
                  <a:cubicBezTo>
                    <a:pt x="1186" y="1"/>
                    <a:pt x="988" y="48"/>
                    <a:pt x="805" y="148"/>
                  </a:cubicBezTo>
                  <a:cubicBezTo>
                    <a:pt x="219" y="466"/>
                    <a:pt x="1" y="1199"/>
                    <a:pt x="319" y="1785"/>
                  </a:cubicBezTo>
                  <a:cubicBezTo>
                    <a:pt x="538" y="2188"/>
                    <a:pt x="953" y="2417"/>
                    <a:pt x="1381" y="2417"/>
                  </a:cubicBezTo>
                  <a:cubicBezTo>
                    <a:pt x="1576" y="2417"/>
                    <a:pt x="1773" y="2369"/>
                    <a:pt x="1956" y="2270"/>
                  </a:cubicBezTo>
                  <a:cubicBezTo>
                    <a:pt x="2542" y="1953"/>
                    <a:pt x="2760" y="1219"/>
                    <a:pt x="2441" y="633"/>
                  </a:cubicBezTo>
                  <a:cubicBezTo>
                    <a:pt x="2224" y="229"/>
                    <a:pt x="1809" y="1"/>
                    <a:pt x="13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4"/>
            <p:cNvSpPr/>
            <p:nvPr/>
          </p:nvSpPr>
          <p:spPr>
            <a:xfrm>
              <a:off x="6075925" y="4355000"/>
              <a:ext cx="60950" cy="53350"/>
            </a:xfrm>
            <a:custGeom>
              <a:avLst/>
              <a:gdLst/>
              <a:ahLst/>
              <a:cxnLst/>
              <a:rect l="l" t="t" r="r" b="b"/>
              <a:pathLst>
                <a:path w="2438" h="2134" extrusionOk="0">
                  <a:moveTo>
                    <a:pt x="1217" y="1"/>
                  </a:moveTo>
                  <a:cubicBezTo>
                    <a:pt x="1045" y="1"/>
                    <a:pt x="871" y="42"/>
                    <a:pt x="710" y="130"/>
                  </a:cubicBezTo>
                  <a:cubicBezTo>
                    <a:pt x="193" y="411"/>
                    <a:pt x="1" y="1058"/>
                    <a:pt x="281" y="1576"/>
                  </a:cubicBezTo>
                  <a:cubicBezTo>
                    <a:pt x="326" y="1657"/>
                    <a:pt x="378" y="1732"/>
                    <a:pt x="439" y="1795"/>
                  </a:cubicBezTo>
                  <a:cubicBezTo>
                    <a:pt x="643" y="2013"/>
                    <a:pt x="928" y="2133"/>
                    <a:pt x="1220" y="2133"/>
                  </a:cubicBezTo>
                  <a:cubicBezTo>
                    <a:pt x="1392" y="2133"/>
                    <a:pt x="1566" y="2092"/>
                    <a:pt x="1727" y="2004"/>
                  </a:cubicBezTo>
                  <a:cubicBezTo>
                    <a:pt x="2245" y="1723"/>
                    <a:pt x="2437" y="1075"/>
                    <a:pt x="2155" y="558"/>
                  </a:cubicBezTo>
                  <a:cubicBezTo>
                    <a:pt x="2037" y="339"/>
                    <a:pt x="1854"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4"/>
            <p:cNvSpPr/>
            <p:nvPr/>
          </p:nvSpPr>
          <p:spPr>
            <a:xfrm>
              <a:off x="6082500" y="4365150"/>
              <a:ext cx="14600" cy="23500"/>
            </a:xfrm>
            <a:custGeom>
              <a:avLst/>
              <a:gdLst/>
              <a:ahLst/>
              <a:cxnLst/>
              <a:rect l="l" t="t" r="r" b="b"/>
              <a:pathLst>
                <a:path w="584" h="940" extrusionOk="0">
                  <a:moveTo>
                    <a:pt x="371" y="0"/>
                  </a:moveTo>
                  <a:cubicBezTo>
                    <a:pt x="250" y="0"/>
                    <a:pt x="113" y="178"/>
                    <a:pt x="59" y="416"/>
                  </a:cubicBezTo>
                  <a:cubicBezTo>
                    <a:pt x="1" y="674"/>
                    <a:pt x="55" y="906"/>
                    <a:pt x="184" y="936"/>
                  </a:cubicBezTo>
                  <a:cubicBezTo>
                    <a:pt x="194" y="938"/>
                    <a:pt x="203" y="939"/>
                    <a:pt x="212" y="939"/>
                  </a:cubicBezTo>
                  <a:cubicBezTo>
                    <a:pt x="334" y="939"/>
                    <a:pt x="469" y="762"/>
                    <a:pt x="524" y="523"/>
                  </a:cubicBezTo>
                  <a:cubicBezTo>
                    <a:pt x="584" y="267"/>
                    <a:pt x="527" y="33"/>
                    <a:pt x="398" y="3"/>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4"/>
            <p:cNvSpPr/>
            <p:nvPr/>
          </p:nvSpPr>
          <p:spPr>
            <a:xfrm>
              <a:off x="6086900" y="4357175"/>
              <a:ext cx="49975" cy="51175"/>
            </a:xfrm>
            <a:custGeom>
              <a:avLst/>
              <a:gdLst/>
              <a:ahLst/>
              <a:cxnLst/>
              <a:rect l="l" t="t" r="r" b="b"/>
              <a:pathLst>
                <a:path w="1999" h="2047" extrusionOk="0">
                  <a:moveTo>
                    <a:pt x="1199" y="0"/>
                  </a:moveTo>
                  <a:cubicBezTo>
                    <a:pt x="1338" y="94"/>
                    <a:pt x="1448" y="232"/>
                    <a:pt x="1512" y="387"/>
                  </a:cubicBezTo>
                  <a:cubicBezTo>
                    <a:pt x="1623" y="671"/>
                    <a:pt x="1577" y="1003"/>
                    <a:pt x="1415" y="1261"/>
                  </a:cubicBezTo>
                  <a:cubicBezTo>
                    <a:pt x="1251" y="1519"/>
                    <a:pt x="980" y="1700"/>
                    <a:pt x="686" y="1780"/>
                  </a:cubicBezTo>
                  <a:cubicBezTo>
                    <a:pt x="593" y="1805"/>
                    <a:pt x="496" y="1820"/>
                    <a:pt x="400" y="1820"/>
                  </a:cubicBezTo>
                  <a:cubicBezTo>
                    <a:pt x="350" y="1820"/>
                    <a:pt x="299" y="1816"/>
                    <a:pt x="250" y="1806"/>
                  </a:cubicBezTo>
                  <a:cubicBezTo>
                    <a:pt x="162" y="1789"/>
                    <a:pt x="76" y="1757"/>
                    <a:pt x="0" y="1708"/>
                  </a:cubicBezTo>
                  <a:lnTo>
                    <a:pt x="0" y="1708"/>
                  </a:lnTo>
                  <a:cubicBezTo>
                    <a:pt x="204" y="1926"/>
                    <a:pt x="489" y="2046"/>
                    <a:pt x="781" y="2046"/>
                  </a:cubicBezTo>
                  <a:cubicBezTo>
                    <a:pt x="953" y="2046"/>
                    <a:pt x="1127" y="2005"/>
                    <a:pt x="1288" y="1917"/>
                  </a:cubicBezTo>
                  <a:cubicBezTo>
                    <a:pt x="1806" y="1636"/>
                    <a:pt x="1998" y="988"/>
                    <a:pt x="1716" y="471"/>
                  </a:cubicBezTo>
                  <a:cubicBezTo>
                    <a:pt x="1598" y="252"/>
                    <a:pt x="1415" y="92"/>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4"/>
            <p:cNvSpPr/>
            <p:nvPr/>
          </p:nvSpPr>
          <p:spPr>
            <a:xfrm>
              <a:off x="5972850" y="3941875"/>
              <a:ext cx="69000" cy="60400"/>
            </a:xfrm>
            <a:custGeom>
              <a:avLst/>
              <a:gdLst/>
              <a:ahLst/>
              <a:cxnLst/>
              <a:rect l="l" t="t" r="r" b="b"/>
              <a:pathLst>
                <a:path w="2760" h="2416" extrusionOk="0">
                  <a:moveTo>
                    <a:pt x="1379" y="0"/>
                  </a:moveTo>
                  <a:cubicBezTo>
                    <a:pt x="1184" y="0"/>
                    <a:pt x="987" y="47"/>
                    <a:pt x="804" y="147"/>
                  </a:cubicBezTo>
                  <a:cubicBezTo>
                    <a:pt x="219" y="464"/>
                    <a:pt x="1" y="1198"/>
                    <a:pt x="319" y="1784"/>
                  </a:cubicBezTo>
                  <a:cubicBezTo>
                    <a:pt x="537" y="2187"/>
                    <a:pt x="952" y="2416"/>
                    <a:pt x="1381" y="2416"/>
                  </a:cubicBezTo>
                  <a:cubicBezTo>
                    <a:pt x="1576" y="2416"/>
                    <a:pt x="1773" y="2368"/>
                    <a:pt x="1956" y="2269"/>
                  </a:cubicBezTo>
                  <a:cubicBezTo>
                    <a:pt x="2542" y="1952"/>
                    <a:pt x="2759" y="1217"/>
                    <a:pt x="2441" y="632"/>
                  </a:cubicBezTo>
                  <a:cubicBezTo>
                    <a:pt x="2223" y="229"/>
                    <a:pt x="1808" y="0"/>
                    <a:pt x="1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4"/>
            <p:cNvSpPr/>
            <p:nvPr/>
          </p:nvSpPr>
          <p:spPr>
            <a:xfrm>
              <a:off x="5976875" y="3945425"/>
              <a:ext cx="60950" cy="53350"/>
            </a:xfrm>
            <a:custGeom>
              <a:avLst/>
              <a:gdLst/>
              <a:ahLst/>
              <a:cxnLst/>
              <a:rect l="l" t="t" r="r" b="b"/>
              <a:pathLst>
                <a:path w="2438" h="2134" extrusionOk="0">
                  <a:moveTo>
                    <a:pt x="1218" y="1"/>
                  </a:moveTo>
                  <a:cubicBezTo>
                    <a:pt x="1046" y="1"/>
                    <a:pt x="871" y="42"/>
                    <a:pt x="710" y="130"/>
                  </a:cubicBezTo>
                  <a:cubicBezTo>
                    <a:pt x="193" y="411"/>
                    <a:pt x="1" y="1059"/>
                    <a:pt x="281" y="1576"/>
                  </a:cubicBezTo>
                  <a:cubicBezTo>
                    <a:pt x="326" y="1657"/>
                    <a:pt x="378" y="1732"/>
                    <a:pt x="439" y="1795"/>
                  </a:cubicBezTo>
                  <a:cubicBezTo>
                    <a:pt x="643" y="2013"/>
                    <a:pt x="928" y="2133"/>
                    <a:pt x="1221" y="2133"/>
                  </a:cubicBezTo>
                  <a:cubicBezTo>
                    <a:pt x="1392" y="2133"/>
                    <a:pt x="1567" y="2092"/>
                    <a:pt x="1728" y="2004"/>
                  </a:cubicBezTo>
                  <a:cubicBezTo>
                    <a:pt x="2245" y="1723"/>
                    <a:pt x="2437" y="1075"/>
                    <a:pt x="2157" y="558"/>
                  </a:cubicBezTo>
                  <a:cubicBezTo>
                    <a:pt x="2038" y="339"/>
                    <a:pt x="1854" y="179"/>
                    <a:pt x="1639" y="87"/>
                  </a:cubicBezTo>
                  <a:lnTo>
                    <a:pt x="1638" y="86"/>
                  </a:lnTo>
                  <a:cubicBezTo>
                    <a:pt x="1505" y="30"/>
                    <a:pt x="1362"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4"/>
            <p:cNvSpPr/>
            <p:nvPr/>
          </p:nvSpPr>
          <p:spPr>
            <a:xfrm>
              <a:off x="5983450" y="3955575"/>
              <a:ext cx="14600" cy="23500"/>
            </a:xfrm>
            <a:custGeom>
              <a:avLst/>
              <a:gdLst/>
              <a:ahLst/>
              <a:cxnLst/>
              <a:rect l="l" t="t" r="r" b="b"/>
              <a:pathLst>
                <a:path w="584" h="940" extrusionOk="0">
                  <a:moveTo>
                    <a:pt x="371" y="0"/>
                  </a:moveTo>
                  <a:cubicBezTo>
                    <a:pt x="250" y="0"/>
                    <a:pt x="114" y="178"/>
                    <a:pt x="59" y="416"/>
                  </a:cubicBezTo>
                  <a:cubicBezTo>
                    <a:pt x="1" y="674"/>
                    <a:pt x="58" y="906"/>
                    <a:pt x="186" y="936"/>
                  </a:cubicBezTo>
                  <a:cubicBezTo>
                    <a:pt x="195" y="938"/>
                    <a:pt x="204" y="940"/>
                    <a:pt x="213" y="940"/>
                  </a:cubicBezTo>
                  <a:cubicBezTo>
                    <a:pt x="334" y="940"/>
                    <a:pt x="470" y="762"/>
                    <a:pt x="524" y="524"/>
                  </a:cubicBezTo>
                  <a:cubicBezTo>
                    <a:pt x="584" y="266"/>
                    <a:pt x="528" y="33"/>
                    <a:pt x="398" y="3"/>
                  </a:cubicBezTo>
                  <a:cubicBezTo>
                    <a:pt x="389" y="1"/>
                    <a:pt x="381"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4"/>
            <p:cNvSpPr/>
            <p:nvPr/>
          </p:nvSpPr>
          <p:spPr>
            <a:xfrm>
              <a:off x="5987850" y="3947600"/>
              <a:ext cx="49975" cy="51175"/>
            </a:xfrm>
            <a:custGeom>
              <a:avLst/>
              <a:gdLst/>
              <a:ahLst/>
              <a:cxnLst/>
              <a:rect l="l" t="t" r="r" b="b"/>
              <a:pathLst>
                <a:path w="1999" h="2047" extrusionOk="0">
                  <a:moveTo>
                    <a:pt x="1199" y="0"/>
                  </a:moveTo>
                  <a:cubicBezTo>
                    <a:pt x="1338" y="94"/>
                    <a:pt x="1449" y="232"/>
                    <a:pt x="1512" y="387"/>
                  </a:cubicBezTo>
                  <a:cubicBezTo>
                    <a:pt x="1623" y="671"/>
                    <a:pt x="1578" y="1004"/>
                    <a:pt x="1415" y="1262"/>
                  </a:cubicBezTo>
                  <a:cubicBezTo>
                    <a:pt x="1251" y="1520"/>
                    <a:pt x="981" y="1700"/>
                    <a:pt x="687" y="1780"/>
                  </a:cubicBezTo>
                  <a:cubicBezTo>
                    <a:pt x="593" y="1805"/>
                    <a:pt x="496" y="1820"/>
                    <a:pt x="400" y="1820"/>
                  </a:cubicBezTo>
                  <a:cubicBezTo>
                    <a:pt x="350" y="1820"/>
                    <a:pt x="300" y="1816"/>
                    <a:pt x="250" y="1806"/>
                  </a:cubicBezTo>
                  <a:cubicBezTo>
                    <a:pt x="162" y="1789"/>
                    <a:pt x="77" y="1757"/>
                    <a:pt x="0" y="1708"/>
                  </a:cubicBezTo>
                  <a:lnTo>
                    <a:pt x="0" y="1708"/>
                  </a:lnTo>
                  <a:cubicBezTo>
                    <a:pt x="204" y="1926"/>
                    <a:pt x="489" y="2046"/>
                    <a:pt x="782" y="2046"/>
                  </a:cubicBezTo>
                  <a:cubicBezTo>
                    <a:pt x="953" y="2046"/>
                    <a:pt x="1128" y="2005"/>
                    <a:pt x="1289" y="1917"/>
                  </a:cubicBezTo>
                  <a:cubicBezTo>
                    <a:pt x="1806" y="1636"/>
                    <a:pt x="1998" y="988"/>
                    <a:pt x="1718" y="471"/>
                  </a:cubicBezTo>
                  <a:cubicBezTo>
                    <a:pt x="1599" y="252"/>
                    <a:pt x="1415" y="92"/>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4"/>
            <p:cNvSpPr/>
            <p:nvPr/>
          </p:nvSpPr>
          <p:spPr>
            <a:xfrm>
              <a:off x="6021450" y="4031350"/>
              <a:ext cx="69000" cy="60425"/>
            </a:xfrm>
            <a:custGeom>
              <a:avLst/>
              <a:gdLst/>
              <a:ahLst/>
              <a:cxnLst/>
              <a:rect l="l" t="t" r="r" b="b"/>
              <a:pathLst>
                <a:path w="2760" h="2417" extrusionOk="0">
                  <a:moveTo>
                    <a:pt x="1380" y="1"/>
                  </a:moveTo>
                  <a:cubicBezTo>
                    <a:pt x="1185" y="1"/>
                    <a:pt x="987" y="48"/>
                    <a:pt x="804" y="148"/>
                  </a:cubicBezTo>
                  <a:cubicBezTo>
                    <a:pt x="219" y="465"/>
                    <a:pt x="0" y="1198"/>
                    <a:pt x="319" y="1785"/>
                  </a:cubicBezTo>
                  <a:cubicBezTo>
                    <a:pt x="538" y="2187"/>
                    <a:pt x="953" y="2416"/>
                    <a:pt x="1382" y="2416"/>
                  </a:cubicBezTo>
                  <a:cubicBezTo>
                    <a:pt x="1576" y="2416"/>
                    <a:pt x="1773" y="2369"/>
                    <a:pt x="1956" y="2270"/>
                  </a:cubicBezTo>
                  <a:cubicBezTo>
                    <a:pt x="2542" y="1952"/>
                    <a:pt x="2760" y="1218"/>
                    <a:pt x="2441" y="633"/>
                  </a:cubicBezTo>
                  <a:cubicBezTo>
                    <a:pt x="2222" y="229"/>
                    <a:pt x="1808" y="1"/>
                    <a:pt x="13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44"/>
            <p:cNvSpPr/>
            <p:nvPr/>
          </p:nvSpPr>
          <p:spPr>
            <a:xfrm>
              <a:off x="6025425" y="4034875"/>
              <a:ext cx="60975" cy="53375"/>
            </a:xfrm>
            <a:custGeom>
              <a:avLst/>
              <a:gdLst/>
              <a:ahLst/>
              <a:cxnLst/>
              <a:rect l="l" t="t" r="r" b="b"/>
              <a:pathLst>
                <a:path w="2439" h="2135" extrusionOk="0">
                  <a:moveTo>
                    <a:pt x="1218" y="1"/>
                  </a:moveTo>
                  <a:cubicBezTo>
                    <a:pt x="1046" y="1"/>
                    <a:pt x="872" y="43"/>
                    <a:pt x="711" y="131"/>
                  </a:cubicBezTo>
                  <a:cubicBezTo>
                    <a:pt x="194" y="411"/>
                    <a:pt x="1" y="1060"/>
                    <a:pt x="283" y="1577"/>
                  </a:cubicBezTo>
                  <a:cubicBezTo>
                    <a:pt x="326" y="1658"/>
                    <a:pt x="380" y="1732"/>
                    <a:pt x="440" y="1795"/>
                  </a:cubicBezTo>
                  <a:cubicBezTo>
                    <a:pt x="644" y="2013"/>
                    <a:pt x="930" y="2134"/>
                    <a:pt x="1222" y="2134"/>
                  </a:cubicBezTo>
                  <a:cubicBezTo>
                    <a:pt x="1394" y="2134"/>
                    <a:pt x="1568" y="2093"/>
                    <a:pt x="1729" y="2005"/>
                  </a:cubicBezTo>
                  <a:cubicBezTo>
                    <a:pt x="2246" y="1723"/>
                    <a:pt x="2439" y="1076"/>
                    <a:pt x="2157" y="559"/>
                  </a:cubicBezTo>
                  <a:cubicBezTo>
                    <a:pt x="2038" y="339"/>
                    <a:pt x="1855" y="179"/>
                    <a:pt x="1640" y="87"/>
                  </a:cubicBezTo>
                  <a:lnTo>
                    <a:pt x="1639" y="86"/>
                  </a:lnTo>
                  <a:cubicBezTo>
                    <a:pt x="1506" y="30"/>
                    <a:pt x="1363"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44"/>
            <p:cNvSpPr/>
            <p:nvPr/>
          </p:nvSpPr>
          <p:spPr>
            <a:xfrm>
              <a:off x="6032075" y="4045050"/>
              <a:ext cx="14550" cy="23500"/>
            </a:xfrm>
            <a:custGeom>
              <a:avLst/>
              <a:gdLst/>
              <a:ahLst/>
              <a:cxnLst/>
              <a:rect l="l" t="t" r="r" b="b"/>
              <a:pathLst>
                <a:path w="582" h="940" extrusionOk="0">
                  <a:moveTo>
                    <a:pt x="370" y="0"/>
                  </a:moveTo>
                  <a:cubicBezTo>
                    <a:pt x="248" y="0"/>
                    <a:pt x="113" y="177"/>
                    <a:pt x="58" y="416"/>
                  </a:cubicBezTo>
                  <a:cubicBezTo>
                    <a:pt x="0" y="674"/>
                    <a:pt x="55" y="906"/>
                    <a:pt x="184" y="936"/>
                  </a:cubicBezTo>
                  <a:cubicBezTo>
                    <a:pt x="193" y="938"/>
                    <a:pt x="202" y="939"/>
                    <a:pt x="211" y="939"/>
                  </a:cubicBezTo>
                  <a:cubicBezTo>
                    <a:pt x="332" y="939"/>
                    <a:pt x="469" y="762"/>
                    <a:pt x="523" y="524"/>
                  </a:cubicBezTo>
                  <a:cubicBezTo>
                    <a:pt x="581" y="267"/>
                    <a:pt x="527" y="33"/>
                    <a:pt x="398" y="3"/>
                  </a:cubicBezTo>
                  <a:cubicBezTo>
                    <a:pt x="388" y="1"/>
                    <a:pt x="379"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44"/>
            <p:cNvSpPr/>
            <p:nvPr/>
          </p:nvSpPr>
          <p:spPr>
            <a:xfrm>
              <a:off x="6036400" y="4037050"/>
              <a:ext cx="50000" cy="51200"/>
            </a:xfrm>
            <a:custGeom>
              <a:avLst/>
              <a:gdLst/>
              <a:ahLst/>
              <a:cxnLst/>
              <a:rect l="l" t="t" r="r" b="b"/>
              <a:pathLst>
                <a:path w="2000" h="2048" extrusionOk="0">
                  <a:moveTo>
                    <a:pt x="1200" y="0"/>
                  </a:moveTo>
                  <a:cubicBezTo>
                    <a:pt x="1339" y="95"/>
                    <a:pt x="1450" y="232"/>
                    <a:pt x="1512" y="387"/>
                  </a:cubicBezTo>
                  <a:cubicBezTo>
                    <a:pt x="1624" y="671"/>
                    <a:pt x="1579" y="1005"/>
                    <a:pt x="1416" y="1263"/>
                  </a:cubicBezTo>
                  <a:cubicBezTo>
                    <a:pt x="1252" y="1521"/>
                    <a:pt x="981" y="1701"/>
                    <a:pt x="687" y="1780"/>
                  </a:cubicBezTo>
                  <a:cubicBezTo>
                    <a:pt x="595" y="1805"/>
                    <a:pt x="499" y="1821"/>
                    <a:pt x="403" y="1821"/>
                  </a:cubicBezTo>
                  <a:cubicBezTo>
                    <a:pt x="352" y="1821"/>
                    <a:pt x="301" y="1816"/>
                    <a:pt x="251" y="1806"/>
                  </a:cubicBezTo>
                  <a:cubicBezTo>
                    <a:pt x="164" y="1790"/>
                    <a:pt x="77" y="1758"/>
                    <a:pt x="1" y="1708"/>
                  </a:cubicBezTo>
                  <a:lnTo>
                    <a:pt x="1" y="1708"/>
                  </a:lnTo>
                  <a:cubicBezTo>
                    <a:pt x="205" y="1926"/>
                    <a:pt x="491" y="2047"/>
                    <a:pt x="783" y="2047"/>
                  </a:cubicBezTo>
                  <a:cubicBezTo>
                    <a:pt x="955" y="2047"/>
                    <a:pt x="1129" y="2006"/>
                    <a:pt x="1290" y="1918"/>
                  </a:cubicBezTo>
                  <a:cubicBezTo>
                    <a:pt x="1807" y="1636"/>
                    <a:pt x="2000" y="989"/>
                    <a:pt x="1718" y="472"/>
                  </a:cubicBezTo>
                  <a:cubicBezTo>
                    <a:pt x="1599" y="252"/>
                    <a:pt x="1416" y="92"/>
                    <a:pt x="120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44"/>
            <p:cNvSpPr/>
            <p:nvPr/>
          </p:nvSpPr>
          <p:spPr>
            <a:xfrm>
              <a:off x="6070025" y="4120800"/>
              <a:ext cx="69000" cy="60425"/>
            </a:xfrm>
            <a:custGeom>
              <a:avLst/>
              <a:gdLst/>
              <a:ahLst/>
              <a:cxnLst/>
              <a:rect l="l" t="t" r="r" b="b"/>
              <a:pathLst>
                <a:path w="2760" h="2417" extrusionOk="0">
                  <a:moveTo>
                    <a:pt x="1379" y="1"/>
                  </a:moveTo>
                  <a:cubicBezTo>
                    <a:pt x="1185" y="1"/>
                    <a:pt x="987" y="48"/>
                    <a:pt x="804" y="148"/>
                  </a:cubicBezTo>
                  <a:cubicBezTo>
                    <a:pt x="218" y="466"/>
                    <a:pt x="0" y="1199"/>
                    <a:pt x="319" y="1785"/>
                  </a:cubicBezTo>
                  <a:cubicBezTo>
                    <a:pt x="537" y="2188"/>
                    <a:pt x="952" y="2416"/>
                    <a:pt x="1381" y="2416"/>
                  </a:cubicBezTo>
                  <a:cubicBezTo>
                    <a:pt x="1575" y="2416"/>
                    <a:pt x="1773" y="2369"/>
                    <a:pt x="1956" y="2270"/>
                  </a:cubicBezTo>
                  <a:cubicBezTo>
                    <a:pt x="2541" y="1953"/>
                    <a:pt x="2760" y="1219"/>
                    <a:pt x="2441" y="633"/>
                  </a:cubicBezTo>
                  <a:cubicBezTo>
                    <a:pt x="2222" y="229"/>
                    <a:pt x="1807" y="1"/>
                    <a:pt x="13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4"/>
            <p:cNvSpPr/>
            <p:nvPr/>
          </p:nvSpPr>
          <p:spPr>
            <a:xfrm>
              <a:off x="6074025" y="4124350"/>
              <a:ext cx="60925" cy="53350"/>
            </a:xfrm>
            <a:custGeom>
              <a:avLst/>
              <a:gdLst/>
              <a:ahLst/>
              <a:cxnLst/>
              <a:rect l="l" t="t" r="r" b="b"/>
              <a:pathLst>
                <a:path w="2437" h="2134" extrusionOk="0">
                  <a:moveTo>
                    <a:pt x="1217" y="1"/>
                  </a:moveTo>
                  <a:cubicBezTo>
                    <a:pt x="1045" y="1"/>
                    <a:pt x="871" y="42"/>
                    <a:pt x="709" y="130"/>
                  </a:cubicBezTo>
                  <a:cubicBezTo>
                    <a:pt x="192" y="411"/>
                    <a:pt x="0" y="1058"/>
                    <a:pt x="281" y="1575"/>
                  </a:cubicBezTo>
                  <a:cubicBezTo>
                    <a:pt x="325" y="1657"/>
                    <a:pt x="378" y="1732"/>
                    <a:pt x="439" y="1795"/>
                  </a:cubicBezTo>
                  <a:cubicBezTo>
                    <a:pt x="643" y="2013"/>
                    <a:pt x="928" y="2133"/>
                    <a:pt x="1220" y="2133"/>
                  </a:cubicBezTo>
                  <a:cubicBezTo>
                    <a:pt x="1391" y="2133"/>
                    <a:pt x="1565" y="2092"/>
                    <a:pt x="1727" y="2004"/>
                  </a:cubicBezTo>
                  <a:cubicBezTo>
                    <a:pt x="2245" y="1723"/>
                    <a:pt x="2437" y="1075"/>
                    <a:pt x="2156" y="558"/>
                  </a:cubicBezTo>
                  <a:cubicBezTo>
                    <a:pt x="2037" y="340"/>
                    <a:pt x="1854"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44"/>
            <p:cNvSpPr/>
            <p:nvPr/>
          </p:nvSpPr>
          <p:spPr>
            <a:xfrm>
              <a:off x="6080625" y="4134500"/>
              <a:ext cx="14575" cy="23500"/>
            </a:xfrm>
            <a:custGeom>
              <a:avLst/>
              <a:gdLst/>
              <a:ahLst/>
              <a:cxnLst/>
              <a:rect l="l" t="t" r="r" b="b"/>
              <a:pathLst>
                <a:path w="583" h="940" extrusionOk="0">
                  <a:moveTo>
                    <a:pt x="371" y="0"/>
                  </a:moveTo>
                  <a:cubicBezTo>
                    <a:pt x="249" y="0"/>
                    <a:pt x="114" y="178"/>
                    <a:pt x="58" y="416"/>
                  </a:cubicBezTo>
                  <a:cubicBezTo>
                    <a:pt x="0" y="674"/>
                    <a:pt x="56" y="906"/>
                    <a:pt x="185" y="936"/>
                  </a:cubicBezTo>
                  <a:cubicBezTo>
                    <a:pt x="194" y="938"/>
                    <a:pt x="203" y="939"/>
                    <a:pt x="213" y="939"/>
                  </a:cubicBezTo>
                  <a:cubicBezTo>
                    <a:pt x="334" y="939"/>
                    <a:pt x="469" y="762"/>
                    <a:pt x="525" y="523"/>
                  </a:cubicBezTo>
                  <a:cubicBezTo>
                    <a:pt x="582" y="266"/>
                    <a:pt x="527" y="34"/>
                    <a:pt x="398" y="3"/>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44"/>
            <p:cNvSpPr/>
            <p:nvPr/>
          </p:nvSpPr>
          <p:spPr>
            <a:xfrm>
              <a:off x="6084975" y="4126525"/>
              <a:ext cx="49975" cy="51175"/>
            </a:xfrm>
            <a:custGeom>
              <a:avLst/>
              <a:gdLst/>
              <a:ahLst/>
              <a:cxnLst/>
              <a:rect l="l" t="t" r="r" b="b"/>
              <a:pathLst>
                <a:path w="1999" h="2047" extrusionOk="0">
                  <a:moveTo>
                    <a:pt x="1200" y="0"/>
                  </a:moveTo>
                  <a:cubicBezTo>
                    <a:pt x="1338" y="94"/>
                    <a:pt x="1449" y="232"/>
                    <a:pt x="1513" y="387"/>
                  </a:cubicBezTo>
                  <a:cubicBezTo>
                    <a:pt x="1623" y="671"/>
                    <a:pt x="1578" y="1003"/>
                    <a:pt x="1416" y="1261"/>
                  </a:cubicBezTo>
                  <a:cubicBezTo>
                    <a:pt x="1252" y="1519"/>
                    <a:pt x="981" y="1700"/>
                    <a:pt x="687" y="1780"/>
                  </a:cubicBezTo>
                  <a:cubicBezTo>
                    <a:pt x="594" y="1805"/>
                    <a:pt x="497" y="1820"/>
                    <a:pt x="401" y="1820"/>
                  </a:cubicBezTo>
                  <a:cubicBezTo>
                    <a:pt x="350" y="1820"/>
                    <a:pt x="300" y="1816"/>
                    <a:pt x="251" y="1806"/>
                  </a:cubicBezTo>
                  <a:cubicBezTo>
                    <a:pt x="163" y="1790"/>
                    <a:pt x="76" y="1757"/>
                    <a:pt x="1" y="1708"/>
                  </a:cubicBezTo>
                  <a:lnTo>
                    <a:pt x="1" y="1708"/>
                  </a:lnTo>
                  <a:cubicBezTo>
                    <a:pt x="205" y="1926"/>
                    <a:pt x="490" y="2046"/>
                    <a:pt x="782" y="2046"/>
                  </a:cubicBezTo>
                  <a:cubicBezTo>
                    <a:pt x="953" y="2046"/>
                    <a:pt x="1127" y="2005"/>
                    <a:pt x="1289" y="1917"/>
                  </a:cubicBezTo>
                  <a:cubicBezTo>
                    <a:pt x="1807" y="1636"/>
                    <a:pt x="1999" y="988"/>
                    <a:pt x="1718" y="471"/>
                  </a:cubicBezTo>
                  <a:cubicBezTo>
                    <a:pt x="1599" y="253"/>
                    <a:pt x="1416" y="92"/>
                    <a:pt x="120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44"/>
            <p:cNvSpPr/>
            <p:nvPr/>
          </p:nvSpPr>
          <p:spPr>
            <a:xfrm>
              <a:off x="6118575" y="4210275"/>
              <a:ext cx="69025" cy="60425"/>
            </a:xfrm>
            <a:custGeom>
              <a:avLst/>
              <a:gdLst/>
              <a:ahLst/>
              <a:cxnLst/>
              <a:rect l="l" t="t" r="r" b="b"/>
              <a:pathLst>
                <a:path w="2761" h="2417" extrusionOk="0">
                  <a:moveTo>
                    <a:pt x="1380" y="1"/>
                  </a:moveTo>
                  <a:cubicBezTo>
                    <a:pt x="1185" y="1"/>
                    <a:pt x="988" y="48"/>
                    <a:pt x="804" y="148"/>
                  </a:cubicBezTo>
                  <a:cubicBezTo>
                    <a:pt x="219" y="465"/>
                    <a:pt x="0" y="1198"/>
                    <a:pt x="319" y="1785"/>
                  </a:cubicBezTo>
                  <a:cubicBezTo>
                    <a:pt x="538" y="2187"/>
                    <a:pt x="954" y="2416"/>
                    <a:pt x="1382" y="2416"/>
                  </a:cubicBezTo>
                  <a:cubicBezTo>
                    <a:pt x="1576" y="2416"/>
                    <a:pt x="1774" y="2369"/>
                    <a:pt x="1956" y="2270"/>
                  </a:cubicBezTo>
                  <a:cubicBezTo>
                    <a:pt x="2542" y="1952"/>
                    <a:pt x="2760" y="1218"/>
                    <a:pt x="2441" y="633"/>
                  </a:cubicBezTo>
                  <a:cubicBezTo>
                    <a:pt x="2223" y="230"/>
                    <a:pt x="1808" y="1"/>
                    <a:pt x="13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44"/>
            <p:cNvSpPr/>
            <p:nvPr/>
          </p:nvSpPr>
          <p:spPr>
            <a:xfrm>
              <a:off x="6122575" y="4213850"/>
              <a:ext cx="60975" cy="53350"/>
            </a:xfrm>
            <a:custGeom>
              <a:avLst/>
              <a:gdLst/>
              <a:ahLst/>
              <a:cxnLst/>
              <a:rect l="l" t="t" r="r" b="b"/>
              <a:pathLst>
                <a:path w="2439" h="2134" extrusionOk="0">
                  <a:moveTo>
                    <a:pt x="1219" y="1"/>
                  </a:moveTo>
                  <a:cubicBezTo>
                    <a:pt x="1046" y="1"/>
                    <a:pt x="872" y="42"/>
                    <a:pt x="710" y="130"/>
                  </a:cubicBezTo>
                  <a:cubicBezTo>
                    <a:pt x="193" y="410"/>
                    <a:pt x="0" y="1058"/>
                    <a:pt x="282" y="1575"/>
                  </a:cubicBezTo>
                  <a:cubicBezTo>
                    <a:pt x="326" y="1657"/>
                    <a:pt x="378" y="1731"/>
                    <a:pt x="439" y="1795"/>
                  </a:cubicBezTo>
                  <a:cubicBezTo>
                    <a:pt x="643" y="2013"/>
                    <a:pt x="929" y="2133"/>
                    <a:pt x="1221" y="2133"/>
                  </a:cubicBezTo>
                  <a:cubicBezTo>
                    <a:pt x="1393" y="2133"/>
                    <a:pt x="1567" y="2092"/>
                    <a:pt x="1728" y="2004"/>
                  </a:cubicBezTo>
                  <a:cubicBezTo>
                    <a:pt x="2245" y="1723"/>
                    <a:pt x="2438" y="1075"/>
                    <a:pt x="2156" y="558"/>
                  </a:cubicBezTo>
                  <a:cubicBezTo>
                    <a:pt x="2038" y="338"/>
                    <a:pt x="1855" y="178"/>
                    <a:pt x="1639" y="87"/>
                  </a:cubicBezTo>
                  <a:lnTo>
                    <a:pt x="1638" y="85"/>
                  </a:lnTo>
                  <a:cubicBezTo>
                    <a:pt x="1506" y="30"/>
                    <a:pt x="1364" y="1"/>
                    <a:pt x="12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4"/>
            <p:cNvSpPr/>
            <p:nvPr/>
          </p:nvSpPr>
          <p:spPr>
            <a:xfrm>
              <a:off x="6129200" y="4224000"/>
              <a:ext cx="14550" cy="23500"/>
            </a:xfrm>
            <a:custGeom>
              <a:avLst/>
              <a:gdLst/>
              <a:ahLst/>
              <a:cxnLst/>
              <a:rect l="l" t="t" r="r" b="b"/>
              <a:pathLst>
                <a:path w="582" h="940" extrusionOk="0">
                  <a:moveTo>
                    <a:pt x="370" y="0"/>
                  </a:moveTo>
                  <a:cubicBezTo>
                    <a:pt x="249" y="0"/>
                    <a:pt x="113" y="177"/>
                    <a:pt x="58" y="416"/>
                  </a:cubicBezTo>
                  <a:cubicBezTo>
                    <a:pt x="1" y="674"/>
                    <a:pt x="55" y="906"/>
                    <a:pt x="184" y="936"/>
                  </a:cubicBezTo>
                  <a:cubicBezTo>
                    <a:pt x="193" y="938"/>
                    <a:pt x="203" y="939"/>
                    <a:pt x="212" y="939"/>
                  </a:cubicBezTo>
                  <a:cubicBezTo>
                    <a:pt x="334" y="939"/>
                    <a:pt x="469" y="762"/>
                    <a:pt x="524" y="523"/>
                  </a:cubicBezTo>
                  <a:cubicBezTo>
                    <a:pt x="582" y="265"/>
                    <a:pt x="527" y="33"/>
                    <a:pt x="398" y="3"/>
                  </a:cubicBezTo>
                  <a:cubicBezTo>
                    <a:pt x="389" y="1"/>
                    <a:pt x="380" y="0"/>
                    <a:pt x="37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44"/>
            <p:cNvSpPr/>
            <p:nvPr/>
          </p:nvSpPr>
          <p:spPr>
            <a:xfrm>
              <a:off x="6133550" y="4216025"/>
              <a:ext cx="50000" cy="51175"/>
            </a:xfrm>
            <a:custGeom>
              <a:avLst/>
              <a:gdLst/>
              <a:ahLst/>
              <a:cxnLst/>
              <a:rect l="l" t="t" r="r" b="b"/>
              <a:pathLst>
                <a:path w="2000" h="2047" extrusionOk="0">
                  <a:moveTo>
                    <a:pt x="1199" y="0"/>
                  </a:moveTo>
                  <a:lnTo>
                    <a:pt x="1199" y="0"/>
                  </a:lnTo>
                  <a:cubicBezTo>
                    <a:pt x="1338" y="94"/>
                    <a:pt x="1449" y="230"/>
                    <a:pt x="1512" y="387"/>
                  </a:cubicBezTo>
                  <a:cubicBezTo>
                    <a:pt x="1623" y="671"/>
                    <a:pt x="1578" y="1003"/>
                    <a:pt x="1415" y="1261"/>
                  </a:cubicBezTo>
                  <a:cubicBezTo>
                    <a:pt x="1252" y="1519"/>
                    <a:pt x="980" y="1700"/>
                    <a:pt x="686" y="1778"/>
                  </a:cubicBezTo>
                  <a:cubicBezTo>
                    <a:pt x="593" y="1804"/>
                    <a:pt x="497" y="1820"/>
                    <a:pt x="400" y="1820"/>
                  </a:cubicBezTo>
                  <a:cubicBezTo>
                    <a:pt x="350" y="1820"/>
                    <a:pt x="300" y="1816"/>
                    <a:pt x="251" y="1806"/>
                  </a:cubicBezTo>
                  <a:cubicBezTo>
                    <a:pt x="163" y="1789"/>
                    <a:pt x="76" y="1757"/>
                    <a:pt x="0" y="1708"/>
                  </a:cubicBezTo>
                  <a:lnTo>
                    <a:pt x="0" y="1708"/>
                  </a:lnTo>
                  <a:cubicBezTo>
                    <a:pt x="204" y="1926"/>
                    <a:pt x="490" y="2046"/>
                    <a:pt x="782" y="2046"/>
                  </a:cubicBezTo>
                  <a:cubicBezTo>
                    <a:pt x="954" y="2046"/>
                    <a:pt x="1128" y="2005"/>
                    <a:pt x="1289" y="1917"/>
                  </a:cubicBezTo>
                  <a:cubicBezTo>
                    <a:pt x="1806" y="1636"/>
                    <a:pt x="1999" y="988"/>
                    <a:pt x="1717" y="471"/>
                  </a:cubicBezTo>
                  <a:cubicBezTo>
                    <a:pt x="1599" y="251"/>
                    <a:pt x="1416" y="91"/>
                    <a:pt x="1199"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4"/>
            <p:cNvSpPr/>
            <p:nvPr/>
          </p:nvSpPr>
          <p:spPr>
            <a:xfrm>
              <a:off x="6167150" y="4299750"/>
              <a:ext cx="69025" cy="60400"/>
            </a:xfrm>
            <a:custGeom>
              <a:avLst/>
              <a:gdLst/>
              <a:ahLst/>
              <a:cxnLst/>
              <a:rect l="l" t="t" r="r" b="b"/>
              <a:pathLst>
                <a:path w="2761" h="2416" extrusionOk="0">
                  <a:moveTo>
                    <a:pt x="1379" y="0"/>
                  </a:moveTo>
                  <a:cubicBezTo>
                    <a:pt x="1184" y="0"/>
                    <a:pt x="987" y="47"/>
                    <a:pt x="805" y="147"/>
                  </a:cubicBezTo>
                  <a:cubicBezTo>
                    <a:pt x="218" y="465"/>
                    <a:pt x="1" y="1198"/>
                    <a:pt x="320" y="1783"/>
                  </a:cubicBezTo>
                  <a:cubicBezTo>
                    <a:pt x="537" y="2187"/>
                    <a:pt x="952" y="2415"/>
                    <a:pt x="1381" y="2415"/>
                  </a:cubicBezTo>
                  <a:cubicBezTo>
                    <a:pt x="1576" y="2415"/>
                    <a:pt x="1773" y="2368"/>
                    <a:pt x="1956" y="2268"/>
                  </a:cubicBezTo>
                  <a:cubicBezTo>
                    <a:pt x="2542" y="1952"/>
                    <a:pt x="2760" y="1218"/>
                    <a:pt x="2441" y="632"/>
                  </a:cubicBezTo>
                  <a:cubicBezTo>
                    <a:pt x="2222" y="229"/>
                    <a:pt x="1807" y="0"/>
                    <a:pt x="1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4"/>
            <p:cNvSpPr/>
            <p:nvPr/>
          </p:nvSpPr>
          <p:spPr>
            <a:xfrm>
              <a:off x="6171150" y="4303300"/>
              <a:ext cx="60950" cy="53350"/>
            </a:xfrm>
            <a:custGeom>
              <a:avLst/>
              <a:gdLst/>
              <a:ahLst/>
              <a:cxnLst/>
              <a:rect l="l" t="t" r="r" b="b"/>
              <a:pathLst>
                <a:path w="2438" h="2134" extrusionOk="0">
                  <a:moveTo>
                    <a:pt x="1217" y="1"/>
                  </a:moveTo>
                  <a:cubicBezTo>
                    <a:pt x="1045" y="1"/>
                    <a:pt x="871" y="42"/>
                    <a:pt x="710" y="130"/>
                  </a:cubicBezTo>
                  <a:cubicBezTo>
                    <a:pt x="193" y="411"/>
                    <a:pt x="1" y="1058"/>
                    <a:pt x="281" y="1576"/>
                  </a:cubicBezTo>
                  <a:cubicBezTo>
                    <a:pt x="326" y="1657"/>
                    <a:pt x="378" y="1732"/>
                    <a:pt x="439" y="1795"/>
                  </a:cubicBezTo>
                  <a:cubicBezTo>
                    <a:pt x="644" y="2013"/>
                    <a:pt x="929" y="2134"/>
                    <a:pt x="1222" y="2134"/>
                  </a:cubicBezTo>
                  <a:cubicBezTo>
                    <a:pt x="1393" y="2134"/>
                    <a:pt x="1567" y="2092"/>
                    <a:pt x="1728" y="2005"/>
                  </a:cubicBezTo>
                  <a:cubicBezTo>
                    <a:pt x="2245" y="1723"/>
                    <a:pt x="2437" y="1076"/>
                    <a:pt x="2157" y="558"/>
                  </a:cubicBezTo>
                  <a:cubicBezTo>
                    <a:pt x="2038" y="339"/>
                    <a:pt x="1854" y="179"/>
                    <a:pt x="1638" y="87"/>
                  </a:cubicBezTo>
                  <a:lnTo>
                    <a:pt x="1637" y="86"/>
                  </a:lnTo>
                  <a:cubicBezTo>
                    <a:pt x="1505" y="30"/>
                    <a:pt x="1362"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4"/>
            <p:cNvSpPr/>
            <p:nvPr/>
          </p:nvSpPr>
          <p:spPr>
            <a:xfrm>
              <a:off x="6177750" y="4313475"/>
              <a:ext cx="14600" cy="23475"/>
            </a:xfrm>
            <a:custGeom>
              <a:avLst/>
              <a:gdLst/>
              <a:ahLst/>
              <a:cxnLst/>
              <a:rect l="l" t="t" r="r" b="b"/>
              <a:pathLst>
                <a:path w="584" h="939" extrusionOk="0">
                  <a:moveTo>
                    <a:pt x="371" y="0"/>
                  </a:moveTo>
                  <a:cubicBezTo>
                    <a:pt x="249" y="0"/>
                    <a:pt x="114" y="177"/>
                    <a:pt x="59" y="416"/>
                  </a:cubicBezTo>
                  <a:cubicBezTo>
                    <a:pt x="1" y="674"/>
                    <a:pt x="57" y="906"/>
                    <a:pt x="186" y="935"/>
                  </a:cubicBezTo>
                  <a:cubicBezTo>
                    <a:pt x="195" y="937"/>
                    <a:pt x="204" y="938"/>
                    <a:pt x="213" y="938"/>
                  </a:cubicBezTo>
                  <a:cubicBezTo>
                    <a:pt x="335" y="938"/>
                    <a:pt x="470" y="761"/>
                    <a:pt x="525" y="522"/>
                  </a:cubicBezTo>
                  <a:cubicBezTo>
                    <a:pt x="584" y="264"/>
                    <a:pt x="527" y="32"/>
                    <a:pt x="398" y="3"/>
                  </a:cubicBezTo>
                  <a:cubicBezTo>
                    <a:pt x="389" y="1"/>
                    <a:pt x="380" y="0"/>
                    <a:pt x="371"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4"/>
            <p:cNvSpPr/>
            <p:nvPr/>
          </p:nvSpPr>
          <p:spPr>
            <a:xfrm>
              <a:off x="6182125" y="4305475"/>
              <a:ext cx="49975" cy="51175"/>
            </a:xfrm>
            <a:custGeom>
              <a:avLst/>
              <a:gdLst/>
              <a:ahLst/>
              <a:cxnLst/>
              <a:rect l="l" t="t" r="r" b="b"/>
              <a:pathLst>
                <a:path w="1999" h="2047" extrusionOk="0">
                  <a:moveTo>
                    <a:pt x="1198" y="0"/>
                  </a:moveTo>
                  <a:cubicBezTo>
                    <a:pt x="1338" y="94"/>
                    <a:pt x="1449" y="231"/>
                    <a:pt x="1512" y="387"/>
                  </a:cubicBezTo>
                  <a:cubicBezTo>
                    <a:pt x="1623" y="671"/>
                    <a:pt x="1578" y="1004"/>
                    <a:pt x="1415" y="1262"/>
                  </a:cubicBezTo>
                  <a:cubicBezTo>
                    <a:pt x="1251" y="1520"/>
                    <a:pt x="981" y="1701"/>
                    <a:pt x="687" y="1779"/>
                  </a:cubicBezTo>
                  <a:cubicBezTo>
                    <a:pt x="593" y="1804"/>
                    <a:pt x="496" y="1820"/>
                    <a:pt x="400" y="1820"/>
                  </a:cubicBezTo>
                  <a:cubicBezTo>
                    <a:pt x="350" y="1820"/>
                    <a:pt x="299" y="1816"/>
                    <a:pt x="250" y="1806"/>
                  </a:cubicBezTo>
                  <a:cubicBezTo>
                    <a:pt x="162" y="1790"/>
                    <a:pt x="77" y="1758"/>
                    <a:pt x="0" y="1708"/>
                  </a:cubicBezTo>
                  <a:lnTo>
                    <a:pt x="0" y="1708"/>
                  </a:lnTo>
                  <a:cubicBezTo>
                    <a:pt x="205" y="1926"/>
                    <a:pt x="490" y="2047"/>
                    <a:pt x="783" y="2047"/>
                  </a:cubicBezTo>
                  <a:cubicBezTo>
                    <a:pt x="954" y="2047"/>
                    <a:pt x="1128" y="2005"/>
                    <a:pt x="1289" y="1918"/>
                  </a:cubicBezTo>
                  <a:cubicBezTo>
                    <a:pt x="1806" y="1636"/>
                    <a:pt x="1998" y="989"/>
                    <a:pt x="1718" y="471"/>
                  </a:cubicBezTo>
                  <a:cubicBezTo>
                    <a:pt x="1599" y="252"/>
                    <a:pt x="1415" y="92"/>
                    <a:pt x="1198"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8EAB4B00-DAB9-46A5-8BE6-EF3347995834}"/>
              </a:ext>
            </a:extLst>
          </p:cNvPr>
          <p:cNvPicPr>
            <a:picLocks noChangeAspect="1"/>
          </p:cNvPicPr>
          <p:nvPr/>
        </p:nvPicPr>
        <p:blipFill>
          <a:blip r:embed="rId3"/>
          <a:stretch>
            <a:fillRect/>
          </a:stretch>
        </p:blipFill>
        <p:spPr>
          <a:xfrm>
            <a:off x="2219296" y="1448911"/>
            <a:ext cx="4061648" cy="1168575"/>
          </a:xfrm>
          <a:prstGeom prst="rect">
            <a:avLst/>
          </a:prstGeom>
        </p:spPr>
      </p:pic>
      <p:pic>
        <p:nvPicPr>
          <p:cNvPr id="8" name="Picture 7">
            <a:extLst>
              <a:ext uri="{FF2B5EF4-FFF2-40B4-BE49-F238E27FC236}">
                <a16:creationId xmlns:a16="http://schemas.microsoft.com/office/drawing/2014/main" id="{78CC1D63-815E-4B76-B462-BDE2DFC5FFE7}"/>
              </a:ext>
            </a:extLst>
          </p:cNvPr>
          <p:cNvPicPr>
            <a:picLocks noChangeAspect="1"/>
          </p:cNvPicPr>
          <p:nvPr/>
        </p:nvPicPr>
        <p:blipFill>
          <a:blip r:embed="rId4"/>
          <a:stretch>
            <a:fillRect/>
          </a:stretch>
        </p:blipFill>
        <p:spPr>
          <a:xfrm>
            <a:off x="2076305" y="3131679"/>
            <a:ext cx="4347630" cy="290314"/>
          </a:xfrm>
          <a:prstGeom prst="rect">
            <a:avLst/>
          </a:prstGeom>
        </p:spPr>
      </p:pic>
    </p:spTree>
    <p:extLst>
      <p:ext uri="{BB962C8B-B14F-4D97-AF65-F5344CB8AC3E}">
        <p14:creationId xmlns:p14="http://schemas.microsoft.com/office/powerpoint/2010/main" val="577041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52"/>
        <p:cNvGrpSpPr/>
        <p:nvPr/>
      </p:nvGrpSpPr>
      <p:grpSpPr>
        <a:xfrm>
          <a:off x="0" y="0"/>
          <a:ext cx="0" cy="0"/>
          <a:chOff x="0" y="0"/>
          <a:chExt cx="0" cy="0"/>
        </a:xfrm>
      </p:grpSpPr>
      <p:sp>
        <p:nvSpPr>
          <p:cNvPr id="3153" name="Google Shape;3153;p57"/>
          <p:cNvSpPr txBox="1">
            <a:spLocks noGrp="1"/>
          </p:cNvSpPr>
          <p:nvPr>
            <p:ph type="title"/>
          </p:nvPr>
        </p:nvSpPr>
        <p:spPr>
          <a:xfrm>
            <a:off x="1168515" y="1430096"/>
            <a:ext cx="7259074" cy="253549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US" sz="1800" dirty="0"/>
              <a:t>One of the most challenging parts of the project was building an efficient medication availability search across different pharmacies. The system had to search by partial medication names and at the same time consider stock quantity, expiry dates, pharmacy approval status, and location. At first, the solution was slow because data was being loaded and filtered in memory, which did not scale well. Solving this required redesigning the database queries to use joins, filtering, and sorting directly at the database level, as well as limiting results early. This significantly improved performance and ensured the search remained fast and reliable even with larger datasets</a:t>
            </a:r>
            <a:endParaRPr sz="1800" dirty="0"/>
          </a:p>
        </p:txBody>
      </p:sp>
      <p:grpSp>
        <p:nvGrpSpPr>
          <p:cNvPr id="3155" name="Google Shape;3155;p57"/>
          <p:cNvGrpSpPr/>
          <p:nvPr/>
        </p:nvGrpSpPr>
        <p:grpSpPr>
          <a:xfrm rot="1747962">
            <a:off x="-194246" y="1110615"/>
            <a:ext cx="1389134" cy="1720820"/>
            <a:chOff x="4463600" y="387275"/>
            <a:chExt cx="449175" cy="556425"/>
          </a:xfrm>
        </p:grpSpPr>
        <p:sp>
          <p:nvSpPr>
            <p:cNvPr id="3156" name="Google Shape;3156;p57"/>
            <p:cNvSpPr/>
            <p:nvPr/>
          </p:nvSpPr>
          <p:spPr>
            <a:xfrm>
              <a:off x="4463900" y="396050"/>
              <a:ext cx="159475" cy="126800"/>
            </a:xfrm>
            <a:custGeom>
              <a:avLst/>
              <a:gdLst/>
              <a:ahLst/>
              <a:cxnLst/>
              <a:rect l="l" t="t" r="r" b="b"/>
              <a:pathLst>
                <a:path w="6379" h="5072" extrusionOk="0">
                  <a:moveTo>
                    <a:pt x="1655" y="0"/>
                  </a:moveTo>
                  <a:cubicBezTo>
                    <a:pt x="1640" y="0"/>
                    <a:pt x="1625" y="0"/>
                    <a:pt x="1610" y="1"/>
                  </a:cubicBezTo>
                  <a:cubicBezTo>
                    <a:pt x="1087" y="16"/>
                    <a:pt x="588" y="329"/>
                    <a:pt x="320" y="780"/>
                  </a:cubicBezTo>
                  <a:cubicBezTo>
                    <a:pt x="303" y="810"/>
                    <a:pt x="286" y="841"/>
                    <a:pt x="271" y="872"/>
                  </a:cubicBezTo>
                  <a:cubicBezTo>
                    <a:pt x="256" y="897"/>
                    <a:pt x="245" y="925"/>
                    <a:pt x="233" y="950"/>
                  </a:cubicBezTo>
                  <a:cubicBezTo>
                    <a:pt x="0" y="1491"/>
                    <a:pt x="92" y="2155"/>
                    <a:pt x="448" y="2624"/>
                  </a:cubicBezTo>
                  <a:cubicBezTo>
                    <a:pt x="851" y="3155"/>
                    <a:pt x="1511" y="3405"/>
                    <a:pt x="2139" y="3631"/>
                  </a:cubicBezTo>
                  <a:lnTo>
                    <a:pt x="4786" y="4587"/>
                  </a:lnTo>
                  <a:cubicBezTo>
                    <a:pt x="5142" y="4715"/>
                    <a:pt x="5736" y="5025"/>
                    <a:pt x="6112" y="5067"/>
                  </a:cubicBezTo>
                  <a:cubicBezTo>
                    <a:pt x="6136" y="5070"/>
                    <a:pt x="6158" y="5071"/>
                    <a:pt x="6178" y="5071"/>
                  </a:cubicBezTo>
                  <a:cubicBezTo>
                    <a:pt x="6223" y="5071"/>
                    <a:pt x="6258" y="5064"/>
                    <a:pt x="6283" y="5051"/>
                  </a:cubicBezTo>
                  <a:cubicBezTo>
                    <a:pt x="6320" y="5035"/>
                    <a:pt x="6341" y="5005"/>
                    <a:pt x="6347" y="4969"/>
                  </a:cubicBezTo>
                  <a:cubicBezTo>
                    <a:pt x="6378" y="4818"/>
                    <a:pt x="6200" y="4533"/>
                    <a:pt x="6096" y="4318"/>
                  </a:cubicBezTo>
                  <a:cubicBezTo>
                    <a:pt x="5442" y="2926"/>
                    <a:pt x="4468" y="1683"/>
                    <a:pt x="3269" y="722"/>
                  </a:cubicBezTo>
                  <a:cubicBezTo>
                    <a:pt x="2799" y="346"/>
                    <a:pt x="2253" y="0"/>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57"/>
            <p:cNvSpPr/>
            <p:nvPr/>
          </p:nvSpPr>
          <p:spPr>
            <a:xfrm>
              <a:off x="4470650" y="415525"/>
              <a:ext cx="401775" cy="528175"/>
            </a:xfrm>
            <a:custGeom>
              <a:avLst/>
              <a:gdLst/>
              <a:ahLst/>
              <a:cxnLst/>
              <a:rect l="l" t="t" r="r" b="b"/>
              <a:pathLst>
                <a:path w="16071" h="21127" extrusionOk="0">
                  <a:moveTo>
                    <a:pt x="50" y="0"/>
                  </a:moveTo>
                  <a:cubicBezTo>
                    <a:pt x="33" y="30"/>
                    <a:pt x="16" y="61"/>
                    <a:pt x="1" y="92"/>
                  </a:cubicBezTo>
                  <a:cubicBezTo>
                    <a:pt x="1015" y="637"/>
                    <a:pt x="2002" y="1235"/>
                    <a:pt x="2953" y="1888"/>
                  </a:cubicBezTo>
                  <a:cubicBezTo>
                    <a:pt x="4020" y="2620"/>
                    <a:pt x="5042" y="3416"/>
                    <a:pt x="6013" y="4271"/>
                  </a:cubicBezTo>
                  <a:cubicBezTo>
                    <a:pt x="6435" y="4646"/>
                    <a:pt x="6849" y="5029"/>
                    <a:pt x="7252" y="5423"/>
                  </a:cubicBezTo>
                  <a:cubicBezTo>
                    <a:pt x="8611" y="6758"/>
                    <a:pt x="9848" y="8214"/>
                    <a:pt x="10943" y="9771"/>
                  </a:cubicBezTo>
                  <a:cubicBezTo>
                    <a:pt x="12071" y="11373"/>
                    <a:pt x="13050" y="13080"/>
                    <a:pt x="13863" y="14861"/>
                  </a:cubicBezTo>
                  <a:cubicBezTo>
                    <a:pt x="14677" y="16640"/>
                    <a:pt x="15327" y="18495"/>
                    <a:pt x="15798" y="20394"/>
                  </a:cubicBezTo>
                  <a:cubicBezTo>
                    <a:pt x="15855" y="20624"/>
                    <a:pt x="15911" y="20859"/>
                    <a:pt x="15963" y="21092"/>
                  </a:cubicBezTo>
                  <a:cubicBezTo>
                    <a:pt x="15968" y="21116"/>
                    <a:pt x="15985" y="21126"/>
                    <a:pt x="16004" y="21126"/>
                  </a:cubicBezTo>
                  <a:cubicBezTo>
                    <a:pt x="16035" y="21126"/>
                    <a:pt x="16071" y="21096"/>
                    <a:pt x="16062" y="21056"/>
                  </a:cubicBezTo>
                  <a:cubicBezTo>
                    <a:pt x="15628" y="19132"/>
                    <a:pt x="15017" y="17252"/>
                    <a:pt x="14235" y="15443"/>
                  </a:cubicBezTo>
                  <a:cubicBezTo>
                    <a:pt x="13459" y="13643"/>
                    <a:pt x="12517" y="11913"/>
                    <a:pt x="11425" y="10286"/>
                  </a:cubicBezTo>
                  <a:cubicBezTo>
                    <a:pt x="10359" y="8699"/>
                    <a:pt x="9147" y="7211"/>
                    <a:pt x="7814" y="5841"/>
                  </a:cubicBezTo>
                  <a:cubicBezTo>
                    <a:pt x="7257" y="5268"/>
                    <a:pt x="6676" y="4718"/>
                    <a:pt x="6076" y="4190"/>
                  </a:cubicBezTo>
                  <a:cubicBezTo>
                    <a:pt x="5272" y="3481"/>
                    <a:pt x="4433" y="2812"/>
                    <a:pt x="3562" y="2188"/>
                  </a:cubicBezTo>
                  <a:cubicBezTo>
                    <a:pt x="2440" y="1383"/>
                    <a:pt x="1267" y="652"/>
                    <a:pt x="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57"/>
            <p:cNvSpPr/>
            <p:nvPr/>
          </p:nvSpPr>
          <p:spPr>
            <a:xfrm>
              <a:off x="4596250" y="387275"/>
              <a:ext cx="92950" cy="180025"/>
            </a:xfrm>
            <a:custGeom>
              <a:avLst/>
              <a:gdLst/>
              <a:ahLst/>
              <a:cxnLst/>
              <a:rect l="l" t="t" r="r" b="b"/>
              <a:pathLst>
                <a:path w="3718" h="7201" extrusionOk="0">
                  <a:moveTo>
                    <a:pt x="1654" y="0"/>
                  </a:moveTo>
                  <a:cubicBezTo>
                    <a:pt x="1474" y="0"/>
                    <a:pt x="1293" y="30"/>
                    <a:pt x="1123" y="89"/>
                  </a:cubicBezTo>
                  <a:cubicBezTo>
                    <a:pt x="1091" y="101"/>
                    <a:pt x="1057" y="113"/>
                    <a:pt x="1025" y="128"/>
                  </a:cubicBezTo>
                  <a:cubicBezTo>
                    <a:pt x="999" y="138"/>
                    <a:pt x="971" y="150"/>
                    <a:pt x="945" y="164"/>
                  </a:cubicBezTo>
                  <a:cubicBezTo>
                    <a:pt x="419" y="428"/>
                    <a:pt x="65" y="995"/>
                    <a:pt x="35" y="1583"/>
                  </a:cubicBezTo>
                  <a:cubicBezTo>
                    <a:pt x="1" y="2248"/>
                    <a:pt x="345" y="2865"/>
                    <a:pt x="680" y="3442"/>
                  </a:cubicBezTo>
                  <a:lnTo>
                    <a:pt x="2092" y="5876"/>
                  </a:lnTo>
                  <a:cubicBezTo>
                    <a:pt x="2281" y="6202"/>
                    <a:pt x="2539" y="6821"/>
                    <a:pt x="2799" y="7097"/>
                  </a:cubicBezTo>
                  <a:cubicBezTo>
                    <a:pt x="2854" y="7155"/>
                    <a:pt x="2901" y="7186"/>
                    <a:pt x="2941" y="7196"/>
                  </a:cubicBezTo>
                  <a:cubicBezTo>
                    <a:pt x="2952" y="7199"/>
                    <a:pt x="2962" y="7200"/>
                    <a:pt x="2972" y="7200"/>
                  </a:cubicBezTo>
                  <a:cubicBezTo>
                    <a:pt x="2998" y="7200"/>
                    <a:pt x="3022" y="7191"/>
                    <a:pt x="3043" y="7174"/>
                  </a:cubicBezTo>
                  <a:cubicBezTo>
                    <a:pt x="3163" y="7078"/>
                    <a:pt x="3209" y="6744"/>
                    <a:pt x="3270" y="6514"/>
                  </a:cubicBezTo>
                  <a:cubicBezTo>
                    <a:pt x="3663" y="5028"/>
                    <a:pt x="3718" y="3450"/>
                    <a:pt x="3417" y="1942"/>
                  </a:cubicBezTo>
                  <a:cubicBezTo>
                    <a:pt x="3296" y="1337"/>
                    <a:pt x="3095" y="705"/>
                    <a:pt x="2612" y="323"/>
                  </a:cubicBezTo>
                  <a:cubicBezTo>
                    <a:pt x="2342" y="108"/>
                    <a:pt x="1998" y="0"/>
                    <a:pt x="1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57"/>
            <p:cNvSpPr/>
            <p:nvPr/>
          </p:nvSpPr>
          <p:spPr>
            <a:xfrm>
              <a:off x="4621875" y="389500"/>
              <a:ext cx="50450" cy="177800"/>
            </a:xfrm>
            <a:custGeom>
              <a:avLst/>
              <a:gdLst/>
              <a:ahLst/>
              <a:cxnLst/>
              <a:rect l="l" t="t" r="r" b="b"/>
              <a:pathLst>
                <a:path w="2018" h="7112" extrusionOk="0">
                  <a:moveTo>
                    <a:pt x="98" y="1"/>
                  </a:moveTo>
                  <a:cubicBezTo>
                    <a:pt x="66" y="12"/>
                    <a:pt x="32" y="24"/>
                    <a:pt x="0" y="39"/>
                  </a:cubicBezTo>
                  <a:cubicBezTo>
                    <a:pt x="429" y="1108"/>
                    <a:pt x="799" y="2202"/>
                    <a:pt x="1107" y="3313"/>
                  </a:cubicBezTo>
                  <a:cubicBezTo>
                    <a:pt x="1452" y="4559"/>
                    <a:pt x="1724" y="5827"/>
                    <a:pt x="1916" y="7107"/>
                  </a:cubicBezTo>
                  <a:cubicBezTo>
                    <a:pt x="1927" y="7110"/>
                    <a:pt x="1937" y="7111"/>
                    <a:pt x="1947" y="7111"/>
                  </a:cubicBezTo>
                  <a:cubicBezTo>
                    <a:pt x="1973" y="7111"/>
                    <a:pt x="1997" y="7102"/>
                    <a:pt x="2018" y="7085"/>
                  </a:cubicBezTo>
                  <a:cubicBezTo>
                    <a:pt x="1859" y="6025"/>
                    <a:pt x="1645" y="4973"/>
                    <a:pt x="1379" y="3935"/>
                  </a:cubicBezTo>
                  <a:cubicBezTo>
                    <a:pt x="1038" y="2597"/>
                    <a:pt x="610" y="1282"/>
                    <a:pt x="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57"/>
            <p:cNvSpPr/>
            <p:nvPr/>
          </p:nvSpPr>
          <p:spPr>
            <a:xfrm>
              <a:off x="4690225" y="439125"/>
              <a:ext cx="85875" cy="183000"/>
            </a:xfrm>
            <a:custGeom>
              <a:avLst/>
              <a:gdLst/>
              <a:ahLst/>
              <a:cxnLst/>
              <a:rect l="l" t="t" r="r" b="b"/>
              <a:pathLst>
                <a:path w="3435" h="7320" extrusionOk="0">
                  <a:moveTo>
                    <a:pt x="1794" y="0"/>
                  </a:moveTo>
                  <a:cubicBezTo>
                    <a:pt x="1760" y="0"/>
                    <a:pt x="1724" y="0"/>
                    <a:pt x="1688" y="3"/>
                  </a:cubicBezTo>
                  <a:cubicBezTo>
                    <a:pt x="1660" y="3"/>
                    <a:pt x="1632" y="5"/>
                    <a:pt x="1602" y="10"/>
                  </a:cubicBezTo>
                  <a:cubicBezTo>
                    <a:pt x="1017" y="77"/>
                    <a:pt x="488" y="485"/>
                    <a:pt x="259" y="1029"/>
                  </a:cubicBezTo>
                  <a:cubicBezTo>
                    <a:pt x="0" y="1641"/>
                    <a:pt x="111" y="2341"/>
                    <a:pt x="227" y="2996"/>
                  </a:cubicBezTo>
                  <a:cubicBezTo>
                    <a:pt x="390" y="3921"/>
                    <a:pt x="553" y="4844"/>
                    <a:pt x="717" y="5768"/>
                  </a:cubicBezTo>
                  <a:cubicBezTo>
                    <a:pt x="782" y="6140"/>
                    <a:pt x="812" y="6809"/>
                    <a:pt x="961" y="7156"/>
                  </a:cubicBezTo>
                  <a:cubicBezTo>
                    <a:pt x="993" y="7228"/>
                    <a:pt x="1027" y="7275"/>
                    <a:pt x="1060" y="7299"/>
                  </a:cubicBezTo>
                  <a:cubicBezTo>
                    <a:pt x="1081" y="7313"/>
                    <a:pt x="1102" y="7320"/>
                    <a:pt x="1124" y="7320"/>
                  </a:cubicBezTo>
                  <a:cubicBezTo>
                    <a:pt x="1137" y="7320"/>
                    <a:pt x="1150" y="7317"/>
                    <a:pt x="1163" y="7312"/>
                  </a:cubicBezTo>
                  <a:cubicBezTo>
                    <a:pt x="1308" y="7265"/>
                    <a:pt x="1467" y="6966"/>
                    <a:pt x="1603" y="6772"/>
                  </a:cubicBezTo>
                  <a:cubicBezTo>
                    <a:pt x="2484" y="5511"/>
                    <a:pt x="3077" y="4049"/>
                    <a:pt x="3313" y="2529"/>
                  </a:cubicBezTo>
                  <a:cubicBezTo>
                    <a:pt x="3407" y="1920"/>
                    <a:pt x="3435" y="1257"/>
                    <a:pt x="3113" y="732"/>
                  </a:cubicBezTo>
                  <a:cubicBezTo>
                    <a:pt x="2838" y="283"/>
                    <a:pt x="2319" y="9"/>
                    <a:pt x="1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57"/>
            <p:cNvSpPr/>
            <p:nvPr/>
          </p:nvSpPr>
          <p:spPr>
            <a:xfrm>
              <a:off x="4716700" y="439125"/>
              <a:ext cx="19375" cy="183000"/>
            </a:xfrm>
            <a:custGeom>
              <a:avLst/>
              <a:gdLst/>
              <a:ahLst/>
              <a:cxnLst/>
              <a:rect l="l" t="t" r="r" b="b"/>
              <a:pathLst>
                <a:path w="775" h="7320" extrusionOk="0">
                  <a:moveTo>
                    <a:pt x="735" y="0"/>
                  </a:moveTo>
                  <a:cubicBezTo>
                    <a:pt x="701" y="0"/>
                    <a:pt x="665" y="0"/>
                    <a:pt x="629" y="3"/>
                  </a:cubicBezTo>
                  <a:cubicBezTo>
                    <a:pt x="665" y="1154"/>
                    <a:pt x="636" y="2309"/>
                    <a:pt x="544" y="3457"/>
                  </a:cubicBezTo>
                  <a:cubicBezTo>
                    <a:pt x="441" y="4746"/>
                    <a:pt x="259" y="6030"/>
                    <a:pt x="1" y="7299"/>
                  </a:cubicBezTo>
                  <a:cubicBezTo>
                    <a:pt x="22" y="7313"/>
                    <a:pt x="43" y="7320"/>
                    <a:pt x="65" y="7320"/>
                  </a:cubicBezTo>
                  <a:cubicBezTo>
                    <a:pt x="78" y="7320"/>
                    <a:pt x="91" y="7317"/>
                    <a:pt x="104" y="7312"/>
                  </a:cubicBezTo>
                  <a:cubicBezTo>
                    <a:pt x="319" y="6262"/>
                    <a:pt x="480" y="5201"/>
                    <a:pt x="587" y="4137"/>
                  </a:cubicBezTo>
                  <a:cubicBezTo>
                    <a:pt x="724" y="2761"/>
                    <a:pt x="775" y="1380"/>
                    <a:pt x="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57"/>
            <p:cNvSpPr/>
            <p:nvPr/>
          </p:nvSpPr>
          <p:spPr>
            <a:xfrm>
              <a:off x="4759825" y="543075"/>
              <a:ext cx="85350" cy="181850"/>
            </a:xfrm>
            <a:custGeom>
              <a:avLst/>
              <a:gdLst/>
              <a:ahLst/>
              <a:cxnLst/>
              <a:rect l="l" t="t" r="r" b="b"/>
              <a:pathLst>
                <a:path w="3414" h="7274" extrusionOk="0">
                  <a:moveTo>
                    <a:pt x="1784" y="0"/>
                  </a:moveTo>
                  <a:cubicBezTo>
                    <a:pt x="1749" y="0"/>
                    <a:pt x="1714" y="0"/>
                    <a:pt x="1680" y="3"/>
                  </a:cubicBezTo>
                  <a:cubicBezTo>
                    <a:pt x="1651" y="3"/>
                    <a:pt x="1623" y="5"/>
                    <a:pt x="1593" y="9"/>
                  </a:cubicBezTo>
                  <a:cubicBezTo>
                    <a:pt x="1011" y="76"/>
                    <a:pt x="488" y="483"/>
                    <a:pt x="258" y="1022"/>
                  </a:cubicBezTo>
                  <a:cubicBezTo>
                    <a:pt x="0" y="1632"/>
                    <a:pt x="112" y="2326"/>
                    <a:pt x="226" y="2978"/>
                  </a:cubicBezTo>
                  <a:cubicBezTo>
                    <a:pt x="390" y="3896"/>
                    <a:pt x="552" y="4813"/>
                    <a:pt x="715" y="5732"/>
                  </a:cubicBezTo>
                  <a:cubicBezTo>
                    <a:pt x="780" y="6100"/>
                    <a:pt x="810" y="6766"/>
                    <a:pt x="957" y="7111"/>
                  </a:cubicBezTo>
                  <a:cubicBezTo>
                    <a:pt x="988" y="7183"/>
                    <a:pt x="1021" y="7228"/>
                    <a:pt x="1055" y="7251"/>
                  </a:cubicBezTo>
                  <a:cubicBezTo>
                    <a:pt x="1076" y="7266"/>
                    <a:pt x="1097" y="7273"/>
                    <a:pt x="1119" y="7273"/>
                  </a:cubicBezTo>
                  <a:cubicBezTo>
                    <a:pt x="1132" y="7273"/>
                    <a:pt x="1145" y="7270"/>
                    <a:pt x="1158" y="7265"/>
                  </a:cubicBezTo>
                  <a:cubicBezTo>
                    <a:pt x="1303" y="7219"/>
                    <a:pt x="1460" y="6924"/>
                    <a:pt x="1594" y="6728"/>
                  </a:cubicBezTo>
                  <a:cubicBezTo>
                    <a:pt x="2469" y="5475"/>
                    <a:pt x="3057" y="4022"/>
                    <a:pt x="3291" y="2512"/>
                  </a:cubicBezTo>
                  <a:cubicBezTo>
                    <a:pt x="3384" y="1906"/>
                    <a:pt x="3413" y="1248"/>
                    <a:pt x="3093" y="727"/>
                  </a:cubicBezTo>
                  <a:cubicBezTo>
                    <a:pt x="2821" y="281"/>
                    <a:pt x="2305" y="8"/>
                    <a:pt x="1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57"/>
            <p:cNvSpPr/>
            <p:nvPr/>
          </p:nvSpPr>
          <p:spPr>
            <a:xfrm>
              <a:off x="4786200" y="543075"/>
              <a:ext cx="19225" cy="181850"/>
            </a:xfrm>
            <a:custGeom>
              <a:avLst/>
              <a:gdLst/>
              <a:ahLst/>
              <a:cxnLst/>
              <a:rect l="l" t="t" r="r" b="b"/>
              <a:pathLst>
                <a:path w="769" h="7274" extrusionOk="0">
                  <a:moveTo>
                    <a:pt x="729" y="0"/>
                  </a:moveTo>
                  <a:cubicBezTo>
                    <a:pt x="694" y="0"/>
                    <a:pt x="659" y="0"/>
                    <a:pt x="625" y="3"/>
                  </a:cubicBezTo>
                  <a:cubicBezTo>
                    <a:pt x="659" y="1147"/>
                    <a:pt x="631" y="2294"/>
                    <a:pt x="539" y="3436"/>
                  </a:cubicBezTo>
                  <a:cubicBezTo>
                    <a:pt x="437" y="4716"/>
                    <a:pt x="256" y="5992"/>
                    <a:pt x="0" y="7251"/>
                  </a:cubicBezTo>
                  <a:cubicBezTo>
                    <a:pt x="21" y="7266"/>
                    <a:pt x="42" y="7273"/>
                    <a:pt x="64" y="7273"/>
                  </a:cubicBezTo>
                  <a:cubicBezTo>
                    <a:pt x="77" y="7273"/>
                    <a:pt x="90" y="7270"/>
                    <a:pt x="103" y="7265"/>
                  </a:cubicBezTo>
                  <a:cubicBezTo>
                    <a:pt x="316" y="6223"/>
                    <a:pt x="476" y="5169"/>
                    <a:pt x="581" y="4109"/>
                  </a:cubicBezTo>
                  <a:cubicBezTo>
                    <a:pt x="719" y="2744"/>
                    <a:pt x="769" y="1372"/>
                    <a:pt x="7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57"/>
            <p:cNvSpPr/>
            <p:nvPr/>
          </p:nvSpPr>
          <p:spPr>
            <a:xfrm>
              <a:off x="4826450" y="640075"/>
              <a:ext cx="86325" cy="177525"/>
            </a:xfrm>
            <a:custGeom>
              <a:avLst/>
              <a:gdLst/>
              <a:ahLst/>
              <a:cxnLst/>
              <a:rect l="l" t="t" r="r" b="b"/>
              <a:pathLst>
                <a:path w="3453" h="7101" extrusionOk="0">
                  <a:moveTo>
                    <a:pt x="1784" y="1"/>
                  </a:moveTo>
                  <a:cubicBezTo>
                    <a:pt x="1222" y="1"/>
                    <a:pt x="672" y="314"/>
                    <a:pt x="374" y="790"/>
                  </a:cubicBezTo>
                  <a:cubicBezTo>
                    <a:pt x="22" y="1350"/>
                    <a:pt x="21" y="2053"/>
                    <a:pt x="29" y="2715"/>
                  </a:cubicBezTo>
                  <a:cubicBezTo>
                    <a:pt x="43" y="3648"/>
                    <a:pt x="57" y="4578"/>
                    <a:pt x="70" y="5511"/>
                  </a:cubicBezTo>
                  <a:cubicBezTo>
                    <a:pt x="75" y="5887"/>
                    <a:pt x="0" y="6549"/>
                    <a:pt x="90" y="6912"/>
                  </a:cubicBezTo>
                  <a:cubicBezTo>
                    <a:pt x="109" y="6988"/>
                    <a:pt x="135" y="7039"/>
                    <a:pt x="165" y="7067"/>
                  </a:cubicBezTo>
                  <a:cubicBezTo>
                    <a:pt x="188" y="7090"/>
                    <a:pt x="215" y="7100"/>
                    <a:pt x="243" y="7100"/>
                  </a:cubicBezTo>
                  <a:cubicBezTo>
                    <a:pt x="250" y="7100"/>
                    <a:pt x="257" y="7100"/>
                    <a:pt x="264" y="7099"/>
                  </a:cubicBezTo>
                  <a:cubicBezTo>
                    <a:pt x="414" y="7074"/>
                    <a:pt x="616" y="6808"/>
                    <a:pt x="780" y="6635"/>
                  </a:cubicBezTo>
                  <a:cubicBezTo>
                    <a:pt x="1844" y="5538"/>
                    <a:pt x="2658" y="4198"/>
                    <a:pt x="3130" y="2745"/>
                  </a:cubicBezTo>
                  <a:cubicBezTo>
                    <a:pt x="3319" y="2162"/>
                    <a:pt x="3452" y="1517"/>
                    <a:pt x="3220" y="950"/>
                  </a:cubicBezTo>
                  <a:cubicBezTo>
                    <a:pt x="3021" y="467"/>
                    <a:pt x="2556" y="114"/>
                    <a:pt x="2043" y="23"/>
                  </a:cubicBezTo>
                  <a:cubicBezTo>
                    <a:pt x="2008" y="17"/>
                    <a:pt x="1973" y="12"/>
                    <a:pt x="1938" y="10"/>
                  </a:cubicBezTo>
                  <a:cubicBezTo>
                    <a:pt x="1910" y="7"/>
                    <a:pt x="1881" y="5"/>
                    <a:pt x="1852" y="3"/>
                  </a:cubicBezTo>
                  <a:cubicBezTo>
                    <a:pt x="1830" y="2"/>
                    <a:pt x="1807" y="1"/>
                    <a:pt x="1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57"/>
            <p:cNvSpPr/>
            <p:nvPr/>
          </p:nvSpPr>
          <p:spPr>
            <a:xfrm>
              <a:off x="4830575" y="640325"/>
              <a:ext cx="47000" cy="177275"/>
            </a:xfrm>
            <a:custGeom>
              <a:avLst/>
              <a:gdLst/>
              <a:ahLst/>
              <a:cxnLst/>
              <a:rect l="l" t="t" r="r" b="b"/>
              <a:pathLst>
                <a:path w="1880" h="7091" extrusionOk="0">
                  <a:moveTo>
                    <a:pt x="1775" y="1"/>
                  </a:moveTo>
                  <a:cubicBezTo>
                    <a:pt x="1627" y="1135"/>
                    <a:pt x="1415" y="2263"/>
                    <a:pt x="1143" y="3375"/>
                  </a:cubicBezTo>
                  <a:cubicBezTo>
                    <a:pt x="837" y="4624"/>
                    <a:pt x="454" y="5854"/>
                    <a:pt x="0" y="7057"/>
                  </a:cubicBezTo>
                  <a:cubicBezTo>
                    <a:pt x="23" y="7080"/>
                    <a:pt x="50" y="7090"/>
                    <a:pt x="78" y="7090"/>
                  </a:cubicBezTo>
                  <a:cubicBezTo>
                    <a:pt x="85" y="7090"/>
                    <a:pt x="92" y="7090"/>
                    <a:pt x="99" y="7089"/>
                  </a:cubicBezTo>
                  <a:cubicBezTo>
                    <a:pt x="476" y="6093"/>
                    <a:pt x="802" y="5077"/>
                    <a:pt x="1079" y="4047"/>
                  </a:cubicBezTo>
                  <a:cubicBezTo>
                    <a:pt x="1432" y="2721"/>
                    <a:pt x="1700" y="1374"/>
                    <a:pt x="1879" y="15"/>
                  </a:cubicBezTo>
                  <a:cubicBezTo>
                    <a:pt x="1844" y="8"/>
                    <a:pt x="1809" y="3"/>
                    <a:pt x="1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57"/>
            <p:cNvSpPr/>
            <p:nvPr/>
          </p:nvSpPr>
          <p:spPr>
            <a:xfrm>
              <a:off x="4463600" y="498550"/>
              <a:ext cx="185400" cy="82950"/>
            </a:xfrm>
            <a:custGeom>
              <a:avLst/>
              <a:gdLst/>
              <a:ahLst/>
              <a:cxnLst/>
              <a:rect l="l" t="t" r="r" b="b"/>
              <a:pathLst>
                <a:path w="7416" h="3318" extrusionOk="0">
                  <a:moveTo>
                    <a:pt x="1795" y="0"/>
                  </a:moveTo>
                  <a:cubicBezTo>
                    <a:pt x="1652" y="0"/>
                    <a:pt x="1509" y="14"/>
                    <a:pt x="1367" y="46"/>
                  </a:cubicBezTo>
                  <a:cubicBezTo>
                    <a:pt x="792" y="176"/>
                    <a:pt x="296" y="624"/>
                    <a:pt x="127" y="1188"/>
                  </a:cubicBezTo>
                  <a:cubicBezTo>
                    <a:pt x="119" y="1217"/>
                    <a:pt x="111" y="1245"/>
                    <a:pt x="105" y="1271"/>
                  </a:cubicBezTo>
                  <a:cubicBezTo>
                    <a:pt x="96" y="1305"/>
                    <a:pt x="90" y="1341"/>
                    <a:pt x="85" y="1375"/>
                  </a:cubicBezTo>
                  <a:cubicBezTo>
                    <a:pt x="0" y="1893"/>
                    <a:pt x="181" y="2452"/>
                    <a:pt x="573" y="2802"/>
                  </a:cubicBezTo>
                  <a:cubicBezTo>
                    <a:pt x="1033" y="3211"/>
                    <a:pt x="1689" y="3299"/>
                    <a:pt x="2307" y="3315"/>
                  </a:cubicBezTo>
                  <a:cubicBezTo>
                    <a:pt x="2382" y="3316"/>
                    <a:pt x="2457" y="3317"/>
                    <a:pt x="2532" y="3317"/>
                  </a:cubicBezTo>
                  <a:cubicBezTo>
                    <a:pt x="3995" y="3317"/>
                    <a:pt x="5456" y="2993"/>
                    <a:pt x="6783" y="2380"/>
                  </a:cubicBezTo>
                  <a:cubicBezTo>
                    <a:pt x="7001" y="2282"/>
                    <a:pt x="7322" y="2180"/>
                    <a:pt x="7394" y="2044"/>
                  </a:cubicBezTo>
                  <a:cubicBezTo>
                    <a:pt x="7412" y="2012"/>
                    <a:pt x="7416" y="1977"/>
                    <a:pt x="7397" y="1940"/>
                  </a:cubicBezTo>
                  <a:cubicBezTo>
                    <a:pt x="7381" y="1903"/>
                    <a:pt x="7342" y="1862"/>
                    <a:pt x="7276" y="1817"/>
                  </a:cubicBezTo>
                  <a:cubicBezTo>
                    <a:pt x="6959" y="1610"/>
                    <a:pt x="6306" y="1462"/>
                    <a:pt x="5952" y="1332"/>
                  </a:cubicBezTo>
                  <a:cubicBezTo>
                    <a:pt x="5071" y="1008"/>
                    <a:pt x="4191" y="684"/>
                    <a:pt x="3310" y="361"/>
                  </a:cubicBezTo>
                  <a:cubicBezTo>
                    <a:pt x="2821" y="181"/>
                    <a:pt x="2307" y="0"/>
                    <a:pt x="1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57"/>
            <p:cNvSpPr/>
            <p:nvPr/>
          </p:nvSpPr>
          <p:spPr>
            <a:xfrm>
              <a:off x="4465700" y="530400"/>
              <a:ext cx="183300" cy="19525"/>
            </a:xfrm>
            <a:custGeom>
              <a:avLst/>
              <a:gdLst/>
              <a:ahLst/>
              <a:cxnLst/>
              <a:rect l="l" t="t" r="r" b="b"/>
              <a:pathLst>
                <a:path w="7332" h="781" extrusionOk="0">
                  <a:moveTo>
                    <a:pt x="21" y="0"/>
                  </a:moveTo>
                  <a:cubicBezTo>
                    <a:pt x="12" y="34"/>
                    <a:pt x="6" y="69"/>
                    <a:pt x="1" y="104"/>
                  </a:cubicBezTo>
                  <a:cubicBezTo>
                    <a:pt x="1352" y="386"/>
                    <a:pt x="2720" y="580"/>
                    <a:pt x="4098" y="687"/>
                  </a:cubicBezTo>
                  <a:cubicBezTo>
                    <a:pt x="4904" y="749"/>
                    <a:pt x="5713" y="780"/>
                    <a:pt x="6522" y="780"/>
                  </a:cubicBezTo>
                  <a:cubicBezTo>
                    <a:pt x="6785" y="780"/>
                    <a:pt x="7048" y="777"/>
                    <a:pt x="7310" y="770"/>
                  </a:cubicBezTo>
                  <a:cubicBezTo>
                    <a:pt x="7328" y="738"/>
                    <a:pt x="7332" y="703"/>
                    <a:pt x="7313" y="666"/>
                  </a:cubicBezTo>
                  <a:lnTo>
                    <a:pt x="7313" y="666"/>
                  </a:lnTo>
                  <a:cubicBezTo>
                    <a:pt x="7056" y="672"/>
                    <a:pt x="6798" y="675"/>
                    <a:pt x="6541" y="675"/>
                  </a:cubicBezTo>
                  <a:cubicBezTo>
                    <a:pt x="5505" y="675"/>
                    <a:pt x="4469" y="625"/>
                    <a:pt x="3437" y="524"/>
                  </a:cubicBezTo>
                  <a:cubicBezTo>
                    <a:pt x="2291" y="412"/>
                    <a:pt x="1149" y="237"/>
                    <a:pt x="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57"/>
            <p:cNvSpPr/>
            <p:nvPr/>
          </p:nvSpPr>
          <p:spPr>
            <a:xfrm>
              <a:off x="4529750" y="585700"/>
              <a:ext cx="182950" cy="81375"/>
            </a:xfrm>
            <a:custGeom>
              <a:avLst/>
              <a:gdLst/>
              <a:ahLst/>
              <a:cxnLst/>
              <a:rect l="l" t="t" r="r" b="b"/>
              <a:pathLst>
                <a:path w="7318" h="3255" extrusionOk="0">
                  <a:moveTo>
                    <a:pt x="1837" y="1"/>
                  </a:moveTo>
                  <a:cubicBezTo>
                    <a:pt x="1589" y="1"/>
                    <a:pt x="1344" y="34"/>
                    <a:pt x="1110" y="121"/>
                  </a:cubicBezTo>
                  <a:cubicBezTo>
                    <a:pt x="559" y="323"/>
                    <a:pt x="129" y="828"/>
                    <a:pt x="34" y="1406"/>
                  </a:cubicBezTo>
                  <a:cubicBezTo>
                    <a:pt x="29" y="1434"/>
                    <a:pt x="26" y="1463"/>
                    <a:pt x="23" y="1491"/>
                  </a:cubicBezTo>
                  <a:cubicBezTo>
                    <a:pt x="19" y="1526"/>
                    <a:pt x="17" y="1561"/>
                    <a:pt x="17" y="1597"/>
                  </a:cubicBezTo>
                  <a:cubicBezTo>
                    <a:pt x="0" y="2118"/>
                    <a:pt x="249" y="2645"/>
                    <a:pt x="679" y="2939"/>
                  </a:cubicBezTo>
                  <a:cubicBezTo>
                    <a:pt x="1035" y="3182"/>
                    <a:pt x="1467" y="3255"/>
                    <a:pt x="1904" y="3255"/>
                  </a:cubicBezTo>
                  <a:cubicBezTo>
                    <a:pt x="2088" y="3255"/>
                    <a:pt x="2273" y="3242"/>
                    <a:pt x="2453" y="3223"/>
                  </a:cubicBezTo>
                  <a:cubicBezTo>
                    <a:pt x="3973" y="3060"/>
                    <a:pt x="5452" y="2542"/>
                    <a:pt x="6745" y="1727"/>
                  </a:cubicBezTo>
                  <a:cubicBezTo>
                    <a:pt x="6946" y="1598"/>
                    <a:pt x="7250" y="1455"/>
                    <a:pt x="7304" y="1314"/>
                  </a:cubicBezTo>
                  <a:cubicBezTo>
                    <a:pt x="7318" y="1281"/>
                    <a:pt x="7317" y="1244"/>
                    <a:pt x="7293" y="1211"/>
                  </a:cubicBezTo>
                  <a:cubicBezTo>
                    <a:pt x="7272" y="1176"/>
                    <a:pt x="7227" y="1140"/>
                    <a:pt x="7157" y="1106"/>
                  </a:cubicBezTo>
                  <a:cubicBezTo>
                    <a:pt x="6819" y="942"/>
                    <a:pt x="6156" y="881"/>
                    <a:pt x="5791" y="798"/>
                  </a:cubicBezTo>
                  <a:cubicBezTo>
                    <a:pt x="4881" y="592"/>
                    <a:pt x="3971" y="386"/>
                    <a:pt x="3063" y="182"/>
                  </a:cubicBezTo>
                  <a:cubicBezTo>
                    <a:pt x="2662" y="91"/>
                    <a:pt x="2245" y="1"/>
                    <a:pt x="1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57"/>
            <p:cNvSpPr/>
            <p:nvPr/>
          </p:nvSpPr>
          <p:spPr>
            <a:xfrm>
              <a:off x="4530150" y="615950"/>
              <a:ext cx="182550" cy="11975"/>
            </a:xfrm>
            <a:custGeom>
              <a:avLst/>
              <a:gdLst/>
              <a:ahLst/>
              <a:cxnLst/>
              <a:rect l="l" t="t" r="r" b="b"/>
              <a:pathLst>
                <a:path w="7302" h="479" extrusionOk="0">
                  <a:moveTo>
                    <a:pt x="7277" y="1"/>
                  </a:moveTo>
                  <a:cubicBezTo>
                    <a:pt x="6007" y="198"/>
                    <a:pt x="4724" y="317"/>
                    <a:pt x="3439" y="359"/>
                  </a:cubicBezTo>
                  <a:cubicBezTo>
                    <a:pt x="3098" y="370"/>
                    <a:pt x="2756" y="376"/>
                    <a:pt x="2415" y="376"/>
                  </a:cubicBezTo>
                  <a:cubicBezTo>
                    <a:pt x="1611" y="376"/>
                    <a:pt x="807" y="344"/>
                    <a:pt x="7" y="281"/>
                  </a:cubicBezTo>
                  <a:cubicBezTo>
                    <a:pt x="3" y="316"/>
                    <a:pt x="1" y="351"/>
                    <a:pt x="1" y="387"/>
                  </a:cubicBezTo>
                  <a:cubicBezTo>
                    <a:pt x="806" y="448"/>
                    <a:pt x="1614" y="479"/>
                    <a:pt x="2422" y="479"/>
                  </a:cubicBezTo>
                  <a:cubicBezTo>
                    <a:pt x="2986" y="479"/>
                    <a:pt x="3549" y="464"/>
                    <a:pt x="4112" y="434"/>
                  </a:cubicBezTo>
                  <a:cubicBezTo>
                    <a:pt x="5175" y="377"/>
                    <a:pt x="6236" y="268"/>
                    <a:pt x="7288" y="104"/>
                  </a:cubicBezTo>
                  <a:cubicBezTo>
                    <a:pt x="7302" y="71"/>
                    <a:pt x="7301" y="34"/>
                    <a:pt x="72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57"/>
            <p:cNvSpPr/>
            <p:nvPr/>
          </p:nvSpPr>
          <p:spPr>
            <a:xfrm>
              <a:off x="4592775" y="670525"/>
              <a:ext cx="183850" cy="81550"/>
            </a:xfrm>
            <a:custGeom>
              <a:avLst/>
              <a:gdLst/>
              <a:ahLst/>
              <a:cxnLst/>
              <a:rect l="l" t="t" r="r" b="b"/>
              <a:pathLst>
                <a:path w="7354" h="3262" extrusionOk="0">
                  <a:moveTo>
                    <a:pt x="1814" y="0"/>
                  </a:moveTo>
                  <a:cubicBezTo>
                    <a:pt x="1610" y="0"/>
                    <a:pt x="1408" y="25"/>
                    <a:pt x="1211" y="87"/>
                  </a:cubicBezTo>
                  <a:cubicBezTo>
                    <a:pt x="653" y="261"/>
                    <a:pt x="195" y="743"/>
                    <a:pt x="73" y="1316"/>
                  </a:cubicBezTo>
                  <a:cubicBezTo>
                    <a:pt x="66" y="1345"/>
                    <a:pt x="61" y="1373"/>
                    <a:pt x="57" y="1402"/>
                  </a:cubicBezTo>
                  <a:cubicBezTo>
                    <a:pt x="51" y="1436"/>
                    <a:pt x="47" y="1471"/>
                    <a:pt x="45" y="1506"/>
                  </a:cubicBezTo>
                  <a:cubicBezTo>
                    <a:pt x="0" y="2026"/>
                    <a:pt x="223" y="2565"/>
                    <a:pt x="640" y="2880"/>
                  </a:cubicBezTo>
                  <a:cubicBezTo>
                    <a:pt x="1040" y="3182"/>
                    <a:pt x="1554" y="3261"/>
                    <a:pt x="2063" y="3261"/>
                  </a:cubicBezTo>
                  <a:cubicBezTo>
                    <a:pt x="2175" y="3261"/>
                    <a:pt x="2287" y="3257"/>
                    <a:pt x="2398" y="3251"/>
                  </a:cubicBezTo>
                  <a:cubicBezTo>
                    <a:pt x="3924" y="3164"/>
                    <a:pt x="5427" y="2721"/>
                    <a:pt x="6759" y="1971"/>
                  </a:cubicBezTo>
                  <a:cubicBezTo>
                    <a:pt x="6966" y="1853"/>
                    <a:pt x="7276" y="1725"/>
                    <a:pt x="7338" y="1585"/>
                  </a:cubicBezTo>
                  <a:cubicBezTo>
                    <a:pt x="7353" y="1552"/>
                    <a:pt x="7353" y="1517"/>
                    <a:pt x="7333" y="1482"/>
                  </a:cubicBezTo>
                  <a:cubicBezTo>
                    <a:pt x="7314" y="1446"/>
                    <a:pt x="7271" y="1409"/>
                    <a:pt x="7203" y="1372"/>
                  </a:cubicBezTo>
                  <a:cubicBezTo>
                    <a:pt x="6873" y="1191"/>
                    <a:pt x="6215" y="1097"/>
                    <a:pt x="5854" y="996"/>
                  </a:cubicBezTo>
                  <a:cubicBezTo>
                    <a:pt x="4956" y="746"/>
                    <a:pt x="4058" y="495"/>
                    <a:pt x="3160" y="244"/>
                  </a:cubicBezTo>
                  <a:cubicBezTo>
                    <a:pt x="2722" y="122"/>
                    <a:pt x="2263" y="0"/>
                    <a:pt x="1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57"/>
            <p:cNvSpPr/>
            <p:nvPr/>
          </p:nvSpPr>
          <p:spPr>
            <a:xfrm>
              <a:off x="4593875" y="705500"/>
              <a:ext cx="182750" cy="8975"/>
            </a:xfrm>
            <a:custGeom>
              <a:avLst/>
              <a:gdLst/>
              <a:ahLst/>
              <a:cxnLst/>
              <a:rect l="l" t="t" r="r" b="b"/>
              <a:pathLst>
                <a:path w="7310" h="359" extrusionOk="0">
                  <a:moveTo>
                    <a:pt x="13" y="1"/>
                  </a:moveTo>
                  <a:cubicBezTo>
                    <a:pt x="7" y="36"/>
                    <a:pt x="3" y="71"/>
                    <a:pt x="1" y="106"/>
                  </a:cubicBezTo>
                  <a:cubicBezTo>
                    <a:pt x="1338" y="275"/>
                    <a:pt x="2682" y="359"/>
                    <a:pt x="4030" y="359"/>
                  </a:cubicBezTo>
                  <a:cubicBezTo>
                    <a:pt x="4055" y="359"/>
                    <a:pt x="4079" y="359"/>
                    <a:pt x="4104" y="359"/>
                  </a:cubicBezTo>
                  <a:cubicBezTo>
                    <a:pt x="5170" y="355"/>
                    <a:pt x="6235" y="299"/>
                    <a:pt x="7294" y="186"/>
                  </a:cubicBezTo>
                  <a:cubicBezTo>
                    <a:pt x="7309" y="153"/>
                    <a:pt x="7309" y="118"/>
                    <a:pt x="7289" y="83"/>
                  </a:cubicBezTo>
                  <a:cubicBezTo>
                    <a:pt x="6190" y="198"/>
                    <a:pt x="5083" y="255"/>
                    <a:pt x="3978" y="255"/>
                  </a:cubicBezTo>
                  <a:cubicBezTo>
                    <a:pt x="3798" y="255"/>
                    <a:pt x="3618" y="253"/>
                    <a:pt x="3438" y="250"/>
                  </a:cubicBezTo>
                  <a:cubicBezTo>
                    <a:pt x="2293" y="231"/>
                    <a:pt x="1148" y="147"/>
                    <a:pt x="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57"/>
            <p:cNvSpPr/>
            <p:nvPr/>
          </p:nvSpPr>
          <p:spPr>
            <a:xfrm>
              <a:off x="4658000" y="754900"/>
              <a:ext cx="179700" cy="91050"/>
            </a:xfrm>
            <a:custGeom>
              <a:avLst/>
              <a:gdLst/>
              <a:ahLst/>
              <a:cxnLst/>
              <a:rect l="l" t="t" r="r" b="b"/>
              <a:pathLst>
                <a:path w="7188" h="3642" extrusionOk="0">
                  <a:moveTo>
                    <a:pt x="1732" y="1"/>
                  </a:moveTo>
                  <a:cubicBezTo>
                    <a:pt x="1725" y="1"/>
                    <a:pt x="1718" y="1"/>
                    <a:pt x="1710" y="1"/>
                  </a:cubicBezTo>
                  <a:cubicBezTo>
                    <a:pt x="1125" y="9"/>
                    <a:pt x="551" y="341"/>
                    <a:pt x="270" y="855"/>
                  </a:cubicBezTo>
                  <a:cubicBezTo>
                    <a:pt x="255" y="881"/>
                    <a:pt x="243" y="907"/>
                    <a:pt x="231" y="933"/>
                  </a:cubicBezTo>
                  <a:cubicBezTo>
                    <a:pt x="215" y="964"/>
                    <a:pt x="201" y="996"/>
                    <a:pt x="189" y="1030"/>
                  </a:cubicBezTo>
                  <a:cubicBezTo>
                    <a:pt x="0" y="1515"/>
                    <a:pt x="59" y="2096"/>
                    <a:pt x="369" y="2517"/>
                  </a:cubicBezTo>
                  <a:cubicBezTo>
                    <a:pt x="731" y="3009"/>
                    <a:pt x="1352" y="3231"/>
                    <a:pt x="1947" y="3375"/>
                  </a:cubicBezTo>
                  <a:cubicBezTo>
                    <a:pt x="2701" y="3553"/>
                    <a:pt x="3475" y="3642"/>
                    <a:pt x="4250" y="3642"/>
                  </a:cubicBezTo>
                  <a:cubicBezTo>
                    <a:pt x="5004" y="3642"/>
                    <a:pt x="5757" y="3558"/>
                    <a:pt x="6491" y="3391"/>
                  </a:cubicBezTo>
                  <a:cubicBezTo>
                    <a:pt x="6721" y="3337"/>
                    <a:pt x="7055" y="3303"/>
                    <a:pt x="7153" y="3188"/>
                  </a:cubicBezTo>
                  <a:cubicBezTo>
                    <a:pt x="7178" y="3161"/>
                    <a:pt x="7188" y="3127"/>
                    <a:pt x="7179" y="3087"/>
                  </a:cubicBezTo>
                  <a:cubicBezTo>
                    <a:pt x="7169" y="3047"/>
                    <a:pt x="7141" y="2999"/>
                    <a:pt x="7086" y="2942"/>
                  </a:cubicBezTo>
                  <a:cubicBezTo>
                    <a:pt x="6822" y="2676"/>
                    <a:pt x="6217" y="2397"/>
                    <a:pt x="5900" y="2198"/>
                  </a:cubicBezTo>
                  <a:cubicBezTo>
                    <a:pt x="5111" y="1702"/>
                    <a:pt x="4323" y="1205"/>
                    <a:pt x="3534" y="708"/>
                  </a:cubicBezTo>
                  <a:cubicBezTo>
                    <a:pt x="2980" y="360"/>
                    <a:pt x="2386" y="1"/>
                    <a:pt x="17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57"/>
            <p:cNvSpPr/>
            <p:nvPr/>
          </p:nvSpPr>
          <p:spPr>
            <a:xfrm>
              <a:off x="4662650" y="778200"/>
              <a:ext cx="175050" cy="56400"/>
            </a:xfrm>
            <a:custGeom>
              <a:avLst/>
              <a:gdLst/>
              <a:ahLst/>
              <a:cxnLst/>
              <a:rect l="l" t="t" r="r" b="b"/>
              <a:pathLst>
                <a:path w="7002" h="2256" extrusionOk="0">
                  <a:moveTo>
                    <a:pt x="42" y="1"/>
                  </a:moveTo>
                  <a:cubicBezTo>
                    <a:pt x="27" y="32"/>
                    <a:pt x="12" y="64"/>
                    <a:pt x="1" y="98"/>
                  </a:cubicBezTo>
                  <a:cubicBezTo>
                    <a:pt x="1255" y="651"/>
                    <a:pt x="2546" y="1123"/>
                    <a:pt x="3862" y="1510"/>
                  </a:cubicBezTo>
                  <a:cubicBezTo>
                    <a:pt x="4883" y="1811"/>
                    <a:pt x="5920" y="2061"/>
                    <a:pt x="6967" y="2256"/>
                  </a:cubicBezTo>
                  <a:cubicBezTo>
                    <a:pt x="6992" y="2229"/>
                    <a:pt x="7002" y="2195"/>
                    <a:pt x="6993" y="2155"/>
                  </a:cubicBezTo>
                  <a:cubicBezTo>
                    <a:pt x="5730" y="1917"/>
                    <a:pt x="4480" y="1605"/>
                    <a:pt x="3255" y="1215"/>
                  </a:cubicBezTo>
                  <a:cubicBezTo>
                    <a:pt x="2163" y="870"/>
                    <a:pt x="1090" y="464"/>
                    <a:pt x="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4" name="Google Shape;3174;p57"/>
          <p:cNvGrpSpPr/>
          <p:nvPr/>
        </p:nvGrpSpPr>
        <p:grpSpPr>
          <a:xfrm>
            <a:off x="4416997" y="-591511"/>
            <a:ext cx="5124359" cy="1972795"/>
            <a:chOff x="4750529" y="737250"/>
            <a:chExt cx="1610471" cy="619986"/>
          </a:xfrm>
        </p:grpSpPr>
        <p:grpSp>
          <p:nvGrpSpPr>
            <p:cNvPr id="3175" name="Google Shape;3175;p57"/>
            <p:cNvGrpSpPr/>
            <p:nvPr/>
          </p:nvGrpSpPr>
          <p:grpSpPr>
            <a:xfrm>
              <a:off x="5487975" y="737250"/>
              <a:ext cx="873025" cy="565050"/>
              <a:chOff x="5487975" y="737250"/>
              <a:chExt cx="873025" cy="565050"/>
            </a:xfrm>
          </p:grpSpPr>
          <p:sp>
            <p:nvSpPr>
              <p:cNvPr id="3176" name="Google Shape;3176;p57"/>
              <p:cNvSpPr/>
              <p:nvPr/>
            </p:nvSpPr>
            <p:spPr>
              <a:xfrm>
                <a:off x="5567025" y="737250"/>
                <a:ext cx="793975" cy="542650"/>
              </a:xfrm>
              <a:custGeom>
                <a:avLst/>
                <a:gdLst/>
                <a:ahLst/>
                <a:cxnLst/>
                <a:rect l="l" t="t" r="r" b="b"/>
                <a:pathLst>
                  <a:path w="31759" h="21706" extrusionOk="0">
                    <a:moveTo>
                      <a:pt x="26442" y="0"/>
                    </a:moveTo>
                    <a:cubicBezTo>
                      <a:pt x="26322" y="0"/>
                      <a:pt x="26204" y="14"/>
                      <a:pt x="26087" y="41"/>
                    </a:cubicBezTo>
                    <a:lnTo>
                      <a:pt x="0" y="6223"/>
                    </a:lnTo>
                    <a:lnTo>
                      <a:pt x="3669" y="21706"/>
                    </a:lnTo>
                    <a:lnTo>
                      <a:pt x="29756" y="15524"/>
                    </a:lnTo>
                    <a:cubicBezTo>
                      <a:pt x="31040" y="15221"/>
                      <a:pt x="31758" y="13287"/>
                      <a:pt x="31737" y="10705"/>
                    </a:cubicBezTo>
                    <a:cubicBezTo>
                      <a:pt x="31730" y="9565"/>
                      <a:pt x="31577" y="8300"/>
                      <a:pt x="31268" y="6991"/>
                    </a:cubicBezTo>
                    <a:cubicBezTo>
                      <a:pt x="31054" y="6086"/>
                      <a:pt x="30782" y="5232"/>
                      <a:pt x="30466" y="4455"/>
                    </a:cubicBezTo>
                    <a:cubicBezTo>
                      <a:pt x="30056" y="3440"/>
                      <a:pt x="29575" y="2553"/>
                      <a:pt x="29059" y="1844"/>
                    </a:cubicBezTo>
                    <a:cubicBezTo>
                      <a:pt x="28224" y="687"/>
                      <a:pt x="27297" y="0"/>
                      <a:pt x="264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57"/>
              <p:cNvSpPr/>
              <p:nvPr/>
            </p:nvSpPr>
            <p:spPr>
              <a:xfrm>
                <a:off x="5808800" y="774600"/>
                <a:ext cx="395775" cy="448025"/>
              </a:xfrm>
              <a:custGeom>
                <a:avLst/>
                <a:gdLst/>
                <a:ahLst/>
                <a:cxnLst/>
                <a:rect l="l" t="t" r="r" b="b"/>
                <a:pathLst>
                  <a:path w="15831" h="17921" extrusionOk="0">
                    <a:moveTo>
                      <a:pt x="10362" y="1"/>
                    </a:moveTo>
                    <a:cubicBezTo>
                      <a:pt x="10310" y="1"/>
                      <a:pt x="10259" y="6"/>
                      <a:pt x="10211" y="18"/>
                    </a:cubicBezTo>
                    <a:lnTo>
                      <a:pt x="0" y="2438"/>
                    </a:lnTo>
                    <a:cubicBezTo>
                      <a:pt x="49" y="2426"/>
                      <a:pt x="101" y="2421"/>
                      <a:pt x="155" y="2421"/>
                    </a:cubicBezTo>
                    <a:cubicBezTo>
                      <a:pt x="1380" y="2421"/>
                      <a:pt x="3821" y="5385"/>
                      <a:pt x="4791" y="9480"/>
                    </a:cubicBezTo>
                    <a:cubicBezTo>
                      <a:pt x="5804" y="13756"/>
                      <a:pt x="4832" y="17644"/>
                      <a:pt x="3669" y="17921"/>
                    </a:cubicBezTo>
                    <a:lnTo>
                      <a:pt x="13880" y="15501"/>
                    </a:lnTo>
                    <a:cubicBezTo>
                      <a:pt x="15043" y="15226"/>
                      <a:pt x="15830" y="11379"/>
                      <a:pt x="14817" y="7104"/>
                    </a:cubicBezTo>
                    <a:cubicBezTo>
                      <a:pt x="13846" y="3007"/>
                      <a:pt x="11573" y="1"/>
                      <a:pt x="103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57"/>
              <p:cNvSpPr/>
              <p:nvPr/>
            </p:nvSpPr>
            <p:spPr>
              <a:xfrm>
                <a:off x="5961767" y="891667"/>
                <a:ext cx="152900" cy="152875"/>
              </a:xfrm>
              <a:custGeom>
                <a:avLst/>
                <a:gdLst/>
                <a:ahLst/>
                <a:cxnLst/>
                <a:rect l="l" t="t" r="r" b="b"/>
                <a:pathLst>
                  <a:path w="6116" h="6115" extrusionOk="0">
                    <a:moveTo>
                      <a:pt x="3207" y="0"/>
                    </a:moveTo>
                    <a:lnTo>
                      <a:pt x="1554" y="391"/>
                    </a:lnTo>
                    <a:lnTo>
                      <a:pt x="2036" y="2426"/>
                    </a:lnTo>
                    <a:lnTo>
                      <a:pt x="1" y="2909"/>
                    </a:lnTo>
                    <a:lnTo>
                      <a:pt x="393" y="4561"/>
                    </a:lnTo>
                    <a:lnTo>
                      <a:pt x="2428" y="4081"/>
                    </a:lnTo>
                    <a:lnTo>
                      <a:pt x="2910" y="6115"/>
                    </a:lnTo>
                    <a:lnTo>
                      <a:pt x="4564" y="5722"/>
                    </a:lnTo>
                    <a:lnTo>
                      <a:pt x="4081" y="3687"/>
                    </a:lnTo>
                    <a:lnTo>
                      <a:pt x="6115" y="3205"/>
                    </a:lnTo>
                    <a:lnTo>
                      <a:pt x="5725" y="1552"/>
                    </a:lnTo>
                    <a:lnTo>
                      <a:pt x="3689" y="2034"/>
                    </a:lnTo>
                    <a:lnTo>
                      <a:pt x="32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57"/>
              <p:cNvSpPr/>
              <p:nvPr/>
            </p:nvSpPr>
            <p:spPr>
              <a:xfrm>
                <a:off x="5634300" y="1004825"/>
                <a:ext cx="726700" cy="275075"/>
              </a:xfrm>
              <a:custGeom>
                <a:avLst/>
                <a:gdLst/>
                <a:ahLst/>
                <a:cxnLst/>
                <a:rect l="l" t="t" r="r" b="b"/>
                <a:pathLst>
                  <a:path w="29068" h="11003" extrusionOk="0">
                    <a:moveTo>
                      <a:pt x="29046" y="1"/>
                    </a:moveTo>
                    <a:lnTo>
                      <a:pt x="1" y="6884"/>
                    </a:lnTo>
                    <a:lnTo>
                      <a:pt x="978" y="11003"/>
                    </a:lnTo>
                    <a:lnTo>
                      <a:pt x="27065" y="4820"/>
                    </a:lnTo>
                    <a:cubicBezTo>
                      <a:pt x="28349" y="4517"/>
                      <a:pt x="29067" y="2583"/>
                      <a:pt x="29046"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57"/>
              <p:cNvSpPr/>
              <p:nvPr/>
            </p:nvSpPr>
            <p:spPr>
              <a:xfrm>
                <a:off x="5581075" y="783350"/>
                <a:ext cx="747575" cy="238500"/>
              </a:xfrm>
              <a:custGeom>
                <a:avLst/>
                <a:gdLst/>
                <a:ahLst/>
                <a:cxnLst/>
                <a:rect l="l" t="t" r="r" b="b"/>
                <a:pathLst>
                  <a:path w="29903" h="9540" extrusionOk="0">
                    <a:moveTo>
                      <a:pt x="28497" y="0"/>
                    </a:moveTo>
                    <a:lnTo>
                      <a:pt x="1" y="6753"/>
                    </a:lnTo>
                    <a:lnTo>
                      <a:pt x="661" y="9540"/>
                    </a:lnTo>
                    <a:lnTo>
                      <a:pt x="29903" y="2611"/>
                    </a:lnTo>
                    <a:cubicBezTo>
                      <a:pt x="29495" y="1596"/>
                      <a:pt x="29013" y="708"/>
                      <a:pt x="28497" y="0"/>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57"/>
              <p:cNvSpPr/>
              <p:nvPr/>
            </p:nvSpPr>
            <p:spPr>
              <a:xfrm>
                <a:off x="5487975" y="863200"/>
                <a:ext cx="280500" cy="439100"/>
              </a:xfrm>
              <a:custGeom>
                <a:avLst/>
                <a:gdLst/>
                <a:ahLst/>
                <a:cxnLst/>
                <a:rect l="l" t="t" r="r" b="b"/>
                <a:pathLst>
                  <a:path w="11220" h="17564" extrusionOk="0">
                    <a:moveTo>
                      <a:pt x="4614" y="0"/>
                    </a:moveTo>
                    <a:cubicBezTo>
                      <a:pt x="4470" y="0"/>
                      <a:pt x="4327" y="16"/>
                      <a:pt x="4186" y="50"/>
                    </a:cubicBezTo>
                    <a:lnTo>
                      <a:pt x="2963" y="341"/>
                    </a:lnTo>
                    <a:cubicBezTo>
                      <a:pt x="825" y="847"/>
                      <a:pt x="0" y="5102"/>
                      <a:pt x="1125" y="9844"/>
                    </a:cubicBezTo>
                    <a:cubicBezTo>
                      <a:pt x="2175" y="14275"/>
                      <a:pt x="4553" y="17564"/>
                      <a:pt x="6606" y="17564"/>
                    </a:cubicBezTo>
                    <a:cubicBezTo>
                      <a:pt x="6750" y="17564"/>
                      <a:pt x="6893" y="17548"/>
                      <a:pt x="7034" y="17514"/>
                    </a:cubicBezTo>
                    <a:lnTo>
                      <a:pt x="8256" y="17223"/>
                    </a:lnTo>
                    <a:cubicBezTo>
                      <a:pt x="10395" y="16716"/>
                      <a:pt x="11219" y="12462"/>
                      <a:pt x="10094" y="7719"/>
                    </a:cubicBezTo>
                    <a:cubicBezTo>
                      <a:pt x="9043" y="3288"/>
                      <a:pt x="6667" y="0"/>
                      <a:pt x="46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57"/>
              <p:cNvSpPr/>
              <p:nvPr/>
            </p:nvSpPr>
            <p:spPr>
              <a:xfrm>
                <a:off x="5503950" y="891775"/>
                <a:ext cx="213775" cy="389200"/>
              </a:xfrm>
              <a:custGeom>
                <a:avLst/>
                <a:gdLst/>
                <a:ahLst/>
                <a:cxnLst/>
                <a:rect l="l" t="t" r="r" b="b"/>
                <a:pathLst>
                  <a:path w="8551" h="15568" extrusionOk="0">
                    <a:moveTo>
                      <a:pt x="2877" y="1"/>
                    </a:moveTo>
                    <a:cubicBezTo>
                      <a:pt x="2758" y="1"/>
                      <a:pt x="2641" y="14"/>
                      <a:pt x="2525" y="42"/>
                    </a:cubicBezTo>
                    <a:cubicBezTo>
                      <a:pt x="676" y="481"/>
                      <a:pt x="0" y="4302"/>
                      <a:pt x="1014" y="8579"/>
                    </a:cubicBezTo>
                    <a:cubicBezTo>
                      <a:pt x="1962" y="12582"/>
                      <a:pt x="4058" y="15567"/>
                      <a:pt x="5838" y="15567"/>
                    </a:cubicBezTo>
                    <a:cubicBezTo>
                      <a:pt x="5958" y="15567"/>
                      <a:pt x="6077" y="15554"/>
                      <a:pt x="6193" y="15526"/>
                    </a:cubicBezTo>
                    <a:cubicBezTo>
                      <a:pt x="6497" y="15454"/>
                      <a:pt x="6768" y="15292"/>
                      <a:pt x="7004" y="15049"/>
                    </a:cubicBezTo>
                    <a:cubicBezTo>
                      <a:pt x="8217" y="13822"/>
                      <a:pt x="8550" y="10565"/>
                      <a:pt x="7704" y="6991"/>
                    </a:cubicBezTo>
                    <a:cubicBezTo>
                      <a:pt x="6856" y="3417"/>
                      <a:pt x="5096" y="655"/>
                      <a:pt x="3464" y="104"/>
                    </a:cubicBezTo>
                    <a:cubicBezTo>
                      <a:pt x="3266" y="36"/>
                      <a:pt x="3070" y="1"/>
                      <a:pt x="2877" y="1"/>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57"/>
              <p:cNvSpPr/>
              <p:nvPr/>
            </p:nvSpPr>
            <p:spPr>
              <a:xfrm>
                <a:off x="5551875" y="894325"/>
                <a:ext cx="165850" cy="373700"/>
              </a:xfrm>
              <a:custGeom>
                <a:avLst/>
                <a:gdLst/>
                <a:ahLst/>
                <a:cxnLst/>
                <a:rect l="l" t="t" r="r" b="b"/>
                <a:pathLst>
                  <a:path w="6634" h="14948" extrusionOk="0">
                    <a:moveTo>
                      <a:pt x="1546" y="1"/>
                    </a:moveTo>
                    <a:cubicBezTo>
                      <a:pt x="335" y="1229"/>
                      <a:pt x="1" y="4485"/>
                      <a:pt x="849" y="8060"/>
                    </a:cubicBezTo>
                    <a:cubicBezTo>
                      <a:pt x="1696" y="11635"/>
                      <a:pt x="3455" y="14392"/>
                      <a:pt x="5087" y="14947"/>
                    </a:cubicBezTo>
                    <a:cubicBezTo>
                      <a:pt x="6300" y="13720"/>
                      <a:pt x="6633" y="10463"/>
                      <a:pt x="5787" y="6889"/>
                    </a:cubicBezTo>
                    <a:cubicBezTo>
                      <a:pt x="4939" y="3315"/>
                      <a:pt x="3179" y="553"/>
                      <a:pt x="1546" y="1"/>
                    </a:cubicBezTo>
                    <a:close/>
                  </a:path>
                </a:pathLst>
              </a:custGeom>
              <a:solidFill>
                <a:srgbClr val="000000">
                  <a:alpha val="45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4" name="Google Shape;3184;p57"/>
            <p:cNvGrpSpPr/>
            <p:nvPr/>
          </p:nvGrpSpPr>
          <p:grpSpPr>
            <a:xfrm>
              <a:off x="4750529" y="929786"/>
              <a:ext cx="366825" cy="427450"/>
              <a:chOff x="4750529" y="929786"/>
              <a:chExt cx="366825" cy="427450"/>
            </a:xfrm>
          </p:grpSpPr>
          <p:sp>
            <p:nvSpPr>
              <p:cNvPr id="3185" name="Google Shape;3185;p57"/>
              <p:cNvSpPr/>
              <p:nvPr/>
            </p:nvSpPr>
            <p:spPr>
              <a:xfrm>
                <a:off x="4753854" y="931436"/>
                <a:ext cx="363500" cy="425800"/>
              </a:xfrm>
              <a:custGeom>
                <a:avLst/>
                <a:gdLst/>
                <a:ahLst/>
                <a:cxnLst/>
                <a:rect l="l" t="t" r="r" b="b"/>
                <a:pathLst>
                  <a:path w="14540" h="17032" extrusionOk="0">
                    <a:moveTo>
                      <a:pt x="9992" y="0"/>
                    </a:moveTo>
                    <a:cubicBezTo>
                      <a:pt x="9399" y="0"/>
                      <a:pt x="8727" y="205"/>
                      <a:pt x="8019" y="587"/>
                    </a:cubicBezTo>
                    <a:cubicBezTo>
                      <a:pt x="7291" y="974"/>
                      <a:pt x="6527" y="1549"/>
                      <a:pt x="5774" y="2279"/>
                    </a:cubicBezTo>
                    <a:cubicBezTo>
                      <a:pt x="4819" y="3197"/>
                      <a:pt x="3880" y="4363"/>
                      <a:pt x="3050" y="5709"/>
                    </a:cubicBezTo>
                    <a:cubicBezTo>
                      <a:pt x="2961" y="5855"/>
                      <a:pt x="2874" y="6000"/>
                      <a:pt x="2787" y="6147"/>
                    </a:cubicBezTo>
                    <a:cubicBezTo>
                      <a:pt x="455" y="10156"/>
                      <a:pt x="1" y="14196"/>
                      <a:pt x="1805" y="15309"/>
                    </a:cubicBezTo>
                    <a:lnTo>
                      <a:pt x="4130" y="16743"/>
                    </a:lnTo>
                    <a:cubicBezTo>
                      <a:pt x="4446" y="16938"/>
                      <a:pt x="4810" y="17031"/>
                      <a:pt x="5210" y="17031"/>
                    </a:cubicBezTo>
                    <a:cubicBezTo>
                      <a:pt x="7100" y="17031"/>
                      <a:pt x="9786" y="14958"/>
                      <a:pt x="11880" y="11753"/>
                    </a:cubicBezTo>
                    <a:cubicBezTo>
                      <a:pt x="11972" y="11612"/>
                      <a:pt x="12064" y="11468"/>
                      <a:pt x="12153" y="11323"/>
                    </a:cubicBezTo>
                    <a:cubicBezTo>
                      <a:pt x="12982" y="9977"/>
                      <a:pt x="13604" y="8614"/>
                      <a:pt x="13999" y="7350"/>
                    </a:cubicBezTo>
                    <a:cubicBezTo>
                      <a:pt x="14308" y="6350"/>
                      <a:pt x="14480" y="5410"/>
                      <a:pt x="14501" y="4587"/>
                    </a:cubicBezTo>
                    <a:cubicBezTo>
                      <a:pt x="14540" y="3239"/>
                      <a:pt x="14180" y="2206"/>
                      <a:pt x="13396" y="1722"/>
                    </a:cubicBezTo>
                    <a:lnTo>
                      <a:pt x="11070" y="287"/>
                    </a:lnTo>
                    <a:cubicBezTo>
                      <a:pt x="10756" y="93"/>
                      <a:pt x="10392" y="0"/>
                      <a:pt x="99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57"/>
              <p:cNvSpPr/>
              <p:nvPr/>
            </p:nvSpPr>
            <p:spPr>
              <a:xfrm>
                <a:off x="4898179" y="946086"/>
                <a:ext cx="218225" cy="169125"/>
              </a:xfrm>
              <a:custGeom>
                <a:avLst/>
                <a:gdLst/>
                <a:ahLst/>
                <a:cxnLst/>
                <a:rect l="l" t="t" r="r" b="b"/>
                <a:pathLst>
                  <a:path w="8729" h="6765" extrusionOk="0">
                    <a:moveTo>
                      <a:pt x="2246" y="1"/>
                    </a:moveTo>
                    <a:cubicBezTo>
                      <a:pt x="1518" y="388"/>
                      <a:pt x="754" y="963"/>
                      <a:pt x="1" y="1693"/>
                    </a:cubicBezTo>
                    <a:cubicBezTo>
                      <a:pt x="294" y="1878"/>
                      <a:pt x="588" y="2060"/>
                      <a:pt x="888" y="2246"/>
                    </a:cubicBezTo>
                    <a:lnTo>
                      <a:pt x="7330" y="6219"/>
                    </a:lnTo>
                    <a:cubicBezTo>
                      <a:pt x="7631" y="6405"/>
                      <a:pt x="7931" y="6588"/>
                      <a:pt x="8226" y="6764"/>
                    </a:cubicBezTo>
                    <a:cubicBezTo>
                      <a:pt x="8535" y="5764"/>
                      <a:pt x="8707" y="4824"/>
                      <a:pt x="8728" y="4001"/>
                    </a:cubicBezTo>
                    <a:cubicBezTo>
                      <a:pt x="8720" y="3994"/>
                      <a:pt x="8715" y="3992"/>
                      <a:pt x="8707" y="3988"/>
                    </a:cubicBezTo>
                    <a:lnTo>
                      <a:pt x="2267" y="13"/>
                    </a:lnTo>
                    <a:lnTo>
                      <a:pt x="2246"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57"/>
              <p:cNvSpPr/>
              <p:nvPr/>
            </p:nvSpPr>
            <p:spPr>
              <a:xfrm>
                <a:off x="4753854" y="1085086"/>
                <a:ext cx="297025" cy="272150"/>
              </a:xfrm>
              <a:custGeom>
                <a:avLst/>
                <a:gdLst/>
                <a:ahLst/>
                <a:cxnLst/>
                <a:rect l="l" t="t" r="r" b="b"/>
                <a:pathLst>
                  <a:path w="11881" h="10886" extrusionOk="0">
                    <a:moveTo>
                      <a:pt x="2787" y="1"/>
                    </a:moveTo>
                    <a:cubicBezTo>
                      <a:pt x="455" y="4010"/>
                      <a:pt x="1" y="8050"/>
                      <a:pt x="1805" y="9163"/>
                    </a:cubicBezTo>
                    <a:lnTo>
                      <a:pt x="4130" y="10597"/>
                    </a:lnTo>
                    <a:cubicBezTo>
                      <a:pt x="4446" y="10792"/>
                      <a:pt x="4810" y="10885"/>
                      <a:pt x="5210" y="10885"/>
                    </a:cubicBezTo>
                    <a:cubicBezTo>
                      <a:pt x="7101" y="10885"/>
                      <a:pt x="9787" y="8812"/>
                      <a:pt x="11880" y="5607"/>
                    </a:cubicBezTo>
                    <a:cubicBezTo>
                      <a:pt x="11461" y="5317"/>
                      <a:pt x="11027" y="5033"/>
                      <a:pt x="10578" y="4755"/>
                    </a:cubicBezTo>
                    <a:lnTo>
                      <a:pt x="4135" y="782"/>
                    </a:lnTo>
                    <a:cubicBezTo>
                      <a:pt x="3685" y="505"/>
                      <a:pt x="3234" y="241"/>
                      <a:pt x="27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57"/>
              <p:cNvSpPr/>
              <p:nvPr/>
            </p:nvSpPr>
            <p:spPr>
              <a:xfrm>
                <a:off x="4750529" y="929786"/>
                <a:ext cx="314975" cy="388750"/>
              </a:xfrm>
              <a:custGeom>
                <a:avLst/>
                <a:gdLst/>
                <a:ahLst/>
                <a:cxnLst/>
                <a:rect l="l" t="t" r="r" b="b"/>
                <a:pathLst>
                  <a:path w="12599" h="15550" extrusionOk="0">
                    <a:moveTo>
                      <a:pt x="10066" y="1"/>
                    </a:moveTo>
                    <a:cubicBezTo>
                      <a:pt x="8152" y="1"/>
                      <a:pt x="5327" y="2296"/>
                      <a:pt x="3181" y="5774"/>
                    </a:cubicBezTo>
                    <a:cubicBezTo>
                      <a:pt x="623" y="9921"/>
                      <a:pt x="1" y="14181"/>
                      <a:pt x="1794" y="15286"/>
                    </a:cubicBezTo>
                    <a:cubicBezTo>
                      <a:pt x="2083" y="15464"/>
                      <a:pt x="2414" y="15550"/>
                      <a:pt x="2780" y="15550"/>
                    </a:cubicBezTo>
                    <a:cubicBezTo>
                      <a:pt x="2788" y="15550"/>
                      <a:pt x="2797" y="15549"/>
                      <a:pt x="2806" y="15549"/>
                    </a:cubicBezTo>
                    <a:cubicBezTo>
                      <a:pt x="4719" y="15539"/>
                      <a:pt x="7534" y="13246"/>
                      <a:pt x="9674" y="9780"/>
                    </a:cubicBezTo>
                    <a:cubicBezTo>
                      <a:pt x="11812" y="6311"/>
                      <a:pt x="12598" y="2764"/>
                      <a:pt x="11749" y="1050"/>
                    </a:cubicBezTo>
                    <a:cubicBezTo>
                      <a:pt x="11584" y="712"/>
                      <a:pt x="11356" y="446"/>
                      <a:pt x="11061" y="264"/>
                    </a:cubicBezTo>
                    <a:cubicBezTo>
                      <a:pt x="10771" y="86"/>
                      <a:pt x="10436" y="1"/>
                      <a:pt x="100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57"/>
              <p:cNvSpPr/>
              <p:nvPr/>
            </p:nvSpPr>
            <p:spPr>
              <a:xfrm>
                <a:off x="4769579" y="949786"/>
                <a:ext cx="276775" cy="348750"/>
              </a:xfrm>
              <a:custGeom>
                <a:avLst/>
                <a:gdLst/>
                <a:ahLst/>
                <a:cxnLst/>
                <a:rect l="l" t="t" r="r" b="b"/>
                <a:pathLst>
                  <a:path w="11071" h="13950" extrusionOk="0">
                    <a:moveTo>
                      <a:pt x="9077" y="1"/>
                    </a:moveTo>
                    <a:cubicBezTo>
                      <a:pt x="7452" y="1"/>
                      <a:pt x="4933" y="2131"/>
                      <a:pt x="2969" y="5313"/>
                    </a:cubicBezTo>
                    <a:cubicBezTo>
                      <a:pt x="663" y="9053"/>
                      <a:pt x="0" y="12829"/>
                      <a:pt x="1488" y="13747"/>
                    </a:cubicBezTo>
                    <a:cubicBezTo>
                      <a:pt x="1711" y="13884"/>
                      <a:pt x="1967" y="13950"/>
                      <a:pt x="2249" y="13950"/>
                    </a:cubicBezTo>
                    <a:cubicBezTo>
                      <a:pt x="2279" y="13950"/>
                      <a:pt x="2309" y="13949"/>
                      <a:pt x="2340" y="13948"/>
                    </a:cubicBezTo>
                    <a:cubicBezTo>
                      <a:pt x="3967" y="13877"/>
                      <a:pt x="6434" y="11766"/>
                      <a:pt x="8362" y="8640"/>
                    </a:cubicBezTo>
                    <a:cubicBezTo>
                      <a:pt x="10290" y="5512"/>
                      <a:pt x="11071" y="2360"/>
                      <a:pt x="10403" y="874"/>
                    </a:cubicBezTo>
                    <a:cubicBezTo>
                      <a:pt x="10274" y="581"/>
                      <a:pt x="10088" y="354"/>
                      <a:pt x="9842" y="203"/>
                    </a:cubicBezTo>
                    <a:cubicBezTo>
                      <a:pt x="9620" y="66"/>
                      <a:pt x="9362" y="1"/>
                      <a:pt x="9077" y="1"/>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90" name="Google Shape;3190;p57"/>
          <p:cNvGrpSpPr/>
          <p:nvPr/>
        </p:nvGrpSpPr>
        <p:grpSpPr>
          <a:xfrm>
            <a:off x="-924084" y="1969751"/>
            <a:ext cx="2317355" cy="2610401"/>
            <a:chOff x="4570175" y="3245675"/>
            <a:chExt cx="600600" cy="676550"/>
          </a:xfrm>
        </p:grpSpPr>
        <p:sp>
          <p:nvSpPr>
            <p:cNvPr id="3191" name="Google Shape;3191;p57"/>
            <p:cNvSpPr/>
            <p:nvPr/>
          </p:nvSpPr>
          <p:spPr>
            <a:xfrm>
              <a:off x="4570175" y="3245675"/>
              <a:ext cx="600600" cy="676550"/>
            </a:xfrm>
            <a:custGeom>
              <a:avLst/>
              <a:gdLst/>
              <a:ahLst/>
              <a:cxnLst/>
              <a:rect l="l" t="t" r="r" b="b"/>
              <a:pathLst>
                <a:path w="24024" h="27062" extrusionOk="0">
                  <a:moveTo>
                    <a:pt x="11074" y="1"/>
                  </a:moveTo>
                  <a:cubicBezTo>
                    <a:pt x="10857" y="1"/>
                    <a:pt x="10638" y="60"/>
                    <a:pt x="10440" y="183"/>
                  </a:cubicBezTo>
                  <a:lnTo>
                    <a:pt x="738" y="6211"/>
                  </a:lnTo>
                  <a:cubicBezTo>
                    <a:pt x="174" y="6562"/>
                    <a:pt x="0" y="7307"/>
                    <a:pt x="351" y="7872"/>
                  </a:cubicBezTo>
                  <a:lnTo>
                    <a:pt x="11924" y="26493"/>
                  </a:lnTo>
                  <a:cubicBezTo>
                    <a:pt x="12152" y="26860"/>
                    <a:pt x="12546" y="27062"/>
                    <a:pt x="12949" y="27062"/>
                  </a:cubicBezTo>
                  <a:cubicBezTo>
                    <a:pt x="13166" y="27062"/>
                    <a:pt x="13386" y="27003"/>
                    <a:pt x="13584" y="26880"/>
                  </a:cubicBezTo>
                  <a:lnTo>
                    <a:pt x="23286" y="20850"/>
                  </a:lnTo>
                  <a:cubicBezTo>
                    <a:pt x="23851" y="20499"/>
                    <a:pt x="24023" y="19756"/>
                    <a:pt x="23672" y="19192"/>
                  </a:cubicBezTo>
                  <a:lnTo>
                    <a:pt x="12099" y="571"/>
                  </a:lnTo>
                  <a:cubicBezTo>
                    <a:pt x="11871" y="204"/>
                    <a:pt x="11477" y="1"/>
                    <a:pt x="110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57"/>
            <p:cNvSpPr/>
            <p:nvPr/>
          </p:nvSpPr>
          <p:spPr>
            <a:xfrm>
              <a:off x="4661800" y="34119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57"/>
            <p:cNvSpPr/>
            <p:nvPr/>
          </p:nvSpPr>
          <p:spPr>
            <a:xfrm>
              <a:off x="4655050" y="34091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57"/>
            <p:cNvSpPr/>
            <p:nvPr/>
          </p:nvSpPr>
          <p:spPr>
            <a:xfrm>
              <a:off x="4674275" y="34316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57"/>
            <p:cNvSpPr/>
            <p:nvPr/>
          </p:nvSpPr>
          <p:spPr>
            <a:xfrm>
              <a:off x="4734275" y="3528525"/>
              <a:ext cx="83800" cy="73425"/>
            </a:xfrm>
            <a:custGeom>
              <a:avLst/>
              <a:gdLst/>
              <a:ahLst/>
              <a:cxnLst/>
              <a:rect l="l" t="t" r="r" b="b"/>
              <a:pathLst>
                <a:path w="3352" h="2937" extrusionOk="0">
                  <a:moveTo>
                    <a:pt x="1675" y="1"/>
                  </a:moveTo>
                  <a:cubicBezTo>
                    <a:pt x="1411" y="1"/>
                    <a:pt x="1143" y="72"/>
                    <a:pt x="902" y="222"/>
                  </a:cubicBezTo>
                  <a:cubicBezTo>
                    <a:pt x="212" y="650"/>
                    <a:pt x="1" y="1554"/>
                    <a:pt x="429" y="2243"/>
                  </a:cubicBezTo>
                  <a:cubicBezTo>
                    <a:pt x="707" y="2690"/>
                    <a:pt x="1187" y="2936"/>
                    <a:pt x="1677" y="2936"/>
                  </a:cubicBezTo>
                  <a:cubicBezTo>
                    <a:pt x="1942" y="2936"/>
                    <a:pt x="2210" y="2865"/>
                    <a:pt x="2451" y="2715"/>
                  </a:cubicBezTo>
                  <a:cubicBezTo>
                    <a:pt x="3140" y="2287"/>
                    <a:pt x="3352" y="1383"/>
                    <a:pt x="2923" y="694"/>
                  </a:cubicBezTo>
                  <a:cubicBezTo>
                    <a:pt x="2646" y="246"/>
                    <a:pt x="2166" y="1"/>
                    <a:pt x="16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57"/>
            <p:cNvSpPr/>
            <p:nvPr/>
          </p:nvSpPr>
          <p:spPr>
            <a:xfrm>
              <a:off x="4727525" y="3525750"/>
              <a:ext cx="83775" cy="73425"/>
            </a:xfrm>
            <a:custGeom>
              <a:avLst/>
              <a:gdLst/>
              <a:ahLst/>
              <a:cxnLst/>
              <a:rect l="l" t="t" r="r" b="b"/>
              <a:pathLst>
                <a:path w="3351" h="2937" extrusionOk="0">
                  <a:moveTo>
                    <a:pt x="1674" y="1"/>
                  </a:moveTo>
                  <a:cubicBezTo>
                    <a:pt x="1410" y="1"/>
                    <a:pt x="1142" y="72"/>
                    <a:pt x="900" y="222"/>
                  </a:cubicBezTo>
                  <a:cubicBezTo>
                    <a:pt x="212" y="650"/>
                    <a:pt x="0" y="1554"/>
                    <a:pt x="429" y="2243"/>
                  </a:cubicBezTo>
                  <a:cubicBezTo>
                    <a:pt x="707" y="2691"/>
                    <a:pt x="1186" y="2937"/>
                    <a:pt x="1677" y="2937"/>
                  </a:cubicBezTo>
                  <a:cubicBezTo>
                    <a:pt x="1941" y="2937"/>
                    <a:pt x="2209" y="2865"/>
                    <a:pt x="2450" y="2715"/>
                  </a:cubicBezTo>
                  <a:cubicBezTo>
                    <a:pt x="3139" y="2287"/>
                    <a:pt x="3350" y="1383"/>
                    <a:pt x="2922" y="694"/>
                  </a:cubicBezTo>
                  <a:cubicBezTo>
                    <a:pt x="2644" y="247"/>
                    <a:pt x="2165" y="1"/>
                    <a:pt x="16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57"/>
            <p:cNvSpPr/>
            <p:nvPr/>
          </p:nvSpPr>
          <p:spPr>
            <a:xfrm>
              <a:off x="4746750" y="3548250"/>
              <a:ext cx="45525" cy="28300"/>
            </a:xfrm>
            <a:custGeom>
              <a:avLst/>
              <a:gdLst/>
              <a:ahLst/>
              <a:cxnLst/>
              <a:rect l="l" t="t" r="r" b="b"/>
              <a:pathLst>
                <a:path w="1821" h="1132" extrusionOk="0">
                  <a:moveTo>
                    <a:pt x="1821" y="0"/>
                  </a:moveTo>
                  <a:lnTo>
                    <a:pt x="1821" y="0"/>
                  </a:lnTo>
                  <a:cubicBezTo>
                    <a:pt x="1475" y="120"/>
                    <a:pt x="1161" y="294"/>
                    <a:pt x="857" y="480"/>
                  </a:cubicBezTo>
                  <a:cubicBezTo>
                    <a:pt x="554" y="672"/>
                    <a:pt x="262" y="876"/>
                    <a:pt x="0" y="1131"/>
                  </a:cubicBezTo>
                  <a:cubicBezTo>
                    <a:pt x="346" y="1010"/>
                    <a:pt x="658" y="837"/>
                    <a:pt x="964" y="651"/>
                  </a:cubicBezTo>
                  <a:cubicBezTo>
                    <a:pt x="1265" y="460"/>
                    <a:pt x="1560" y="257"/>
                    <a:pt x="182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57"/>
            <p:cNvSpPr/>
            <p:nvPr/>
          </p:nvSpPr>
          <p:spPr>
            <a:xfrm>
              <a:off x="4806750" y="3645125"/>
              <a:ext cx="83775" cy="73450"/>
            </a:xfrm>
            <a:custGeom>
              <a:avLst/>
              <a:gdLst/>
              <a:ahLst/>
              <a:cxnLst/>
              <a:rect l="l" t="t" r="r" b="b"/>
              <a:pathLst>
                <a:path w="3351" h="2938" extrusionOk="0">
                  <a:moveTo>
                    <a:pt x="1675" y="1"/>
                  </a:moveTo>
                  <a:cubicBezTo>
                    <a:pt x="1410" y="1"/>
                    <a:pt x="1143" y="72"/>
                    <a:pt x="902" y="222"/>
                  </a:cubicBezTo>
                  <a:cubicBezTo>
                    <a:pt x="212" y="650"/>
                    <a:pt x="1" y="1555"/>
                    <a:pt x="429" y="2244"/>
                  </a:cubicBezTo>
                  <a:cubicBezTo>
                    <a:pt x="707" y="2691"/>
                    <a:pt x="1186" y="2937"/>
                    <a:pt x="1677" y="2937"/>
                  </a:cubicBezTo>
                  <a:cubicBezTo>
                    <a:pt x="1941" y="2937"/>
                    <a:pt x="2209" y="2866"/>
                    <a:pt x="2451" y="2715"/>
                  </a:cubicBezTo>
                  <a:cubicBezTo>
                    <a:pt x="3139" y="2287"/>
                    <a:pt x="3351" y="1383"/>
                    <a:pt x="2922" y="695"/>
                  </a:cubicBezTo>
                  <a:cubicBezTo>
                    <a:pt x="2645" y="247"/>
                    <a:pt x="2166" y="1"/>
                    <a:pt x="16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57"/>
            <p:cNvSpPr/>
            <p:nvPr/>
          </p:nvSpPr>
          <p:spPr>
            <a:xfrm>
              <a:off x="4800000" y="3642350"/>
              <a:ext cx="83775" cy="73425"/>
            </a:xfrm>
            <a:custGeom>
              <a:avLst/>
              <a:gdLst/>
              <a:ahLst/>
              <a:cxnLst/>
              <a:rect l="l" t="t" r="r" b="b"/>
              <a:pathLst>
                <a:path w="3351" h="2937" extrusionOk="0">
                  <a:moveTo>
                    <a:pt x="1673" y="1"/>
                  </a:moveTo>
                  <a:cubicBezTo>
                    <a:pt x="1409" y="1"/>
                    <a:pt x="1141" y="72"/>
                    <a:pt x="900" y="221"/>
                  </a:cubicBezTo>
                  <a:cubicBezTo>
                    <a:pt x="212" y="649"/>
                    <a:pt x="0" y="1554"/>
                    <a:pt x="429" y="2242"/>
                  </a:cubicBezTo>
                  <a:cubicBezTo>
                    <a:pt x="707" y="2690"/>
                    <a:pt x="1186" y="2937"/>
                    <a:pt x="1676" y="2937"/>
                  </a:cubicBezTo>
                  <a:cubicBezTo>
                    <a:pt x="1941" y="2937"/>
                    <a:pt x="2208" y="2865"/>
                    <a:pt x="2449" y="2715"/>
                  </a:cubicBezTo>
                  <a:cubicBezTo>
                    <a:pt x="3139" y="2287"/>
                    <a:pt x="3350" y="1382"/>
                    <a:pt x="2922" y="693"/>
                  </a:cubicBezTo>
                  <a:cubicBezTo>
                    <a:pt x="2643" y="246"/>
                    <a:pt x="2164" y="1"/>
                    <a:pt x="16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57"/>
            <p:cNvSpPr/>
            <p:nvPr/>
          </p:nvSpPr>
          <p:spPr>
            <a:xfrm>
              <a:off x="4819225" y="3664825"/>
              <a:ext cx="45500" cy="28300"/>
            </a:xfrm>
            <a:custGeom>
              <a:avLst/>
              <a:gdLst/>
              <a:ahLst/>
              <a:cxnLst/>
              <a:rect l="l" t="t" r="r" b="b"/>
              <a:pathLst>
                <a:path w="1820" h="1132" extrusionOk="0">
                  <a:moveTo>
                    <a:pt x="1820" y="1"/>
                  </a:moveTo>
                  <a:cubicBezTo>
                    <a:pt x="1474" y="120"/>
                    <a:pt x="1161" y="295"/>
                    <a:pt x="857" y="481"/>
                  </a:cubicBezTo>
                  <a:cubicBezTo>
                    <a:pt x="554" y="673"/>
                    <a:pt x="261" y="877"/>
                    <a:pt x="0" y="1132"/>
                  </a:cubicBezTo>
                  <a:cubicBezTo>
                    <a:pt x="346" y="1012"/>
                    <a:pt x="657" y="838"/>
                    <a:pt x="963" y="652"/>
                  </a:cubicBezTo>
                  <a:cubicBezTo>
                    <a:pt x="1265" y="461"/>
                    <a:pt x="1559" y="258"/>
                    <a:pt x="1820"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57"/>
            <p:cNvSpPr/>
            <p:nvPr/>
          </p:nvSpPr>
          <p:spPr>
            <a:xfrm>
              <a:off x="4879225" y="3761725"/>
              <a:ext cx="83775" cy="73425"/>
            </a:xfrm>
            <a:custGeom>
              <a:avLst/>
              <a:gdLst/>
              <a:ahLst/>
              <a:cxnLst/>
              <a:rect l="l" t="t" r="r" b="b"/>
              <a:pathLst>
                <a:path w="3351" h="2937" extrusionOk="0">
                  <a:moveTo>
                    <a:pt x="1675" y="1"/>
                  </a:moveTo>
                  <a:cubicBezTo>
                    <a:pt x="1410" y="1"/>
                    <a:pt x="1142" y="72"/>
                    <a:pt x="900" y="222"/>
                  </a:cubicBezTo>
                  <a:cubicBezTo>
                    <a:pt x="212" y="650"/>
                    <a:pt x="1" y="1554"/>
                    <a:pt x="429" y="2243"/>
                  </a:cubicBezTo>
                  <a:cubicBezTo>
                    <a:pt x="707" y="2691"/>
                    <a:pt x="1186" y="2937"/>
                    <a:pt x="1677" y="2937"/>
                  </a:cubicBezTo>
                  <a:cubicBezTo>
                    <a:pt x="1941" y="2937"/>
                    <a:pt x="2209" y="2865"/>
                    <a:pt x="2450" y="2715"/>
                  </a:cubicBezTo>
                  <a:cubicBezTo>
                    <a:pt x="3139" y="2287"/>
                    <a:pt x="3350" y="1383"/>
                    <a:pt x="2922" y="693"/>
                  </a:cubicBezTo>
                  <a:cubicBezTo>
                    <a:pt x="2645" y="246"/>
                    <a:pt x="2165" y="1"/>
                    <a:pt x="16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57"/>
            <p:cNvSpPr/>
            <p:nvPr/>
          </p:nvSpPr>
          <p:spPr>
            <a:xfrm>
              <a:off x="4872450" y="3758925"/>
              <a:ext cx="83775" cy="73475"/>
            </a:xfrm>
            <a:custGeom>
              <a:avLst/>
              <a:gdLst/>
              <a:ahLst/>
              <a:cxnLst/>
              <a:rect l="l" t="t" r="r" b="b"/>
              <a:pathLst>
                <a:path w="3351" h="2939" extrusionOk="0">
                  <a:moveTo>
                    <a:pt x="1674" y="1"/>
                  </a:moveTo>
                  <a:cubicBezTo>
                    <a:pt x="1410" y="1"/>
                    <a:pt x="1142" y="72"/>
                    <a:pt x="901" y="222"/>
                  </a:cubicBezTo>
                  <a:cubicBezTo>
                    <a:pt x="212" y="651"/>
                    <a:pt x="0" y="1556"/>
                    <a:pt x="428" y="2244"/>
                  </a:cubicBezTo>
                  <a:cubicBezTo>
                    <a:pt x="707" y="2692"/>
                    <a:pt x="1186" y="2938"/>
                    <a:pt x="1677" y="2938"/>
                  </a:cubicBezTo>
                  <a:cubicBezTo>
                    <a:pt x="1941" y="2938"/>
                    <a:pt x="2209" y="2867"/>
                    <a:pt x="2450" y="2717"/>
                  </a:cubicBezTo>
                  <a:cubicBezTo>
                    <a:pt x="3139" y="2288"/>
                    <a:pt x="3351" y="1383"/>
                    <a:pt x="2923" y="695"/>
                  </a:cubicBezTo>
                  <a:cubicBezTo>
                    <a:pt x="2644" y="247"/>
                    <a:pt x="2165" y="1"/>
                    <a:pt x="16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57"/>
            <p:cNvSpPr/>
            <p:nvPr/>
          </p:nvSpPr>
          <p:spPr>
            <a:xfrm>
              <a:off x="4891650" y="3781450"/>
              <a:ext cx="45550" cy="28300"/>
            </a:xfrm>
            <a:custGeom>
              <a:avLst/>
              <a:gdLst/>
              <a:ahLst/>
              <a:cxnLst/>
              <a:rect l="l" t="t" r="r" b="b"/>
              <a:pathLst>
                <a:path w="1822" h="1132" extrusionOk="0">
                  <a:moveTo>
                    <a:pt x="1821" y="0"/>
                  </a:moveTo>
                  <a:lnTo>
                    <a:pt x="1821" y="0"/>
                  </a:lnTo>
                  <a:cubicBezTo>
                    <a:pt x="1476" y="120"/>
                    <a:pt x="1162" y="295"/>
                    <a:pt x="858" y="480"/>
                  </a:cubicBezTo>
                  <a:cubicBezTo>
                    <a:pt x="556" y="672"/>
                    <a:pt x="263" y="877"/>
                    <a:pt x="1" y="1131"/>
                  </a:cubicBezTo>
                  <a:cubicBezTo>
                    <a:pt x="347" y="1011"/>
                    <a:pt x="659" y="837"/>
                    <a:pt x="965" y="652"/>
                  </a:cubicBezTo>
                  <a:cubicBezTo>
                    <a:pt x="1267" y="461"/>
                    <a:pt x="1561" y="256"/>
                    <a:pt x="182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57"/>
            <p:cNvSpPr/>
            <p:nvPr/>
          </p:nvSpPr>
          <p:spPr>
            <a:xfrm>
              <a:off x="4784750" y="3335525"/>
              <a:ext cx="83800" cy="73450"/>
            </a:xfrm>
            <a:custGeom>
              <a:avLst/>
              <a:gdLst/>
              <a:ahLst/>
              <a:cxnLst/>
              <a:rect l="l" t="t" r="r" b="b"/>
              <a:pathLst>
                <a:path w="3352" h="2938" extrusionOk="0">
                  <a:moveTo>
                    <a:pt x="1674" y="1"/>
                  </a:moveTo>
                  <a:cubicBezTo>
                    <a:pt x="1410" y="1"/>
                    <a:pt x="1142" y="72"/>
                    <a:pt x="901" y="222"/>
                  </a:cubicBezTo>
                  <a:cubicBezTo>
                    <a:pt x="213" y="651"/>
                    <a:pt x="0" y="1555"/>
                    <a:pt x="430" y="2244"/>
                  </a:cubicBezTo>
                  <a:cubicBezTo>
                    <a:pt x="708" y="2691"/>
                    <a:pt x="1187" y="2937"/>
                    <a:pt x="1677" y="2937"/>
                  </a:cubicBezTo>
                  <a:cubicBezTo>
                    <a:pt x="1942" y="2937"/>
                    <a:pt x="2209" y="2866"/>
                    <a:pt x="2450" y="2716"/>
                  </a:cubicBezTo>
                  <a:cubicBezTo>
                    <a:pt x="3140" y="2287"/>
                    <a:pt x="3351" y="1383"/>
                    <a:pt x="2923" y="695"/>
                  </a:cubicBezTo>
                  <a:cubicBezTo>
                    <a:pt x="2645" y="247"/>
                    <a:pt x="2165" y="1"/>
                    <a:pt x="16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57"/>
            <p:cNvSpPr/>
            <p:nvPr/>
          </p:nvSpPr>
          <p:spPr>
            <a:xfrm>
              <a:off x="4777950" y="3332750"/>
              <a:ext cx="83775" cy="73425"/>
            </a:xfrm>
            <a:custGeom>
              <a:avLst/>
              <a:gdLst/>
              <a:ahLst/>
              <a:cxnLst/>
              <a:rect l="l" t="t" r="r" b="b"/>
              <a:pathLst>
                <a:path w="3351" h="2937" extrusionOk="0">
                  <a:moveTo>
                    <a:pt x="1673" y="0"/>
                  </a:moveTo>
                  <a:cubicBezTo>
                    <a:pt x="1409" y="0"/>
                    <a:pt x="1142" y="71"/>
                    <a:pt x="901" y="221"/>
                  </a:cubicBezTo>
                  <a:cubicBezTo>
                    <a:pt x="213" y="649"/>
                    <a:pt x="1" y="1554"/>
                    <a:pt x="429" y="2242"/>
                  </a:cubicBezTo>
                  <a:cubicBezTo>
                    <a:pt x="708" y="2690"/>
                    <a:pt x="1187" y="2937"/>
                    <a:pt x="1677" y="2937"/>
                  </a:cubicBezTo>
                  <a:cubicBezTo>
                    <a:pt x="1942" y="2937"/>
                    <a:pt x="2209" y="2865"/>
                    <a:pt x="2451" y="2715"/>
                  </a:cubicBezTo>
                  <a:cubicBezTo>
                    <a:pt x="3139" y="2287"/>
                    <a:pt x="3351" y="1382"/>
                    <a:pt x="2923" y="693"/>
                  </a:cubicBezTo>
                  <a:cubicBezTo>
                    <a:pt x="2644" y="246"/>
                    <a:pt x="2164" y="0"/>
                    <a:pt x="1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57"/>
            <p:cNvSpPr/>
            <p:nvPr/>
          </p:nvSpPr>
          <p:spPr>
            <a:xfrm>
              <a:off x="4797175" y="3355250"/>
              <a:ext cx="45550" cy="28300"/>
            </a:xfrm>
            <a:custGeom>
              <a:avLst/>
              <a:gdLst/>
              <a:ahLst/>
              <a:cxnLst/>
              <a:rect l="l" t="t" r="r" b="b"/>
              <a:pathLst>
                <a:path w="1822" h="1132" extrusionOk="0">
                  <a:moveTo>
                    <a:pt x="1821" y="1"/>
                  </a:moveTo>
                  <a:cubicBezTo>
                    <a:pt x="1476" y="121"/>
                    <a:pt x="1162" y="295"/>
                    <a:pt x="857" y="481"/>
                  </a:cubicBezTo>
                  <a:cubicBezTo>
                    <a:pt x="555" y="673"/>
                    <a:pt x="263" y="877"/>
                    <a:pt x="1" y="1132"/>
                  </a:cubicBezTo>
                  <a:cubicBezTo>
                    <a:pt x="347" y="1011"/>
                    <a:pt x="658" y="837"/>
                    <a:pt x="965" y="652"/>
                  </a:cubicBezTo>
                  <a:cubicBezTo>
                    <a:pt x="1266" y="461"/>
                    <a:pt x="1560" y="258"/>
                    <a:pt x="1821"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57"/>
            <p:cNvSpPr/>
            <p:nvPr/>
          </p:nvSpPr>
          <p:spPr>
            <a:xfrm>
              <a:off x="4857225" y="3452125"/>
              <a:ext cx="83800" cy="73425"/>
            </a:xfrm>
            <a:custGeom>
              <a:avLst/>
              <a:gdLst/>
              <a:ahLst/>
              <a:cxnLst/>
              <a:rect l="l" t="t" r="r" b="b"/>
              <a:pathLst>
                <a:path w="3352" h="2937" extrusionOk="0">
                  <a:moveTo>
                    <a:pt x="1673" y="1"/>
                  </a:moveTo>
                  <a:cubicBezTo>
                    <a:pt x="1409" y="1"/>
                    <a:pt x="1142" y="72"/>
                    <a:pt x="901" y="222"/>
                  </a:cubicBezTo>
                  <a:cubicBezTo>
                    <a:pt x="212" y="650"/>
                    <a:pt x="0" y="1554"/>
                    <a:pt x="429" y="2244"/>
                  </a:cubicBezTo>
                  <a:cubicBezTo>
                    <a:pt x="707" y="2691"/>
                    <a:pt x="1186" y="2937"/>
                    <a:pt x="1677" y="2937"/>
                  </a:cubicBezTo>
                  <a:cubicBezTo>
                    <a:pt x="1941" y="2937"/>
                    <a:pt x="2209" y="2865"/>
                    <a:pt x="2450" y="2715"/>
                  </a:cubicBezTo>
                  <a:cubicBezTo>
                    <a:pt x="3140" y="2287"/>
                    <a:pt x="3351" y="1383"/>
                    <a:pt x="2923" y="693"/>
                  </a:cubicBezTo>
                  <a:cubicBezTo>
                    <a:pt x="2644" y="247"/>
                    <a:pt x="2164" y="1"/>
                    <a:pt x="16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57"/>
            <p:cNvSpPr/>
            <p:nvPr/>
          </p:nvSpPr>
          <p:spPr>
            <a:xfrm>
              <a:off x="4850400" y="3449325"/>
              <a:ext cx="83800" cy="73475"/>
            </a:xfrm>
            <a:custGeom>
              <a:avLst/>
              <a:gdLst/>
              <a:ahLst/>
              <a:cxnLst/>
              <a:rect l="l" t="t" r="r" b="b"/>
              <a:pathLst>
                <a:path w="3352" h="2939" extrusionOk="0">
                  <a:moveTo>
                    <a:pt x="1676" y="1"/>
                  </a:moveTo>
                  <a:cubicBezTo>
                    <a:pt x="1411" y="1"/>
                    <a:pt x="1143" y="72"/>
                    <a:pt x="902" y="222"/>
                  </a:cubicBezTo>
                  <a:cubicBezTo>
                    <a:pt x="213" y="651"/>
                    <a:pt x="1" y="1556"/>
                    <a:pt x="430" y="2244"/>
                  </a:cubicBezTo>
                  <a:cubicBezTo>
                    <a:pt x="708" y="2692"/>
                    <a:pt x="1188" y="2938"/>
                    <a:pt x="1678" y="2938"/>
                  </a:cubicBezTo>
                  <a:cubicBezTo>
                    <a:pt x="1942" y="2938"/>
                    <a:pt x="2210" y="2867"/>
                    <a:pt x="2451" y="2717"/>
                  </a:cubicBezTo>
                  <a:cubicBezTo>
                    <a:pt x="3140" y="2288"/>
                    <a:pt x="3352" y="1383"/>
                    <a:pt x="2923" y="695"/>
                  </a:cubicBezTo>
                  <a:cubicBezTo>
                    <a:pt x="2646" y="247"/>
                    <a:pt x="2166" y="1"/>
                    <a:pt x="16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57"/>
            <p:cNvSpPr/>
            <p:nvPr/>
          </p:nvSpPr>
          <p:spPr>
            <a:xfrm>
              <a:off x="4869650" y="3471850"/>
              <a:ext cx="45525" cy="28300"/>
            </a:xfrm>
            <a:custGeom>
              <a:avLst/>
              <a:gdLst/>
              <a:ahLst/>
              <a:cxnLst/>
              <a:rect l="l" t="t" r="r" b="b"/>
              <a:pathLst>
                <a:path w="1821" h="1132" extrusionOk="0">
                  <a:moveTo>
                    <a:pt x="1820" y="0"/>
                  </a:moveTo>
                  <a:lnTo>
                    <a:pt x="1820" y="0"/>
                  </a:lnTo>
                  <a:cubicBezTo>
                    <a:pt x="1474" y="120"/>
                    <a:pt x="1162" y="295"/>
                    <a:pt x="857" y="480"/>
                  </a:cubicBezTo>
                  <a:cubicBezTo>
                    <a:pt x="555" y="672"/>
                    <a:pt x="262" y="877"/>
                    <a:pt x="1" y="1131"/>
                  </a:cubicBezTo>
                  <a:cubicBezTo>
                    <a:pt x="346" y="1011"/>
                    <a:pt x="659" y="837"/>
                    <a:pt x="964" y="652"/>
                  </a:cubicBezTo>
                  <a:cubicBezTo>
                    <a:pt x="1266" y="461"/>
                    <a:pt x="1560" y="256"/>
                    <a:pt x="1820"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57"/>
            <p:cNvSpPr/>
            <p:nvPr/>
          </p:nvSpPr>
          <p:spPr>
            <a:xfrm>
              <a:off x="4929700" y="3568725"/>
              <a:ext cx="83750" cy="73450"/>
            </a:xfrm>
            <a:custGeom>
              <a:avLst/>
              <a:gdLst/>
              <a:ahLst/>
              <a:cxnLst/>
              <a:rect l="l" t="t" r="r" b="b"/>
              <a:pathLst>
                <a:path w="3350" h="2938" extrusionOk="0">
                  <a:moveTo>
                    <a:pt x="1674" y="1"/>
                  </a:moveTo>
                  <a:cubicBezTo>
                    <a:pt x="1409" y="1"/>
                    <a:pt x="1142" y="72"/>
                    <a:pt x="901" y="222"/>
                  </a:cubicBezTo>
                  <a:cubicBezTo>
                    <a:pt x="212" y="651"/>
                    <a:pt x="0" y="1555"/>
                    <a:pt x="428" y="2244"/>
                  </a:cubicBezTo>
                  <a:cubicBezTo>
                    <a:pt x="707" y="2691"/>
                    <a:pt x="1186" y="2937"/>
                    <a:pt x="1676" y="2937"/>
                  </a:cubicBezTo>
                  <a:cubicBezTo>
                    <a:pt x="1941" y="2937"/>
                    <a:pt x="2209" y="2866"/>
                    <a:pt x="2450" y="2716"/>
                  </a:cubicBezTo>
                  <a:cubicBezTo>
                    <a:pt x="3138" y="2287"/>
                    <a:pt x="3350" y="1383"/>
                    <a:pt x="2922" y="694"/>
                  </a:cubicBezTo>
                  <a:cubicBezTo>
                    <a:pt x="2643" y="247"/>
                    <a:pt x="2164" y="1"/>
                    <a:pt x="16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57"/>
            <p:cNvSpPr/>
            <p:nvPr/>
          </p:nvSpPr>
          <p:spPr>
            <a:xfrm>
              <a:off x="4922875" y="3565950"/>
              <a:ext cx="83800" cy="73450"/>
            </a:xfrm>
            <a:custGeom>
              <a:avLst/>
              <a:gdLst/>
              <a:ahLst/>
              <a:cxnLst/>
              <a:rect l="l" t="t" r="r" b="b"/>
              <a:pathLst>
                <a:path w="3352" h="2938" extrusionOk="0">
                  <a:moveTo>
                    <a:pt x="1675" y="0"/>
                  </a:moveTo>
                  <a:cubicBezTo>
                    <a:pt x="1410" y="0"/>
                    <a:pt x="1143" y="72"/>
                    <a:pt x="902" y="222"/>
                  </a:cubicBezTo>
                  <a:cubicBezTo>
                    <a:pt x="212" y="650"/>
                    <a:pt x="1" y="1555"/>
                    <a:pt x="429" y="2244"/>
                  </a:cubicBezTo>
                  <a:cubicBezTo>
                    <a:pt x="707" y="2692"/>
                    <a:pt x="1187" y="2938"/>
                    <a:pt x="1677" y="2938"/>
                  </a:cubicBezTo>
                  <a:cubicBezTo>
                    <a:pt x="1942" y="2938"/>
                    <a:pt x="2210" y="2866"/>
                    <a:pt x="2451" y="2716"/>
                  </a:cubicBezTo>
                  <a:cubicBezTo>
                    <a:pt x="3139" y="2288"/>
                    <a:pt x="3352" y="1383"/>
                    <a:pt x="2923" y="695"/>
                  </a:cubicBezTo>
                  <a:cubicBezTo>
                    <a:pt x="2646" y="247"/>
                    <a:pt x="2166" y="0"/>
                    <a:pt x="16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57"/>
            <p:cNvSpPr/>
            <p:nvPr/>
          </p:nvSpPr>
          <p:spPr>
            <a:xfrm>
              <a:off x="4942100" y="3588475"/>
              <a:ext cx="45525" cy="28300"/>
            </a:xfrm>
            <a:custGeom>
              <a:avLst/>
              <a:gdLst/>
              <a:ahLst/>
              <a:cxnLst/>
              <a:rect l="l" t="t" r="r" b="b"/>
              <a:pathLst>
                <a:path w="1821" h="1132" extrusionOk="0">
                  <a:moveTo>
                    <a:pt x="1821" y="0"/>
                  </a:moveTo>
                  <a:cubicBezTo>
                    <a:pt x="1475" y="120"/>
                    <a:pt x="1161" y="294"/>
                    <a:pt x="857" y="480"/>
                  </a:cubicBezTo>
                  <a:cubicBezTo>
                    <a:pt x="556" y="672"/>
                    <a:pt x="263" y="876"/>
                    <a:pt x="1" y="1131"/>
                  </a:cubicBezTo>
                  <a:cubicBezTo>
                    <a:pt x="346" y="1010"/>
                    <a:pt x="660" y="837"/>
                    <a:pt x="964" y="651"/>
                  </a:cubicBezTo>
                  <a:cubicBezTo>
                    <a:pt x="1267" y="460"/>
                    <a:pt x="1561" y="256"/>
                    <a:pt x="1821"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57"/>
            <p:cNvSpPr/>
            <p:nvPr/>
          </p:nvSpPr>
          <p:spPr>
            <a:xfrm>
              <a:off x="5002150" y="3685350"/>
              <a:ext cx="83775" cy="73400"/>
            </a:xfrm>
            <a:custGeom>
              <a:avLst/>
              <a:gdLst/>
              <a:ahLst/>
              <a:cxnLst/>
              <a:rect l="l" t="t" r="r" b="b"/>
              <a:pathLst>
                <a:path w="3351" h="2936" extrusionOk="0">
                  <a:moveTo>
                    <a:pt x="1674" y="0"/>
                  </a:moveTo>
                  <a:cubicBezTo>
                    <a:pt x="1409" y="0"/>
                    <a:pt x="1142" y="71"/>
                    <a:pt x="901" y="221"/>
                  </a:cubicBezTo>
                  <a:cubicBezTo>
                    <a:pt x="213" y="649"/>
                    <a:pt x="1" y="1553"/>
                    <a:pt x="429" y="2242"/>
                  </a:cubicBezTo>
                  <a:cubicBezTo>
                    <a:pt x="708" y="2690"/>
                    <a:pt x="1187" y="2936"/>
                    <a:pt x="1677" y="2936"/>
                  </a:cubicBezTo>
                  <a:cubicBezTo>
                    <a:pt x="1942" y="2936"/>
                    <a:pt x="2210" y="2864"/>
                    <a:pt x="2451" y="2714"/>
                  </a:cubicBezTo>
                  <a:cubicBezTo>
                    <a:pt x="3139" y="2286"/>
                    <a:pt x="3351" y="1382"/>
                    <a:pt x="2923" y="693"/>
                  </a:cubicBezTo>
                  <a:cubicBezTo>
                    <a:pt x="2644" y="246"/>
                    <a:pt x="2164" y="0"/>
                    <a:pt x="1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57"/>
            <p:cNvSpPr/>
            <p:nvPr/>
          </p:nvSpPr>
          <p:spPr>
            <a:xfrm>
              <a:off x="4995350" y="3682550"/>
              <a:ext cx="83775" cy="73425"/>
            </a:xfrm>
            <a:custGeom>
              <a:avLst/>
              <a:gdLst/>
              <a:ahLst/>
              <a:cxnLst/>
              <a:rect l="l" t="t" r="r" b="b"/>
              <a:pathLst>
                <a:path w="3351" h="2937" extrusionOk="0">
                  <a:moveTo>
                    <a:pt x="1675" y="1"/>
                  </a:moveTo>
                  <a:cubicBezTo>
                    <a:pt x="1410" y="1"/>
                    <a:pt x="1143" y="72"/>
                    <a:pt x="901" y="222"/>
                  </a:cubicBezTo>
                  <a:cubicBezTo>
                    <a:pt x="212" y="650"/>
                    <a:pt x="1" y="1554"/>
                    <a:pt x="429" y="2243"/>
                  </a:cubicBezTo>
                  <a:cubicBezTo>
                    <a:pt x="707" y="2690"/>
                    <a:pt x="1186" y="2936"/>
                    <a:pt x="1677" y="2936"/>
                  </a:cubicBezTo>
                  <a:cubicBezTo>
                    <a:pt x="1941" y="2936"/>
                    <a:pt x="2209" y="2865"/>
                    <a:pt x="2450" y="2715"/>
                  </a:cubicBezTo>
                  <a:cubicBezTo>
                    <a:pt x="3139" y="2287"/>
                    <a:pt x="3350" y="1383"/>
                    <a:pt x="2922" y="694"/>
                  </a:cubicBezTo>
                  <a:cubicBezTo>
                    <a:pt x="2645" y="246"/>
                    <a:pt x="2166" y="1"/>
                    <a:pt x="16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57"/>
            <p:cNvSpPr/>
            <p:nvPr/>
          </p:nvSpPr>
          <p:spPr>
            <a:xfrm>
              <a:off x="5014600" y="3705050"/>
              <a:ext cx="45525" cy="28300"/>
            </a:xfrm>
            <a:custGeom>
              <a:avLst/>
              <a:gdLst/>
              <a:ahLst/>
              <a:cxnLst/>
              <a:rect l="l" t="t" r="r" b="b"/>
              <a:pathLst>
                <a:path w="1821" h="1132" extrusionOk="0">
                  <a:moveTo>
                    <a:pt x="1821" y="1"/>
                  </a:moveTo>
                  <a:cubicBezTo>
                    <a:pt x="1475" y="120"/>
                    <a:pt x="1161" y="295"/>
                    <a:pt x="857" y="481"/>
                  </a:cubicBezTo>
                  <a:cubicBezTo>
                    <a:pt x="556" y="672"/>
                    <a:pt x="263" y="876"/>
                    <a:pt x="0" y="1132"/>
                  </a:cubicBezTo>
                  <a:cubicBezTo>
                    <a:pt x="345" y="1010"/>
                    <a:pt x="659" y="838"/>
                    <a:pt x="964" y="652"/>
                  </a:cubicBezTo>
                  <a:cubicBezTo>
                    <a:pt x="1267" y="461"/>
                    <a:pt x="1561" y="257"/>
                    <a:pt x="1821"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57"/>
            <p:cNvSpPr/>
            <p:nvPr/>
          </p:nvSpPr>
          <p:spPr>
            <a:xfrm>
              <a:off x="4740825" y="3375350"/>
              <a:ext cx="256125" cy="412125"/>
            </a:xfrm>
            <a:custGeom>
              <a:avLst/>
              <a:gdLst/>
              <a:ahLst/>
              <a:cxnLst/>
              <a:rect l="l" t="t" r="r" b="b"/>
              <a:pathLst>
                <a:path w="10245" h="16485" extrusionOk="0">
                  <a:moveTo>
                    <a:pt x="1" y="1"/>
                  </a:moveTo>
                  <a:lnTo>
                    <a:pt x="1" y="1"/>
                  </a:lnTo>
                  <a:cubicBezTo>
                    <a:pt x="820" y="1396"/>
                    <a:pt x="1657" y="2781"/>
                    <a:pt x="2496" y="4163"/>
                  </a:cubicBezTo>
                  <a:lnTo>
                    <a:pt x="5037" y="8296"/>
                  </a:lnTo>
                  <a:lnTo>
                    <a:pt x="7618" y="12405"/>
                  </a:lnTo>
                  <a:lnTo>
                    <a:pt x="8923" y="14451"/>
                  </a:lnTo>
                  <a:lnTo>
                    <a:pt x="10244" y="16485"/>
                  </a:lnTo>
                  <a:lnTo>
                    <a:pt x="9006" y="14398"/>
                  </a:lnTo>
                  <a:lnTo>
                    <a:pt x="7750" y="12323"/>
                  </a:lnTo>
                  <a:lnTo>
                    <a:pt x="5208" y="8190"/>
                  </a:lnTo>
                  <a:lnTo>
                    <a:pt x="2627" y="4080"/>
                  </a:lnTo>
                  <a:cubicBezTo>
                    <a:pt x="1760" y="2716"/>
                    <a:pt x="889" y="1353"/>
                    <a:pt x="1" y="1"/>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57"/>
            <p:cNvSpPr/>
            <p:nvPr/>
          </p:nvSpPr>
          <p:spPr>
            <a:xfrm>
              <a:off x="4891100" y="3289625"/>
              <a:ext cx="279675" cy="596175"/>
            </a:xfrm>
            <a:custGeom>
              <a:avLst/>
              <a:gdLst/>
              <a:ahLst/>
              <a:cxnLst/>
              <a:rect l="l" t="t" r="r" b="b"/>
              <a:pathLst>
                <a:path w="11187" h="23847" extrusionOk="0">
                  <a:moveTo>
                    <a:pt x="0" y="0"/>
                  </a:moveTo>
                  <a:cubicBezTo>
                    <a:pt x="2314" y="4788"/>
                    <a:pt x="4759" y="9509"/>
                    <a:pt x="7337" y="14159"/>
                  </a:cubicBezTo>
                  <a:cubicBezTo>
                    <a:pt x="7982" y="15322"/>
                    <a:pt x="8656" y="16624"/>
                    <a:pt x="8351" y="17916"/>
                  </a:cubicBezTo>
                  <a:cubicBezTo>
                    <a:pt x="8144" y="18800"/>
                    <a:pt x="7508" y="19513"/>
                    <a:pt x="6872" y="20159"/>
                  </a:cubicBezTo>
                  <a:cubicBezTo>
                    <a:pt x="5587" y="21468"/>
                    <a:pt x="4208" y="22675"/>
                    <a:pt x="2801" y="23847"/>
                  </a:cubicBezTo>
                  <a:lnTo>
                    <a:pt x="10449" y="19092"/>
                  </a:lnTo>
                  <a:cubicBezTo>
                    <a:pt x="11014" y="18741"/>
                    <a:pt x="11186" y="17998"/>
                    <a:pt x="10835" y="17434"/>
                  </a:cubicBezTo>
                  <a:lnTo>
                    <a:pt x="0" y="0"/>
                  </a:ln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8" name="Google Shape;3218;p57"/>
          <p:cNvGrpSpPr/>
          <p:nvPr/>
        </p:nvGrpSpPr>
        <p:grpSpPr>
          <a:xfrm>
            <a:off x="2029488" y="813365"/>
            <a:ext cx="354203" cy="297973"/>
            <a:chOff x="1876970" y="-81211"/>
            <a:chExt cx="5178410" cy="4356326"/>
          </a:xfrm>
        </p:grpSpPr>
        <p:sp>
          <p:nvSpPr>
            <p:cNvPr id="3219" name="Google Shape;3219;p57"/>
            <p:cNvSpPr/>
            <p:nvPr/>
          </p:nvSpPr>
          <p:spPr>
            <a:xfrm>
              <a:off x="1876970" y="-81211"/>
              <a:ext cx="4790958" cy="4199058"/>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20" name="Google Shape;3220;p57"/>
            <p:cNvGrpSpPr/>
            <p:nvPr/>
          </p:nvGrpSpPr>
          <p:grpSpPr>
            <a:xfrm>
              <a:off x="1876970" y="-81211"/>
              <a:ext cx="5178410" cy="4356326"/>
              <a:chOff x="4807450" y="3561550"/>
              <a:chExt cx="90550" cy="76175"/>
            </a:xfrm>
          </p:grpSpPr>
          <p:sp>
            <p:nvSpPr>
              <p:cNvPr id="3221" name="Google Shape;3221;p57"/>
              <p:cNvSpPr/>
              <p:nvPr/>
            </p:nvSpPr>
            <p:spPr>
              <a:xfrm>
                <a:off x="4814200" y="3564325"/>
                <a:ext cx="83800" cy="73400"/>
              </a:xfrm>
              <a:custGeom>
                <a:avLst/>
                <a:gdLst/>
                <a:ahLst/>
                <a:cxnLst/>
                <a:rect l="l" t="t" r="r" b="b"/>
                <a:pathLst>
                  <a:path w="3352" h="2936" extrusionOk="0">
                    <a:moveTo>
                      <a:pt x="1675" y="0"/>
                    </a:moveTo>
                    <a:cubicBezTo>
                      <a:pt x="1411" y="0"/>
                      <a:pt x="1143" y="71"/>
                      <a:pt x="902" y="221"/>
                    </a:cubicBezTo>
                    <a:cubicBezTo>
                      <a:pt x="213" y="649"/>
                      <a:pt x="1" y="1553"/>
                      <a:pt x="429" y="2243"/>
                    </a:cubicBezTo>
                    <a:cubicBezTo>
                      <a:pt x="708" y="2690"/>
                      <a:pt x="1187" y="2936"/>
                      <a:pt x="1678" y="2936"/>
                    </a:cubicBezTo>
                    <a:cubicBezTo>
                      <a:pt x="1942" y="2936"/>
                      <a:pt x="2210" y="2864"/>
                      <a:pt x="2451" y="2714"/>
                    </a:cubicBezTo>
                    <a:cubicBezTo>
                      <a:pt x="3140" y="2286"/>
                      <a:pt x="3352" y="1382"/>
                      <a:pt x="2924" y="694"/>
                    </a:cubicBezTo>
                    <a:cubicBezTo>
                      <a:pt x="2646" y="246"/>
                      <a:pt x="2166" y="0"/>
                      <a:pt x="16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57"/>
              <p:cNvSpPr/>
              <p:nvPr/>
            </p:nvSpPr>
            <p:spPr>
              <a:xfrm>
                <a:off x="4807450" y="3561550"/>
                <a:ext cx="83775" cy="73425"/>
              </a:xfrm>
              <a:custGeom>
                <a:avLst/>
                <a:gdLst/>
                <a:ahLst/>
                <a:cxnLst/>
                <a:rect l="l" t="t" r="r" b="b"/>
                <a:pathLst>
                  <a:path w="3351" h="2937" extrusionOk="0">
                    <a:moveTo>
                      <a:pt x="1673" y="0"/>
                    </a:moveTo>
                    <a:cubicBezTo>
                      <a:pt x="1409" y="0"/>
                      <a:pt x="1142" y="71"/>
                      <a:pt x="900" y="220"/>
                    </a:cubicBezTo>
                    <a:cubicBezTo>
                      <a:pt x="212" y="650"/>
                      <a:pt x="1" y="1554"/>
                      <a:pt x="429" y="2242"/>
                    </a:cubicBezTo>
                    <a:cubicBezTo>
                      <a:pt x="707" y="2690"/>
                      <a:pt x="1186" y="2936"/>
                      <a:pt x="1677" y="2936"/>
                    </a:cubicBezTo>
                    <a:cubicBezTo>
                      <a:pt x="1941" y="2936"/>
                      <a:pt x="2209" y="2865"/>
                      <a:pt x="2450" y="2715"/>
                    </a:cubicBezTo>
                    <a:cubicBezTo>
                      <a:pt x="3139" y="2287"/>
                      <a:pt x="3350" y="1381"/>
                      <a:pt x="2922" y="693"/>
                    </a:cubicBezTo>
                    <a:cubicBezTo>
                      <a:pt x="2644" y="246"/>
                      <a:pt x="2164" y="0"/>
                      <a:pt x="1673" y="0"/>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57"/>
              <p:cNvSpPr/>
              <p:nvPr/>
            </p:nvSpPr>
            <p:spPr>
              <a:xfrm>
                <a:off x="4826675" y="3584025"/>
                <a:ext cx="45525" cy="28300"/>
              </a:xfrm>
              <a:custGeom>
                <a:avLst/>
                <a:gdLst/>
                <a:ahLst/>
                <a:cxnLst/>
                <a:rect l="l" t="t" r="r" b="b"/>
                <a:pathLst>
                  <a:path w="1821" h="1132" extrusionOk="0">
                    <a:moveTo>
                      <a:pt x="1821" y="1"/>
                    </a:moveTo>
                    <a:cubicBezTo>
                      <a:pt x="1475" y="120"/>
                      <a:pt x="1161" y="295"/>
                      <a:pt x="857" y="480"/>
                    </a:cubicBezTo>
                    <a:cubicBezTo>
                      <a:pt x="556" y="672"/>
                      <a:pt x="262" y="877"/>
                      <a:pt x="0" y="1132"/>
                    </a:cubicBezTo>
                    <a:cubicBezTo>
                      <a:pt x="346" y="1012"/>
                      <a:pt x="659" y="837"/>
                      <a:pt x="964" y="652"/>
                    </a:cubicBezTo>
                    <a:cubicBezTo>
                      <a:pt x="1266" y="461"/>
                      <a:pt x="1560" y="258"/>
                      <a:pt x="18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24" name="Google Shape;3224;p57"/>
          <p:cNvGrpSpPr/>
          <p:nvPr/>
        </p:nvGrpSpPr>
        <p:grpSpPr>
          <a:xfrm rot="5143642">
            <a:off x="6757234" y="315594"/>
            <a:ext cx="279350" cy="454556"/>
            <a:chOff x="2082225" y="585025"/>
            <a:chExt cx="100300" cy="163225"/>
          </a:xfrm>
        </p:grpSpPr>
        <p:sp>
          <p:nvSpPr>
            <p:cNvPr id="3225" name="Google Shape;3225;p57"/>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57"/>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57"/>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57"/>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9" name="Google Shape;3229;p57"/>
          <p:cNvGrpSpPr/>
          <p:nvPr/>
        </p:nvGrpSpPr>
        <p:grpSpPr>
          <a:xfrm rot="2700000">
            <a:off x="6487972" y="837314"/>
            <a:ext cx="279351" cy="454560"/>
            <a:chOff x="2082225" y="585025"/>
            <a:chExt cx="100300" cy="163225"/>
          </a:xfrm>
        </p:grpSpPr>
        <p:sp>
          <p:nvSpPr>
            <p:cNvPr id="3230" name="Google Shape;3230;p57"/>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57"/>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57"/>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57"/>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4" name="Google Shape;3234;p57"/>
          <p:cNvGrpSpPr/>
          <p:nvPr/>
        </p:nvGrpSpPr>
        <p:grpSpPr>
          <a:xfrm rot="-2453402">
            <a:off x="5643689" y="735075"/>
            <a:ext cx="279353" cy="454564"/>
            <a:chOff x="2082225" y="585025"/>
            <a:chExt cx="100300" cy="163225"/>
          </a:xfrm>
        </p:grpSpPr>
        <p:sp>
          <p:nvSpPr>
            <p:cNvPr id="3235" name="Google Shape;3235;p57"/>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57"/>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57"/>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57"/>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9" name="Google Shape;3239;p57"/>
          <p:cNvGrpSpPr/>
          <p:nvPr/>
        </p:nvGrpSpPr>
        <p:grpSpPr>
          <a:xfrm rot="9539247">
            <a:off x="6087958" y="315593"/>
            <a:ext cx="279357" cy="454565"/>
            <a:chOff x="2082225" y="585025"/>
            <a:chExt cx="100300" cy="163225"/>
          </a:xfrm>
        </p:grpSpPr>
        <p:sp>
          <p:nvSpPr>
            <p:cNvPr id="3240" name="Google Shape;3240;p57"/>
            <p:cNvSpPr/>
            <p:nvPr/>
          </p:nvSpPr>
          <p:spPr>
            <a:xfrm>
              <a:off x="2082225" y="585025"/>
              <a:ext cx="100300" cy="163225"/>
            </a:xfrm>
            <a:custGeom>
              <a:avLst/>
              <a:gdLst/>
              <a:ahLst/>
              <a:cxnLst/>
              <a:rect l="l" t="t" r="r" b="b"/>
              <a:pathLst>
                <a:path w="4012" h="6529" extrusionOk="0">
                  <a:moveTo>
                    <a:pt x="1556" y="1"/>
                  </a:moveTo>
                  <a:cubicBezTo>
                    <a:pt x="1446" y="1"/>
                    <a:pt x="1333" y="14"/>
                    <a:pt x="1221" y="42"/>
                  </a:cubicBezTo>
                  <a:cubicBezTo>
                    <a:pt x="463" y="226"/>
                    <a:pt x="1" y="988"/>
                    <a:pt x="187" y="1744"/>
                  </a:cubicBezTo>
                  <a:lnTo>
                    <a:pt x="1090" y="5449"/>
                  </a:lnTo>
                  <a:cubicBezTo>
                    <a:pt x="1180" y="5829"/>
                    <a:pt x="1417" y="6133"/>
                    <a:pt x="1725" y="6321"/>
                  </a:cubicBezTo>
                  <a:cubicBezTo>
                    <a:pt x="1943" y="6454"/>
                    <a:pt x="2196" y="6529"/>
                    <a:pt x="2458" y="6529"/>
                  </a:cubicBezTo>
                  <a:cubicBezTo>
                    <a:pt x="2569" y="6529"/>
                    <a:pt x="2681" y="6516"/>
                    <a:pt x="2792" y="6488"/>
                  </a:cubicBezTo>
                  <a:cubicBezTo>
                    <a:pt x="3549" y="6304"/>
                    <a:pt x="4011" y="5540"/>
                    <a:pt x="3826" y="4782"/>
                  </a:cubicBezTo>
                  <a:lnTo>
                    <a:pt x="2923" y="1078"/>
                  </a:lnTo>
                  <a:cubicBezTo>
                    <a:pt x="2832" y="699"/>
                    <a:pt x="2596" y="394"/>
                    <a:pt x="2288" y="206"/>
                  </a:cubicBezTo>
                  <a:cubicBezTo>
                    <a:pt x="2070" y="74"/>
                    <a:pt x="1818" y="1"/>
                    <a:pt x="15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57"/>
            <p:cNvSpPr/>
            <p:nvPr/>
          </p:nvSpPr>
          <p:spPr>
            <a:xfrm>
              <a:off x="2082225" y="585025"/>
              <a:ext cx="84400" cy="89975"/>
            </a:xfrm>
            <a:custGeom>
              <a:avLst/>
              <a:gdLst/>
              <a:ahLst/>
              <a:cxnLst/>
              <a:rect l="l" t="t" r="r" b="b"/>
              <a:pathLst>
                <a:path w="3376" h="3599" extrusionOk="0">
                  <a:moveTo>
                    <a:pt x="1556" y="1"/>
                  </a:moveTo>
                  <a:cubicBezTo>
                    <a:pt x="1446" y="1"/>
                    <a:pt x="1333" y="14"/>
                    <a:pt x="1221" y="42"/>
                  </a:cubicBezTo>
                  <a:cubicBezTo>
                    <a:pt x="463" y="226"/>
                    <a:pt x="1" y="988"/>
                    <a:pt x="185" y="1744"/>
                  </a:cubicBezTo>
                  <a:lnTo>
                    <a:pt x="637" y="3599"/>
                  </a:lnTo>
                  <a:lnTo>
                    <a:pt x="3375" y="2931"/>
                  </a:lnTo>
                  <a:lnTo>
                    <a:pt x="2923" y="1078"/>
                  </a:lnTo>
                  <a:cubicBezTo>
                    <a:pt x="2832" y="699"/>
                    <a:pt x="2596" y="394"/>
                    <a:pt x="2288" y="206"/>
                  </a:cubicBezTo>
                  <a:cubicBezTo>
                    <a:pt x="2070" y="74"/>
                    <a:pt x="1818" y="1"/>
                    <a:pt x="1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57"/>
            <p:cNvSpPr/>
            <p:nvPr/>
          </p:nvSpPr>
          <p:spPr>
            <a:xfrm>
              <a:off x="2097875" y="645775"/>
              <a:ext cx="30250" cy="77450"/>
            </a:xfrm>
            <a:custGeom>
              <a:avLst/>
              <a:gdLst/>
              <a:ahLst/>
              <a:cxnLst/>
              <a:rect l="l" t="t" r="r" b="b"/>
              <a:pathLst>
                <a:path w="1210" h="3098" extrusionOk="0">
                  <a:moveTo>
                    <a:pt x="296" y="1"/>
                  </a:moveTo>
                  <a:cubicBezTo>
                    <a:pt x="150" y="1"/>
                    <a:pt x="1" y="116"/>
                    <a:pt x="46" y="300"/>
                  </a:cubicBezTo>
                  <a:lnTo>
                    <a:pt x="682" y="2915"/>
                  </a:lnTo>
                  <a:cubicBezTo>
                    <a:pt x="714" y="3042"/>
                    <a:pt x="813" y="3097"/>
                    <a:pt x="914" y="3097"/>
                  </a:cubicBezTo>
                  <a:cubicBezTo>
                    <a:pt x="1059" y="3097"/>
                    <a:pt x="1209" y="2981"/>
                    <a:pt x="1165" y="2797"/>
                  </a:cubicBezTo>
                  <a:lnTo>
                    <a:pt x="528" y="183"/>
                  </a:lnTo>
                  <a:cubicBezTo>
                    <a:pt x="496" y="56"/>
                    <a:pt x="397" y="1"/>
                    <a:pt x="296" y="1"/>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57"/>
            <p:cNvSpPr/>
            <p:nvPr/>
          </p:nvSpPr>
          <p:spPr>
            <a:xfrm>
              <a:off x="2092125" y="619050"/>
              <a:ext cx="14825" cy="20325"/>
            </a:xfrm>
            <a:custGeom>
              <a:avLst/>
              <a:gdLst/>
              <a:ahLst/>
              <a:cxnLst/>
              <a:rect l="l" t="t" r="r" b="b"/>
              <a:pathLst>
                <a:path w="593" h="813" extrusionOk="0">
                  <a:moveTo>
                    <a:pt x="250" y="0"/>
                  </a:moveTo>
                  <a:cubicBezTo>
                    <a:pt x="233" y="0"/>
                    <a:pt x="216" y="2"/>
                    <a:pt x="199" y="7"/>
                  </a:cubicBezTo>
                  <a:cubicBezTo>
                    <a:pt x="137" y="25"/>
                    <a:pt x="76" y="61"/>
                    <a:pt x="46" y="119"/>
                  </a:cubicBezTo>
                  <a:cubicBezTo>
                    <a:pt x="14" y="177"/>
                    <a:pt x="0" y="242"/>
                    <a:pt x="16" y="306"/>
                  </a:cubicBezTo>
                  <a:lnTo>
                    <a:pt x="93" y="623"/>
                  </a:lnTo>
                  <a:cubicBezTo>
                    <a:pt x="108" y="685"/>
                    <a:pt x="151" y="742"/>
                    <a:pt x="205" y="775"/>
                  </a:cubicBezTo>
                  <a:cubicBezTo>
                    <a:pt x="232" y="794"/>
                    <a:pt x="263" y="804"/>
                    <a:pt x="295" y="806"/>
                  </a:cubicBezTo>
                  <a:cubicBezTo>
                    <a:pt x="311" y="810"/>
                    <a:pt x="327" y="812"/>
                    <a:pt x="343" y="812"/>
                  </a:cubicBezTo>
                  <a:cubicBezTo>
                    <a:pt x="360" y="812"/>
                    <a:pt x="376" y="810"/>
                    <a:pt x="393" y="805"/>
                  </a:cubicBezTo>
                  <a:cubicBezTo>
                    <a:pt x="455" y="788"/>
                    <a:pt x="515" y="752"/>
                    <a:pt x="547" y="693"/>
                  </a:cubicBezTo>
                  <a:cubicBezTo>
                    <a:pt x="579" y="635"/>
                    <a:pt x="592" y="571"/>
                    <a:pt x="577" y="506"/>
                  </a:cubicBezTo>
                  <a:lnTo>
                    <a:pt x="500" y="190"/>
                  </a:lnTo>
                  <a:cubicBezTo>
                    <a:pt x="484" y="128"/>
                    <a:pt x="442" y="71"/>
                    <a:pt x="387" y="37"/>
                  </a:cubicBezTo>
                  <a:cubicBezTo>
                    <a:pt x="360" y="19"/>
                    <a:pt x="329" y="9"/>
                    <a:pt x="297" y="6"/>
                  </a:cubicBezTo>
                  <a:cubicBezTo>
                    <a:pt x="282" y="2"/>
                    <a:pt x="266" y="0"/>
                    <a:pt x="250" y="0"/>
                  </a:cubicBezTo>
                  <a:close/>
                </a:path>
              </a:pathLst>
            </a:custGeom>
            <a:solidFill>
              <a:srgbClr val="FFFFFF">
                <a:alpha val="59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TextBox 98">
            <a:extLst>
              <a:ext uri="{FF2B5EF4-FFF2-40B4-BE49-F238E27FC236}">
                <a16:creationId xmlns:a16="http://schemas.microsoft.com/office/drawing/2014/main" id="{61145F63-2860-46A6-8DEF-BEE5F8843CC7}"/>
              </a:ext>
            </a:extLst>
          </p:cNvPr>
          <p:cNvSpPr txBox="1"/>
          <p:nvPr/>
        </p:nvSpPr>
        <p:spPr>
          <a:xfrm>
            <a:off x="962588" y="95978"/>
            <a:ext cx="2435812" cy="769441"/>
          </a:xfrm>
          <a:prstGeom prst="rect">
            <a:avLst/>
          </a:prstGeom>
          <a:noFill/>
        </p:spPr>
        <p:txBody>
          <a:bodyPr wrap="square">
            <a:spAutoFit/>
          </a:bodyPr>
          <a:lstStyle/>
          <a:p>
            <a:r>
              <a:rPr lang="en-US" sz="4400" dirty="0">
                <a:solidFill>
                  <a:srgbClr val="007780"/>
                </a:solidFill>
                <a:latin typeface="Passion One" panose="020B0604020202020204" charset="0"/>
              </a:rPr>
              <a:t>Challenges</a:t>
            </a:r>
            <a:endParaRPr lang="en-US" sz="4000" dirty="0">
              <a:solidFill>
                <a:srgbClr val="007780"/>
              </a:solidFill>
              <a:latin typeface="Passion One" panose="020B0604020202020204" charset="0"/>
            </a:endParaRPr>
          </a:p>
        </p:txBody>
      </p:sp>
    </p:spTree>
    <p:extLst>
      <p:ext uri="{BB962C8B-B14F-4D97-AF65-F5344CB8AC3E}">
        <p14:creationId xmlns:p14="http://schemas.microsoft.com/office/powerpoint/2010/main" val="6379680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23"/>
        <p:cNvGrpSpPr/>
        <p:nvPr/>
      </p:nvGrpSpPr>
      <p:grpSpPr>
        <a:xfrm>
          <a:off x="0" y="0"/>
          <a:ext cx="0" cy="0"/>
          <a:chOff x="0" y="0"/>
          <a:chExt cx="0" cy="0"/>
        </a:xfrm>
      </p:grpSpPr>
      <p:sp>
        <p:nvSpPr>
          <p:cNvPr id="4424" name="Google Shape;4424;p78"/>
          <p:cNvSpPr txBox="1">
            <a:spLocks noGrp="1"/>
          </p:cNvSpPr>
          <p:nvPr>
            <p:ph type="title"/>
          </p:nvPr>
        </p:nvSpPr>
        <p:spPr>
          <a:xfrm>
            <a:off x="418883" y="674645"/>
            <a:ext cx="4521652" cy="163195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8800" dirty="0"/>
              <a:t>Thanks!</a:t>
            </a:r>
          </a:p>
        </p:txBody>
      </p:sp>
      <p:grpSp>
        <p:nvGrpSpPr>
          <p:cNvPr id="4426" name="Google Shape;4426;p78"/>
          <p:cNvGrpSpPr/>
          <p:nvPr/>
        </p:nvGrpSpPr>
        <p:grpSpPr>
          <a:xfrm>
            <a:off x="4980361" y="3948153"/>
            <a:ext cx="1879573" cy="660337"/>
            <a:chOff x="4686841" y="3613450"/>
            <a:chExt cx="3632025" cy="1276013"/>
          </a:xfrm>
        </p:grpSpPr>
        <p:sp>
          <p:nvSpPr>
            <p:cNvPr id="4427" name="Google Shape;4427;p78"/>
            <p:cNvSpPr/>
            <p:nvPr/>
          </p:nvSpPr>
          <p:spPr>
            <a:xfrm>
              <a:off x="8100476" y="3742170"/>
              <a:ext cx="176972" cy="1018970"/>
            </a:xfrm>
            <a:custGeom>
              <a:avLst/>
              <a:gdLst/>
              <a:ahLst/>
              <a:cxnLst/>
              <a:rect l="l" t="t" r="r" b="b"/>
              <a:pathLst>
                <a:path w="1346" h="7750" extrusionOk="0">
                  <a:moveTo>
                    <a:pt x="0" y="0"/>
                  </a:moveTo>
                  <a:lnTo>
                    <a:pt x="0" y="7750"/>
                  </a:lnTo>
                  <a:lnTo>
                    <a:pt x="1346" y="7750"/>
                  </a:lnTo>
                  <a:lnTo>
                    <a:pt x="13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78"/>
            <p:cNvSpPr/>
            <p:nvPr/>
          </p:nvSpPr>
          <p:spPr>
            <a:xfrm>
              <a:off x="8235901" y="3742038"/>
              <a:ext cx="82964" cy="1019101"/>
            </a:xfrm>
            <a:custGeom>
              <a:avLst/>
              <a:gdLst/>
              <a:ahLst/>
              <a:cxnLst/>
              <a:rect l="l" t="t" r="r" b="b"/>
              <a:pathLst>
                <a:path w="631" h="7751" extrusionOk="0">
                  <a:moveTo>
                    <a:pt x="316" y="0"/>
                  </a:moveTo>
                  <a:cubicBezTo>
                    <a:pt x="142" y="0"/>
                    <a:pt x="1" y="1735"/>
                    <a:pt x="1" y="3875"/>
                  </a:cubicBezTo>
                  <a:cubicBezTo>
                    <a:pt x="1" y="6016"/>
                    <a:pt x="142" y="7751"/>
                    <a:pt x="316" y="7751"/>
                  </a:cubicBezTo>
                  <a:cubicBezTo>
                    <a:pt x="489" y="7751"/>
                    <a:pt x="630" y="6016"/>
                    <a:pt x="630" y="3875"/>
                  </a:cubicBezTo>
                  <a:cubicBezTo>
                    <a:pt x="630" y="1735"/>
                    <a:pt x="489" y="0"/>
                    <a:pt x="3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78"/>
            <p:cNvSpPr/>
            <p:nvPr/>
          </p:nvSpPr>
          <p:spPr>
            <a:xfrm>
              <a:off x="8059060" y="3742038"/>
              <a:ext cx="82832" cy="1019101"/>
            </a:xfrm>
            <a:custGeom>
              <a:avLst/>
              <a:gdLst/>
              <a:ahLst/>
              <a:cxnLst/>
              <a:rect l="l" t="t" r="r" b="b"/>
              <a:pathLst>
                <a:path w="630" h="7751" extrusionOk="0">
                  <a:moveTo>
                    <a:pt x="315" y="0"/>
                  </a:moveTo>
                  <a:cubicBezTo>
                    <a:pt x="142" y="0"/>
                    <a:pt x="0" y="1735"/>
                    <a:pt x="0" y="3875"/>
                  </a:cubicBezTo>
                  <a:cubicBezTo>
                    <a:pt x="0" y="6016"/>
                    <a:pt x="142" y="7751"/>
                    <a:pt x="315" y="7751"/>
                  </a:cubicBezTo>
                  <a:cubicBezTo>
                    <a:pt x="489" y="7751"/>
                    <a:pt x="630" y="6016"/>
                    <a:pt x="630" y="3875"/>
                  </a:cubicBezTo>
                  <a:cubicBezTo>
                    <a:pt x="630" y="1735"/>
                    <a:pt x="489" y="0"/>
                    <a:pt x="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78"/>
            <p:cNvSpPr/>
            <p:nvPr/>
          </p:nvSpPr>
          <p:spPr>
            <a:xfrm>
              <a:off x="7702089" y="3966213"/>
              <a:ext cx="425469" cy="570623"/>
            </a:xfrm>
            <a:custGeom>
              <a:avLst/>
              <a:gdLst/>
              <a:ahLst/>
              <a:cxnLst/>
              <a:rect l="l" t="t" r="r" b="b"/>
              <a:pathLst>
                <a:path w="3236" h="4340" extrusionOk="0">
                  <a:moveTo>
                    <a:pt x="0" y="0"/>
                  </a:moveTo>
                  <a:lnTo>
                    <a:pt x="0" y="4340"/>
                  </a:lnTo>
                  <a:lnTo>
                    <a:pt x="3070" y="4340"/>
                  </a:lnTo>
                  <a:cubicBezTo>
                    <a:pt x="3161" y="4340"/>
                    <a:pt x="3235" y="3369"/>
                    <a:pt x="3235" y="2170"/>
                  </a:cubicBezTo>
                  <a:cubicBezTo>
                    <a:pt x="3235" y="972"/>
                    <a:pt x="3162" y="0"/>
                    <a:pt x="3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78"/>
            <p:cNvSpPr/>
            <p:nvPr/>
          </p:nvSpPr>
          <p:spPr>
            <a:xfrm>
              <a:off x="7702089" y="3966476"/>
              <a:ext cx="424286" cy="194064"/>
            </a:xfrm>
            <a:custGeom>
              <a:avLst/>
              <a:gdLst/>
              <a:ahLst/>
              <a:cxnLst/>
              <a:rect l="l" t="t" r="r" b="b"/>
              <a:pathLst>
                <a:path w="3227" h="1476" extrusionOk="0">
                  <a:moveTo>
                    <a:pt x="0" y="0"/>
                  </a:moveTo>
                  <a:lnTo>
                    <a:pt x="0" y="1476"/>
                  </a:lnTo>
                  <a:lnTo>
                    <a:pt x="3226" y="1476"/>
                  </a:lnTo>
                  <a:cubicBezTo>
                    <a:pt x="3204" y="617"/>
                    <a:pt x="3142" y="0"/>
                    <a:pt x="3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78"/>
            <p:cNvSpPr/>
            <p:nvPr/>
          </p:nvSpPr>
          <p:spPr>
            <a:xfrm>
              <a:off x="7571923" y="3613450"/>
              <a:ext cx="221675" cy="1276013"/>
            </a:xfrm>
            <a:custGeom>
              <a:avLst/>
              <a:gdLst/>
              <a:ahLst/>
              <a:cxnLst/>
              <a:rect l="l" t="t" r="r" b="b"/>
              <a:pathLst>
                <a:path w="1686" h="9705" extrusionOk="0">
                  <a:moveTo>
                    <a:pt x="0" y="1"/>
                  </a:moveTo>
                  <a:lnTo>
                    <a:pt x="0" y="9705"/>
                  </a:lnTo>
                  <a:lnTo>
                    <a:pt x="1686" y="9705"/>
                  </a:lnTo>
                  <a:lnTo>
                    <a:pt x="1686" y="1"/>
                  </a:lnTo>
                  <a:close/>
                </a:path>
              </a:pathLst>
            </a:custGeom>
            <a:solidFill>
              <a:srgbClr val="0077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78"/>
            <p:cNvSpPr/>
            <p:nvPr/>
          </p:nvSpPr>
          <p:spPr>
            <a:xfrm>
              <a:off x="7741665" y="3613581"/>
              <a:ext cx="103606" cy="1275882"/>
            </a:xfrm>
            <a:custGeom>
              <a:avLst/>
              <a:gdLst/>
              <a:ahLst/>
              <a:cxnLst/>
              <a:rect l="l" t="t" r="r" b="b"/>
              <a:pathLst>
                <a:path w="788" h="9704" extrusionOk="0">
                  <a:moveTo>
                    <a:pt x="395" y="1"/>
                  </a:moveTo>
                  <a:cubicBezTo>
                    <a:pt x="177" y="1"/>
                    <a:pt x="0" y="2172"/>
                    <a:pt x="0" y="4852"/>
                  </a:cubicBezTo>
                  <a:cubicBezTo>
                    <a:pt x="0" y="6139"/>
                    <a:pt x="43" y="7372"/>
                    <a:pt x="116" y="8283"/>
                  </a:cubicBezTo>
                  <a:cubicBezTo>
                    <a:pt x="190" y="9193"/>
                    <a:pt x="290" y="9704"/>
                    <a:pt x="395" y="9704"/>
                  </a:cubicBezTo>
                  <a:cubicBezTo>
                    <a:pt x="499" y="9704"/>
                    <a:pt x="599" y="9193"/>
                    <a:pt x="672" y="8283"/>
                  </a:cubicBezTo>
                  <a:cubicBezTo>
                    <a:pt x="747" y="7372"/>
                    <a:pt x="788" y="6139"/>
                    <a:pt x="788" y="4852"/>
                  </a:cubicBezTo>
                  <a:cubicBezTo>
                    <a:pt x="788" y="2172"/>
                    <a:pt x="611"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78"/>
            <p:cNvSpPr/>
            <p:nvPr/>
          </p:nvSpPr>
          <p:spPr>
            <a:xfrm>
              <a:off x="7520251" y="3613581"/>
              <a:ext cx="103606" cy="1275882"/>
            </a:xfrm>
            <a:custGeom>
              <a:avLst/>
              <a:gdLst/>
              <a:ahLst/>
              <a:cxnLst/>
              <a:rect l="l" t="t" r="r" b="b"/>
              <a:pathLst>
                <a:path w="788" h="9704" extrusionOk="0">
                  <a:moveTo>
                    <a:pt x="393" y="1"/>
                  </a:moveTo>
                  <a:cubicBezTo>
                    <a:pt x="177" y="1"/>
                    <a:pt x="0" y="2173"/>
                    <a:pt x="0" y="4852"/>
                  </a:cubicBezTo>
                  <a:cubicBezTo>
                    <a:pt x="0" y="7531"/>
                    <a:pt x="176" y="9704"/>
                    <a:pt x="393" y="9704"/>
                  </a:cubicBezTo>
                  <a:cubicBezTo>
                    <a:pt x="610" y="9704"/>
                    <a:pt x="788" y="7531"/>
                    <a:pt x="788" y="4852"/>
                  </a:cubicBezTo>
                  <a:cubicBezTo>
                    <a:pt x="788" y="2173"/>
                    <a:pt x="612"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78"/>
            <p:cNvSpPr/>
            <p:nvPr/>
          </p:nvSpPr>
          <p:spPr>
            <a:xfrm>
              <a:off x="7520251" y="3675772"/>
              <a:ext cx="86514" cy="1151502"/>
            </a:xfrm>
            <a:custGeom>
              <a:avLst/>
              <a:gdLst/>
              <a:ahLst/>
              <a:cxnLst/>
              <a:rect l="l" t="t" r="r" b="b"/>
              <a:pathLst>
                <a:path w="658" h="8758" extrusionOk="0">
                  <a:moveTo>
                    <a:pt x="330" y="1"/>
                  </a:moveTo>
                  <a:cubicBezTo>
                    <a:pt x="274" y="1"/>
                    <a:pt x="222" y="183"/>
                    <a:pt x="176" y="504"/>
                  </a:cubicBezTo>
                  <a:cubicBezTo>
                    <a:pt x="84" y="1151"/>
                    <a:pt x="17" y="2366"/>
                    <a:pt x="2" y="3800"/>
                  </a:cubicBezTo>
                  <a:cubicBezTo>
                    <a:pt x="1" y="3989"/>
                    <a:pt x="0" y="4182"/>
                    <a:pt x="0" y="4379"/>
                  </a:cubicBezTo>
                  <a:cubicBezTo>
                    <a:pt x="0" y="6796"/>
                    <a:pt x="147" y="8757"/>
                    <a:pt x="329" y="8757"/>
                  </a:cubicBezTo>
                  <a:cubicBezTo>
                    <a:pt x="511" y="8757"/>
                    <a:pt x="658" y="6796"/>
                    <a:pt x="658" y="4379"/>
                  </a:cubicBezTo>
                  <a:cubicBezTo>
                    <a:pt x="658" y="4182"/>
                    <a:pt x="658" y="3989"/>
                    <a:pt x="656" y="3800"/>
                  </a:cubicBezTo>
                  <a:cubicBezTo>
                    <a:pt x="643" y="2366"/>
                    <a:pt x="576" y="1151"/>
                    <a:pt x="484" y="504"/>
                  </a:cubicBezTo>
                  <a:cubicBezTo>
                    <a:pt x="438" y="183"/>
                    <a:pt x="386" y="1"/>
                    <a:pt x="330" y="1"/>
                  </a:cubicBezTo>
                  <a:close/>
                </a:path>
              </a:pathLst>
            </a:custGeom>
            <a:solidFill>
              <a:srgbClr val="89DC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78"/>
            <p:cNvSpPr/>
            <p:nvPr/>
          </p:nvSpPr>
          <p:spPr>
            <a:xfrm>
              <a:off x="5767613" y="3675772"/>
              <a:ext cx="1796148" cy="1151502"/>
            </a:xfrm>
            <a:custGeom>
              <a:avLst/>
              <a:gdLst/>
              <a:ahLst/>
              <a:cxnLst/>
              <a:rect l="l" t="t" r="r" b="b"/>
              <a:pathLst>
                <a:path w="13661" h="8758" extrusionOk="0">
                  <a:moveTo>
                    <a:pt x="1" y="1"/>
                  </a:moveTo>
                  <a:lnTo>
                    <a:pt x="1" y="8757"/>
                  </a:lnTo>
                  <a:lnTo>
                    <a:pt x="13660" y="8757"/>
                  </a:lnTo>
                  <a:lnTo>
                    <a:pt x="136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78"/>
            <p:cNvSpPr/>
            <p:nvPr/>
          </p:nvSpPr>
          <p:spPr>
            <a:xfrm>
              <a:off x="5868984" y="4084414"/>
              <a:ext cx="1391190" cy="643463"/>
            </a:xfrm>
            <a:custGeom>
              <a:avLst/>
              <a:gdLst/>
              <a:ahLst/>
              <a:cxnLst/>
              <a:rect l="l" t="t" r="r" b="b"/>
              <a:pathLst>
                <a:path w="10581" h="4894" extrusionOk="0">
                  <a:moveTo>
                    <a:pt x="9628" y="1"/>
                  </a:moveTo>
                  <a:cubicBezTo>
                    <a:pt x="9338" y="1"/>
                    <a:pt x="9041" y="70"/>
                    <a:pt x="8771" y="176"/>
                  </a:cubicBezTo>
                  <a:cubicBezTo>
                    <a:pt x="8269" y="374"/>
                    <a:pt x="7832" y="703"/>
                    <a:pt x="7378" y="995"/>
                  </a:cubicBezTo>
                  <a:cubicBezTo>
                    <a:pt x="6924" y="1288"/>
                    <a:pt x="6431" y="1555"/>
                    <a:pt x="5896" y="1604"/>
                  </a:cubicBezTo>
                  <a:cubicBezTo>
                    <a:pt x="5831" y="1610"/>
                    <a:pt x="5766" y="1613"/>
                    <a:pt x="5702" y="1613"/>
                  </a:cubicBezTo>
                  <a:cubicBezTo>
                    <a:pt x="4869" y="1613"/>
                    <a:pt x="4092" y="1131"/>
                    <a:pt x="3278" y="897"/>
                  </a:cubicBezTo>
                  <a:cubicBezTo>
                    <a:pt x="2808" y="761"/>
                    <a:pt x="2279" y="680"/>
                    <a:pt x="1753" y="680"/>
                  </a:cubicBezTo>
                  <a:cubicBezTo>
                    <a:pt x="1158" y="680"/>
                    <a:pt x="568" y="783"/>
                    <a:pt x="72" y="1026"/>
                  </a:cubicBezTo>
                  <a:cubicBezTo>
                    <a:pt x="266" y="2303"/>
                    <a:pt x="211" y="3950"/>
                    <a:pt x="1" y="4894"/>
                  </a:cubicBezTo>
                  <a:lnTo>
                    <a:pt x="9375" y="4894"/>
                  </a:lnTo>
                  <a:cubicBezTo>
                    <a:pt x="10226" y="3496"/>
                    <a:pt x="10581" y="1787"/>
                    <a:pt x="10339" y="171"/>
                  </a:cubicBezTo>
                  <a:cubicBezTo>
                    <a:pt x="10121" y="51"/>
                    <a:pt x="9877" y="1"/>
                    <a:pt x="9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78"/>
            <p:cNvSpPr/>
            <p:nvPr/>
          </p:nvSpPr>
          <p:spPr>
            <a:xfrm>
              <a:off x="5767613" y="3742170"/>
              <a:ext cx="1838879" cy="433490"/>
            </a:xfrm>
            <a:custGeom>
              <a:avLst/>
              <a:gdLst/>
              <a:ahLst/>
              <a:cxnLst/>
              <a:rect l="l" t="t" r="r" b="b"/>
              <a:pathLst>
                <a:path w="13986" h="3297" extrusionOk="0">
                  <a:moveTo>
                    <a:pt x="1" y="0"/>
                  </a:moveTo>
                  <a:lnTo>
                    <a:pt x="1" y="3296"/>
                  </a:lnTo>
                  <a:lnTo>
                    <a:pt x="13986" y="3296"/>
                  </a:lnTo>
                  <a:cubicBezTo>
                    <a:pt x="13973" y="1862"/>
                    <a:pt x="13906" y="648"/>
                    <a:pt x="13814" y="0"/>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78"/>
            <p:cNvSpPr/>
            <p:nvPr/>
          </p:nvSpPr>
          <p:spPr>
            <a:xfrm>
              <a:off x="5724355" y="3675772"/>
              <a:ext cx="86777" cy="1151502"/>
            </a:xfrm>
            <a:custGeom>
              <a:avLst/>
              <a:gdLst/>
              <a:ahLst/>
              <a:cxnLst/>
              <a:rect l="l" t="t" r="r" b="b"/>
              <a:pathLst>
                <a:path w="660" h="8758" extrusionOk="0">
                  <a:moveTo>
                    <a:pt x="330" y="1"/>
                  </a:moveTo>
                  <a:cubicBezTo>
                    <a:pt x="147" y="1"/>
                    <a:pt x="1" y="1960"/>
                    <a:pt x="1" y="4379"/>
                  </a:cubicBezTo>
                  <a:cubicBezTo>
                    <a:pt x="1" y="6798"/>
                    <a:pt x="147" y="8757"/>
                    <a:pt x="330" y="8757"/>
                  </a:cubicBezTo>
                  <a:cubicBezTo>
                    <a:pt x="512" y="8757"/>
                    <a:pt x="659" y="6798"/>
                    <a:pt x="659" y="4379"/>
                  </a:cubicBezTo>
                  <a:cubicBezTo>
                    <a:pt x="659" y="1960"/>
                    <a:pt x="512" y="1"/>
                    <a:pt x="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78"/>
            <p:cNvSpPr/>
            <p:nvPr/>
          </p:nvSpPr>
          <p:spPr>
            <a:xfrm>
              <a:off x="5633239" y="4003553"/>
              <a:ext cx="123065" cy="495943"/>
            </a:xfrm>
            <a:custGeom>
              <a:avLst/>
              <a:gdLst/>
              <a:ahLst/>
              <a:cxnLst/>
              <a:rect l="l" t="t" r="r" b="b"/>
              <a:pathLst>
                <a:path w="936" h="3772" extrusionOk="0">
                  <a:moveTo>
                    <a:pt x="0" y="1"/>
                  </a:moveTo>
                  <a:lnTo>
                    <a:pt x="0" y="3772"/>
                  </a:lnTo>
                  <a:lnTo>
                    <a:pt x="935" y="3772"/>
                  </a:lnTo>
                  <a:lnTo>
                    <a:pt x="9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78"/>
            <p:cNvSpPr/>
            <p:nvPr/>
          </p:nvSpPr>
          <p:spPr>
            <a:xfrm>
              <a:off x="5727511" y="4003422"/>
              <a:ext cx="57325" cy="496074"/>
            </a:xfrm>
            <a:custGeom>
              <a:avLst/>
              <a:gdLst/>
              <a:ahLst/>
              <a:cxnLst/>
              <a:rect l="l" t="t" r="r" b="b"/>
              <a:pathLst>
                <a:path w="436" h="3773" extrusionOk="0">
                  <a:moveTo>
                    <a:pt x="218" y="1"/>
                  </a:moveTo>
                  <a:cubicBezTo>
                    <a:pt x="97" y="1"/>
                    <a:pt x="0" y="845"/>
                    <a:pt x="0" y="1887"/>
                  </a:cubicBezTo>
                  <a:cubicBezTo>
                    <a:pt x="0" y="2929"/>
                    <a:pt x="97" y="3773"/>
                    <a:pt x="218" y="3773"/>
                  </a:cubicBezTo>
                  <a:cubicBezTo>
                    <a:pt x="338" y="3773"/>
                    <a:pt x="436" y="2929"/>
                    <a:pt x="436" y="1887"/>
                  </a:cubicBezTo>
                  <a:cubicBezTo>
                    <a:pt x="436" y="845"/>
                    <a:pt x="338" y="1"/>
                    <a:pt x="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78"/>
            <p:cNvSpPr/>
            <p:nvPr/>
          </p:nvSpPr>
          <p:spPr>
            <a:xfrm>
              <a:off x="5604445" y="4003685"/>
              <a:ext cx="57457" cy="496074"/>
            </a:xfrm>
            <a:custGeom>
              <a:avLst/>
              <a:gdLst/>
              <a:ahLst/>
              <a:cxnLst/>
              <a:rect l="l" t="t" r="r" b="b"/>
              <a:pathLst>
                <a:path w="437" h="3773" extrusionOk="0">
                  <a:moveTo>
                    <a:pt x="219" y="1"/>
                  </a:moveTo>
                  <a:cubicBezTo>
                    <a:pt x="98" y="1"/>
                    <a:pt x="0" y="844"/>
                    <a:pt x="0" y="1886"/>
                  </a:cubicBezTo>
                  <a:cubicBezTo>
                    <a:pt x="0" y="2929"/>
                    <a:pt x="97" y="3773"/>
                    <a:pt x="219" y="3773"/>
                  </a:cubicBezTo>
                  <a:cubicBezTo>
                    <a:pt x="339" y="3773"/>
                    <a:pt x="437" y="2928"/>
                    <a:pt x="437" y="1886"/>
                  </a:cubicBezTo>
                  <a:cubicBezTo>
                    <a:pt x="437" y="844"/>
                    <a:pt x="340"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78"/>
            <p:cNvSpPr/>
            <p:nvPr/>
          </p:nvSpPr>
          <p:spPr>
            <a:xfrm>
              <a:off x="5450875" y="4063640"/>
              <a:ext cx="163430" cy="376033"/>
            </a:xfrm>
            <a:custGeom>
              <a:avLst/>
              <a:gdLst/>
              <a:ahLst/>
              <a:cxnLst/>
              <a:rect l="l" t="t" r="r" b="b"/>
              <a:pathLst>
                <a:path w="1243" h="2860" extrusionOk="0">
                  <a:moveTo>
                    <a:pt x="0" y="0"/>
                  </a:moveTo>
                  <a:lnTo>
                    <a:pt x="0" y="2860"/>
                  </a:lnTo>
                  <a:lnTo>
                    <a:pt x="1243" y="2860"/>
                  </a:lnTo>
                  <a:lnTo>
                    <a:pt x="12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78"/>
            <p:cNvSpPr/>
            <p:nvPr/>
          </p:nvSpPr>
          <p:spPr>
            <a:xfrm>
              <a:off x="5588667" y="4063640"/>
              <a:ext cx="51014" cy="376164"/>
            </a:xfrm>
            <a:custGeom>
              <a:avLst/>
              <a:gdLst/>
              <a:ahLst/>
              <a:cxnLst/>
              <a:rect l="l" t="t" r="r" b="b"/>
              <a:pathLst>
                <a:path w="388" h="2861" extrusionOk="0">
                  <a:moveTo>
                    <a:pt x="195" y="0"/>
                  </a:moveTo>
                  <a:cubicBezTo>
                    <a:pt x="87" y="0"/>
                    <a:pt x="1" y="640"/>
                    <a:pt x="1" y="1430"/>
                  </a:cubicBezTo>
                  <a:cubicBezTo>
                    <a:pt x="1" y="2221"/>
                    <a:pt x="87" y="2861"/>
                    <a:pt x="195" y="2861"/>
                  </a:cubicBezTo>
                  <a:cubicBezTo>
                    <a:pt x="301" y="2861"/>
                    <a:pt x="388" y="2220"/>
                    <a:pt x="388" y="1430"/>
                  </a:cubicBezTo>
                  <a:cubicBezTo>
                    <a:pt x="388" y="640"/>
                    <a:pt x="301" y="0"/>
                    <a:pt x="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78"/>
            <p:cNvSpPr/>
            <p:nvPr/>
          </p:nvSpPr>
          <p:spPr>
            <a:xfrm>
              <a:off x="5425368" y="4063509"/>
              <a:ext cx="51014" cy="376164"/>
            </a:xfrm>
            <a:custGeom>
              <a:avLst/>
              <a:gdLst/>
              <a:ahLst/>
              <a:cxnLst/>
              <a:rect l="l" t="t" r="r" b="b"/>
              <a:pathLst>
                <a:path w="388" h="2861" extrusionOk="0">
                  <a:moveTo>
                    <a:pt x="194" y="0"/>
                  </a:moveTo>
                  <a:cubicBezTo>
                    <a:pt x="87" y="0"/>
                    <a:pt x="0" y="640"/>
                    <a:pt x="0" y="1430"/>
                  </a:cubicBezTo>
                  <a:cubicBezTo>
                    <a:pt x="0" y="2220"/>
                    <a:pt x="87" y="2861"/>
                    <a:pt x="194" y="2861"/>
                  </a:cubicBezTo>
                  <a:cubicBezTo>
                    <a:pt x="301" y="2861"/>
                    <a:pt x="387" y="2220"/>
                    <a:pt x="387" y="1430"/>
                  </a:cubicBezTo>
                  <a:cubicBezTo>
                    <a:pt x="387" y="640"/>
                    <a:pt x="301" y="0"/>
                    <a:pt x="1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78"/>
            <p:cNvSpPr/>
            <p:nvPr/>
          </p:nvSpPr>
          <p:spPr>
            <a:xfrm>
              <a:off x="4686841" y="4223652"/>
              <a:ext cx="765608" cy="55879"/>
            </a:xfrm>
            <a:custGeom>
              <a:avLst/>
              <a:gdLst/>
              <a:ahLst/>
              <a:cxnLst/>
              <a:rect l="l" t="t" r="r" b="b"/>
              <a:pathLst>
                <a:path w="5823" h="425" extrusionOk="0">
                  <a:moveTo>
                    <a:pt x="0" y="1"/>
                  </a:moveTo>
                  <a:lnTo>
                    <a:pt x="275" y="425"/>
                  </a:lnTo>
                  <a:lnTo>
                    <a:pt x="5823" y="425"/>
                  </a:lnTo>
                  <a:lnTo>
                    <a:pt x="5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7" name="Google Shape;4447;p78"/>
          <p:cNvGrpSpPr/>
          <p:nvPr/>
        </p:nvGrpSpPr>
        <p:grpSpPr>
          <a:xfrm>
            <a:off x="2596650" y="2938128"/>
            <a:ext cx="353422" cy="739416"/>
            <a:chOff x="3359700" y="3665728"/>
            <a:chExt cx="353422" cy="739416"/>
          </a:xfrm>
        </p:grpSpPr>
        <p:sp>
          <p:nvSpPr>
            <p:cNvPr id="4448" name="Google Shape;4448;p78"/>
            <p:cNvSpPr/>
            <p:nvPr/>
          </p:nvSpPr>
          <p:spPr>
            <a:xfrm>
              <a:off x="3510990" y="3809515"/>
              <a:ext cx="134873" cy="595629"/>
            </a:xfrm>
            <a:custGeom>
              <a:avLst/>
              <a:gdLst/>
              <a:ahLst/>
              <a:cxnLst/>
              <a:rect l="l" t="t" r="r" b="b"/>
              <a:pathLst>
                <a:path w="1528" h="6748" extrusionOk="0">
                  <a:moveTo>
                    <a:pt x="526" y="0"/>
                  </a:moveTo>
                  <a:cubicBezTo>
                    <a:pt x="511" y="0"/>
                    <a:pt x="498" y="8"/>
                    <a:pt x="491" y="26"/>
                  </a:cubicBezTo>
                  <a:cubicBezTo>
                    <a:pt x="310" y="527"/>
                    <a:pt x="184" y="1050"/>
                    <a:pt x="117" y="1580"/>
                  </a:cubicBezTo>
                  <a:cubicBezTo>
                    <a:pt x="0" y="2503"/>
                    <a:pt x="62" y="3444"/>
                    <a:pt x="301" y="4342"/>
                  </a:cubicBezTo>
                  <a:cubicBezTo>
                    <a:pt x="530" y="5198"/>
                    <a:pt x="917" y="6011"/>
                    <a:pt x="1437" y="6730"/>
                  </a:cubicBezTo>
                  <a:cubicBezTo>
                    <a:pt x="1446" y="6742"/>
                    <a:pt x="1457" y="6747"/>
                    <a:pt x="1469" y="6747"/>
                  </a:cubicBezTo>
                  <a:cubicBezTo>
                    <a:pt x="1499" y="6747"/>
                    <a:pt x="1528" y="6712"/>
                    <a:pt x="1505" y="6681"/>
                  </a:cubicBezTo>
                  <a:cubicBezTo>
                    <a:pt x="1217" y="6284"/>
                    <a:pt x="969" y="5858"/>
                    <a:pt x="769" y="5410"/>
                  </a:cubicBezTo>
                  <a:cubicBezTo>
                    <a:pt x="406" y="4599"/>
                    <a:pt x="194" y="3722"/>
                    <a:pt x="152" y="2834"/>
                  </a:cubicBezTo>
                  <a:cubicBezTo>
                    <a:pt x="106" y="1894"/>
                    <a:pt x="248" y="945"/>
                    <a:pt x="568" y="59"/>
                  </a:cubicBezTo>
                  <a:cubicBezTo>
                    <a:pt x="581" y="27"/>
                    <a:pt x="552"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78"/>
            <p:cNvSpPr/>
            <p:nvPr/>
          </p:nvSpPr>
          <p:spPr>
            <a:xfrm>
              <a:off x="3536941" y="4016237"/>
              <a:ext cx="155969" cy="180154"/>
            </a:xfrm>
            <a:custGeom>
              <a:avLst/>
              <a:gdLst/>
              <a:ahLst/>
              <a:cxnLst/>
              <a:rect l="l" t="t" r="r" b="b"/>
              <a:pathLst>
                <a:path w="1767" h="2041" extrusionOk="0">
                  <a:moveTo>
                    <a:pt x="929" y="0"/>
                  </a:moveTo>
                  <a:cubicBezTo>
                    <a:pt x="832" y="0"/>
                    <a:pt x="736" y="20"/>
                    <a:pt x="647" y="63"/>
                  </a:cubicBezTo>
                  <a:cubicBezTo>
                    <a:pt x="514" y="126"/>
                    <a:pt x="407" y="235"/>
                    <a:pt x="328" y="359"/>
                  </a:cubicBezTo>
                  <a:cubicBezTo>
                    <a:pt x="248" y="483"/>
                    <a:pt x="196" y="622"/>
                    <a:pt x="154" y="763"/>
                  </a:cubicBezTo>
                  <a:cubicBezTo>
                    <a:pt x="54" y="1096"/>
                    <a:pt x="0" y="1457"/>
                    <a:pt x="3" y="1806"/>
                  </a:cubicBezTo>
                  <a:cubicBezTo>
                    <a:pt x="5" y="2019"/>
                    <a:pt x="299" y="2014"/>
                    <a:pt x="457" y="2031"/>
                  </a:cubicBezTo>
                  <a:cubicBezTo>
                    <a:pt x="515" y="2037"/>
                    <a:pt x="574" y="2040"/>
                    <a:pt x="632" y="2040"/>
                  </a:cubicBezTo>
                  <a:cubicBezTo>
                    <a:pt x="711" y="2040"/>
                    <a:pt x="790" y="2034"/>
                    <a:pt x="868" y="2020"/>
                  </a:cubicBezTo>
                  <a:cubicBezTo>
                    <a:pt x="1161" y="1971"/>
                    <a:pt x="1443" y="1813"/>
                    <a:pt x="1604" y="1563"/>
                  </a:cubicBezTo>
                  <a:cubicBezTo>
                    <a:pt x="1716" y="1388"/>
                    <a:pt x="1766" y="1176"/>
                    <a:pt x="1764" y="968"/>
                  </a:cubicBezTo>
                  <a:cubicBezTo>
                    <a:pt x="1761" y="682"/>
                    <a:pt x="1656" y="390"/>
                    <a:pt x="1443" y="199"/>
                  </a:cubicBezTo>
                  <a:cubicBezTo>
                    <a:pt x="1303" y="73"/>
                    <a:pt x="1114"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78"/>
            <p:cNvSpPr/>
            <p:nvPr/>
          </p:nvSpPr>
          <p:spPr>
            <a:xfrm>
              <a:off x="3514874" y="3837937"/>
              <a:ext cx="171062" cy="176358"/>
            </a:xfrm>
            <a:custGeom>
              <a:avLst/>
              <a:gdLst/>
              <a:ahLst/>
              <a:cxnLst/>
              <a:rect l="l" t="t" r="r" b="b"/>
              <a:pathLst>
                <a:path w="1938" h="1998" extrusionOk="0">
                  <a:moveTo>
                    <a:pt x="1115" y="0"/>
                  </a:moveTo>
                  <a:cubicBezTo>
                    <a:pt x="1053" y="0"/>
                    <a:pt x="991" y="9"/>
                    <a:pt x="930" y="28"/>
                  </a:cubicBezTo>
                  <a:cubicBezTo>
                    <a:pt x="790" y="70"/>
                    <a:pt x="667" y="162"/>
                    <a:pt x="570" y="272"/>
                  </a:cubicBezTo>
                  <a:cubicBezTo>
                    <a:pt x="474" y="384"/>
                    <a:pt x="402" y="513"/>
                    <a:pt x="338" y="645"/>
                  </a:cubicBezTo>
                  <a:cubicBezTo>
                    <a:pt x="188" y="959"/>
                    <a:pt x="82" y="1309"/>
                    <a:pt x="31" y="1653"/>
                  </a:cubicBezTo>
                  <a:cubicBezTo>
                    <a:pt x="1" y="1866"/>
                    <a:pt x="292" y="1904"/>
                    <a:pt x="445" y="1945"/>
                  </a:cubicBezTo>
                  <a:cubicBezTo>
                    <a:pt x="569" y="1978"/>
                    <a:pt x="696" y="1997"/>
                    <a:pt x="824" y="1997"/>
                  </a:cubicBezTo>
                  <a:cubicBezTo>
                    <a:pt x="834" y="1997"/>
                    <a:pt x="843" y="1997"/>
                    <a:pt x="853" y="1997"/>
                  </a:cubicBezTo>
                  <a:cubicBezTo>
                    <a:pt x="1150" y="1992"/>
                    <a:pt x="1452" y="1877"/>
                    <a:pt x="1649" y="1655"/>
                  </a:cubicBezTo>
                  <a:cubicBezTo>
                    <a:pt x="1787" y="1499"/>
                    <a:pt x="1868" y="1298"/>
                    <a:pt x="1898" y="1092"/>
                  </a:cubicBezTo>
                  <a:cubicBezTo>
                    <a:pt x="1938" y="809"/>
                    <a:pt x="1879" y="505"/>
                    <a:pt x="1697" y="284"/>
                  </a:cubicBezTo>
                  <a:cubicBezTo>
                    <a:pt x="1556" y="111"/>
                    <a:pt x="1335" y="0"/>
                    <a:pt x="11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78"/>
            <p:cNvSpPr/>
            <p:nvPr/>
          </p:nvSpPr>
          <p:spPr>
            <a:xfrm>
              <a:off x="3371793" y="4064519"/>
              <a:ext cx="179183" cy="173887"/>
            </a:xfrm>
            <a:custGeom>
              <a:avLst/>
              <a:gdLst/>
              <a:ahLst/>
              <a:cxnLst/>
              <a:rect l="l" t="t" r="r" b="b"/>
              <a:pathLst>
                <a:path w="2030" h="1970" extrusionOk="0">
                  <a:moveTo>
                    <a:pt x="805" y="1"/>
                  </a:moveTo>
                  <a:cubicBezTo>
                    <a:pt x="564" y="1"/>
                    <a:pt x="325" y="139"/>
                    <a:pt x="189" y="342"/>
                  </a:cubicBezTo>
                  <a:cubicBezTo>
                    <a:pt x="29" y="580"/>
                    <a:pt x="0" y="888"/>
                    <a:pt x="67" y="1166"/>
                  </a:cubicBezTo>
                  <a:cubicBezTo>
                    <a:pt x="116" y="1368"/>
                    <a:pt x="217" y="1560"/>
                    <a:pt x="369" y="1702"/>
                  </a:cubicBezTo>
                  <a:cubicBezTo>
                    <a:pt x="564" y="1884"/>
                    <a:pt x="835" y="1970"/>
                    <a:pt x="1102" y="1970"/>
                  </a:cubicBezTo>
                  <a:cubicBezTo>
                    <a:pt x="1133" y="1970"/>
                    <a:pt x="1163" y="1969"/>
                    <a:pt x="1193" y="1967"/>
                  </a:cubicBezTo>
                  <a:cubicBezTo>
                    <a:pt x="1329" y="1956"/>
                    <a:pt x="1466" y="1924"/>
                    <a:pt x="1595" y="1875"/>
                  </a:cubicBezTo>
                  <a:cubicBezTo>
                    <a:pt x="1744" y="1819"/>
                    <a:pt x="2029" y="1752"/>
                    <a:pt x="1979" y="1543"/>
                  </a:cubicBezTo>
                  <a:cubicBezTo>
                    <a:pt x="1896" y="1208"/>
                    <a:pt x="1756" y="870"/>
                    <a:pt x="1576" y="573"/>
                  </a:cubicBezTo>
                  <a:cubicBezTo>
                    <a:pt x="1500" y="446"/>
                    <a:pt x="1415" y="326"/>
                    <a:pt x="1309" y="224"/>
                  </a:cubicBezTo>
                  <a:cubicBezTo>
                    <a:pt x="1203" y="123"/>
                    <a:pt x="1071" y="43"/>
                    <a:pt x="927" y="13"/>
                  </a:cubicBezTo>
                  <a:cubicBezTo>
                    <a:pt x="887" y="5"/>
                    <a:pt x="846" y="1"/>
                    <a:pt x="8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78"/>
            <p:cNvSpPr/>
            <p:nvPr/>
          </p:nvSpPr>
          <p:spPr>
            <a:xfrm>
              <a:off x="3359700" y="3880393"/>
              <a:ext cx="166119" cy="177506"/>
            </a:xfrm>
            <a:custGeom>
              <a:avLst/>
              <a:gdLst/>
              <a:ahLst/>
              <a:cxnLst/>
              <a:rect l="l" t="t" r="r" b="b"/>
              <a:pathLst>
                <a:path w="1882" h="2011" extrusionOk="0">
                  <a:moveTo>
                    <a:pt x="832" y="1"/>
                  </a:moveTo>
                  <a:cubicBezTo>
                    <a:pt x="623" y="1"/>
                    <a:pt x="412" y="98"/>
                    <a:pt x="268" y="254"/>
                  </a:cubicBezTo>
                  <a:cubicBezTo>
                    <a:pt x="76" y="465"/>
                    <a:pt x="0" y="766"/>
                    <a:pt x="26" y="1049"/>
                  </a:cubicBezTo>
                  <a:cubicBezTo>
                    <a:pt x="43" y="1257"/>
                    <a:pt x="115" y="1462"/>
                    <a:pt x="245" y="1624"/>
                  </a:cubicBezTo>
                  <a:cubicBezTo>
                    <a:pt x="430" y="1856"/>
                    <a:pt x="724" y="1988"/>
                    <a:pt x="1022" y="2008"/>
                  </a:cubicBezTo>
                  <a:cubicBezTo>
                    <a:pt x="1051" y="2010"/>
                    <a:pt x="1080" y="2011"/>
                    <a:pt x="1110" y="2011"/>
                  </a:cubicBezTo>
                  <a:cubicBezTo>
                    <a:pt x="1217" y="2011"/>
                    <a:pt x="1326" y="1999"/>
                    <a:pt x="1431" y="1977"/>
                  </a:cubicBezTo>
                  <a:cubicBezTo>
                    <a:pt x="1588" y="1944"/>
                    <a:pt x="1881" y="1920"/>
                    <a:pt x="1862" y="1706"/>
                  </a:cubicBezTo>
                  <a:cubicBezTo>
                    <a:pt x="1830" y="1363"/>
                    <a:pt x="1740" y="1008"/>
                    <a:pt x="1608" y="687"/>
                  </a:cubicBezTo>
                  <a:cubicBezTo>
                    <a:pt x="1551" y="551"/>
                    <a:pt x="1485" y="417"/>
                    <a:pt x="1394" y="302"/>
                  </a:cubicBezTo>
                  <a:cubicBezTo>
                    <a:pt x="1304" y="188"/>
                    <a:pt x="1187" y="89"/>
                    <a:pt x="1047" y="38"/>
                  </a:cubicBezTo>
                  <a:cubicBezTo>
                    <a:pt x="978" y="13"/>
                    <a:pt x="905" y="1"/>
                    <a:pt x="8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78"/>
            <p:cNvSpPr/>
            <p:nvPr/>
          </p:nvSpPr>
          <p:spPr>
            <a:xfrm>
              <a:off x="3399332" y="3669082"/>
              <a:ext cx="154380" cy="182890"/>
            </a:xfrm>
            <a:custGeom>
              <a:avLst/>
              <a:gdLst/>
              <a:ahLst/>
              <a:cxnLst/>
              <a:rect l="l" t="t" r="r" b="b"/>
              <a:pathLst>
                <a:path w="1749" h="2072" extrusionOk="0">
                  <a:moveTo>
                    <a:pt x="867" y="0"/>
                  </a:moveTo>
                  <a:cubicBezTo>
                    <a:pt x="694" y="0"/>
                    <a:pt x="519" y="62"/>
                    <a:pt x="382" y="169"/>
                  </a:cubicBezTo>
                  <a:cubicBezTo>
                    <a:pt x="159" y="347"/>
                    <a:pt x="36" y="632"/>
                    <a:pt x="15" y="917"/>
                  </a:cubicBezTo>
                  <a:cubicBezTo>
                    <a:pt x="1" y="1126"/>
                    <a:pt x="37" y="1339"/>
                    <a:pt x="140" y="1521"/>
                  </a:cubicBezTo>
                  <a:cubicBezTo>
                    <a:pt x="286" y="1781"/>
                    <a:pt x="557" y="1954"/>
                    <a:pt x="847" y="2023"/>
                  </a:cubicBezTo>
                  <a:cubicBezTo>
                    <a:pt x="955" y="2048"/>
                    <a:pt x="1066" y="2060"/>
                    <a:pt x="1177" y="2060"/>
                  </a:cubicBezTo>
                  <a:cubicBezTo>
                    <a:pt x="1204" y="2060"/>
                    <a:pt x="1231" y="2059"/>
                    <a:pt x="1258" y="2057"/>
                  </a:cubicBezTo>
                  <a:cubicBezTo>
                    <a:pt x="1417" y="2050"/>
                    <a:pt x="1709" y="2072"/>
                    <a:pt x="1724" y="1859"/>
                  </a:cubicBezTo>
                  <a:cubicBezTo>
                    <a:pt x="1748" y="1513"/>
                    <a:pt x="1716" y="1148"/>
                    <a:pt x="1636" y="811"/>
                  </a:cubicBezTo>
                  <a:cubicBezTo>
                    <a:pt x="1603" y="667"/>
                    <a:pt x="1558" y="525"/>
                    <a:pt x="1486" y="396"/>
                  </a:cubicBezTo>
                  <a:cubicBezTo>
                    <a:pt x="1415" y="267"/>
                    <a:pt x="1315" y="152"/>
                    <a:pt x="1186" y="80"/>
                  </a:cubicBezTo>
                  <a:cubicBezTo>
                    <a:pt x="1088" y="26"/>
                    <a:pt x="978" y="0"/>
                    <a:pt x="8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78"/>
            <p:cNvSpPr/>
            <p:nvPr/>
          </p:nvSpPr>
          <p:spPr>
            <a:xfrm>
              <a:off x="3546650" y="3665728"/>
              <a:ext cx="166473" cy="177506"/>
            </a:xfrm>
            <a:custGeom>
              <a:avLst/>
              <a:gdLst/>
              <a:ahLst/>
              <a:cxnLst/>
              <a:rect l="l" t="t" r="r" b="b"/>
              <a:pathLst>
                <a:path w="1886" h="2011" extrusionOk="0">
                  <a:moveTo>
                    <a:pt x="1053" y="1"/>
                  </a:moveTo>
                  <a:cubicBezTo>
                    <a:pt x="982" y="1"/>
                    <a:pt x="910" y="12"/>
                    <a:pt x="842" y="37"/>
                  </a:cubicBezTo>
                  <a:cubicBezTo>
                    <a:pt x="703" y="86"/>
                    <a:pt x="586" y="184"/>
                    <a:pt x="494" y="299"/>
                  </a:cubicBezTo>
                  <a:cubicBezTo>
                    <a:pt x="404" y="415"/>
                    <a:pt x="337" y="547"/>
                    <a:pt x="280" y="684"/>
                  </a:cubicBezTo>
                  <a:cubicBezTo>
                    <a:pt x="146" y="1004"/>
                    <a:pt x="55" y="1357"/>
                    <a:pt x="21" y="1703"/>
                  </a:cubicBezTo>
                  <a:cubicBezTo>
                    <a:pt x="1" y="1917"/>
                    <a:pt x="293" y="1943"/>
                    <a:pt x="450" y="1976"/>
                  </a:cubicBezTo>
                  <a:cubicBezTo>
                    <a:pt x="554" y="1998"/>
                    <a:pt x="662" y="2011"/>
                    <a:pt x="769" y="2011"/>
                  </a:cubicBezTo>
                  <a:cubicBezTo>
                    <a:pt x="799" y="2011"/>
                    <a:pt x="829" y="2010"/>
                    <a:pt x="859" y="2008"/>
                  </a:cubicBezTo>
                  <a:cubicBezTo>
                    <a:pt x="1154" y="1989"/>
                    <a:pt x="1452" y="1861"/>
                    <a:pt x="1637" y="1629"/>
                  </a:cubicBezTo>
                  <a:cubicBezTo>
                    <a:pt x="1769" y="1466"/>
                    <a:pt x="1840" y="1262"/>
                    <a:pt x="1859" y="1053"/>
                  </a:cubicBezTo>
                  <a:cubicBezTo>
                    <a:pt x="1885" y="769"/>
                    <a:pt x="1812" y="468"/>
                    <a:pt x="1619" y="256"/>
                  </a:cubicBezTo>
                  <a:cubicBezTo>
                    <a:pt x="1476" y="99"/>
                    <a:pt x="1263" y="1"/>
                    <a:pt x="10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5" name="Google Shape;4455;p78"/>
          <p:cNvGrpSpPr/>
          <p:nvPr/>
        </p:nvGrpSpPr>
        <p:grpSpPr>
          <a:xfrm>
            <a:off x="3583472" y="2667496"/>
            <a:ext cx="1658180" cy="1359839"/>
            <a:chOff x="4259838" y="2140450"/>
            <a:chExt cx="2909088" cy="2385683"/>
          </a:xfrm>
        </p:grpSpPr>
        <p:sp>
          <p:nvSpPr>
            <p:cNvPr id="4456" name="Google Shape;4456;p78"/>
            <p:cNvSpPr/>
            <p:nvPr/>
          </p:nvSpPr>
          <p:spPr>
            <a:xfrm>
              <a:off x="5432129" y="2140450"/>
              <a:ext cx="822222" cy="452627"/>
            </a:xfrm>
            <a:custGeom>
              <a:avLst/>
              <a:gdLst/>
              <a:ahLst/>
              <a:cxnLst/>
              <a:rect l="l" t="t" r="r" b="b"/>
              <a:pathLst>
                <a:path w="5475" h="3014" extrusionOk="0">
                  <a:moveTo>
                    <a:pt x="684" y="449"/>
                  </a:moveTo>
                  <a:lnTo>
                    <a:pt x="5001" y="978"/>
                  </a:lnTo>
                  <a:lnTo>
                    <a:pt x="4811" y="2516"/>
                  </a:lnTo>
                  <a:lnTo>
                    <a:pt x="498" y="1984"/>
                  </a:lnTo>
                  <a:lnTo>
                    <a:pt x="684" y="449"/>
                  </a:lnTo>
                  <a:close/>
                  <a:moveTo>
                    <a:pt x="685" y="0"/>
                  </a:moveTo>
                  <a:cubicBezTo>
                    <a:pt x="463" y="0"/>
                    <a:pt x="271" y="166"/>
                    <a:pt x="244" y="391"/>
                  </a:cubicBezTo>
                  <a:lnTo>
                    <a:pt x="0" y="2372"/>
                  </a:lnTo>
                  <a:lnTo>
                    <a:pt x="5201" y="3013"/>
                  </a:lnTo>
                  <a:lnTo>
                    <a:pt x="5445" y="1032"/>
                  </a:lnTo>
                  <a:cubicBezTo>
                    <a:pt x="5475" y="788"/>
                    <a:pt x="5300" y="566"/>
                    <a:pt x="5058" y="536"/>
                  </a:cubicBezTo>
                  <a:lnTo>
                    <a:pt x="739" y="4"/>
                  </a:lnTo>
                  <a:cubicBezTo>
                    <a:pt x="721" y="2"/>
                    <a:pt x="703" y="0"/>
                    <a:pt x="6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78"/>
            <p:cNvSpPr/>
            <p:nvPr/>
          </p:nvSpPr>
          <p:spPr>
            <a:xfrm>
              <a:off x="4259838" y="2322615"/>
              <a:ext cx="2909088" cy="2203518"/>
            </a:xfrm>
            <a:custGeom>
              <a:avLst/>
              <a:gdLst/>
              <a:ahLst/>
              <a:cxnLst/>
              <a:rect l="l" t="t" r="r" b="b"/>
              <a:pathLst>
                <a:path w="19371" h="14673" extrusionOk="0">
                  <a:moveTo>
                    <a:pt x="2633" y="1"/>
                  </a:moveTo>
                  <a:cubicBezTo>
                    <a:pt x="1984" y="1"/>
                    <a:pt x="1423" y="484"/>
                    <a:pt x="1342" y="1144"/>
                  </a:cubicBezTo>
                  <a:lnTo>
                    <a:pt x="88" y="11320"/>
                  </a:lnTo>
                  <a:cubicBezTo>
                    <a:pt x="0" y="12033"/>
                    <a:pt x="507" y="12682"/>
                    <a:pt x="1220" y="12770"/>
                  </a:cubicBezTo>
                  <a:lnTo>
                    <a:pt x="16579" y="14663"/>
                  </a:lnTo>
                  <a:cubicBezTo>
                    <a:pt x="16633" y="14669"/>
                    <a:pt x="16687" y="14673"/>
                    <a:pt x="16740" y="14673"/>
                  </a:cubicBezTo>
                  <a:cubicBezTo>
                    <a:pt x="17387" y="14673"/>
                    <a:pt x="17948" y="14190"/>
                    <a:pt x="18029" y="13530"/>
                  </a:cubicBezTo>
                  <a:lnTo>
                    <a:pt x="19283" y="3353"/>
                  </a:lnTo>
                  <a:cubicBezTo>
                    <a:pt x="19371" y="2641"/>
                    <a:pt x="18864" y="1991"/>
                    <a:pt x="18150" y="1903"/>
                  </a:cubicBezTo>
                  <a:lnTo>
                    <a:pt x="2792" y="11"/>
                  </a:lnTo>
                  <a:cubicBezTo>
                    <a:pt x="2738" y="4"/>
                    <a:pt x="2685" y="1"/>
                    <a:pt x="2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78"/>
            <p:cNvSpPr/>
            <p:nvPr/>
          </p:nvSpPr>
          <p:spPr>
            <a:xfrm>
              <a:off x="4314052" y="2827812"/>
              <a:ext cx="2800660" cy="1193591"/>
            </a:xfrm>
            <a:custGeom>
              <a:avLst/>
              <a:gdLst/>
              <a:ahLst/>
              <a:cxnLst/>
              <a:rect l="l" t="t" r="r" b="b"/>
              <a:pathLst>
                <a:path w="18649" h="7948" extrusionOk="0">
                  <a:moveTo>
                    <a:pt x="707" y="1"/>
                  </a:moveTo>
                  <a:lnTo>
                    <a:pt x="0" y="5737"/>
                  </a:lnTo>
                  <a:lnTo>
                    <a:pt x="17942" y="7948"/>
                  </a:lnTo>
                  <a:lnTo>
                    <a:pt x="18648" y="2211"/>
                  </a:lnTo>
                  <a:lnTo>
                    <a:pt x="7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78"/>
            <p:cNvSpPr/>
            <p:nvPr/>
          </p:nvSpPr>
          <p:spPr>
            <a:xfrm>
              <a:off x="4973785" y="2262244"/>
              <a:ext cx="300655" cy="134407"/>
            </a:xfrm>
            <a:custGeom>
              <a:avLst/>
              <a:gdLst/>
              <a:ahLst/>
              <a:cxnLst/>
              <a:rect l="l" t="t" r="r" b="b"/>
              <a:pathLst>
                <a:path w="2002" h="895" extrusionOk="0">
                  <a:moveTo>
                    <a:pt x="343" y="0"/>
                  </a:moveTo>
                  <a:cubicBezTo>
                    <a:pt x="195" y="0"/>
                    <a:pt x="68" y="111"/>
                    <a:pt x="50" y="261"/>
                  </a:cubicBezTo>
                  <a:lnTo>
                    <a:pt x="1" y="656"/>
                  </a:lnTo>
                  <a:lnTo>
                    <a:pt x="1934" y="895"/>
                  </a:lnTo>
                  <a:lnTo>
                    <a:pt x="1983" y="499"/>
                  </a:lnTo>
                  <a:cubicBezTo>
                    <a:pt x="2002" y="337"/>
                    <a:pt x="1887" y="189"/>
                    <a:pt x="1724" y="168"/>
                  </a:cubicBezTo>
                  <a:lnTo>
                    <a:pt x="380" y="3"/>
                  </a:lnTo>
                  <a:cubicBezTo>
                    <a:pt x="368" y="1"/>
                    <a:pt x="355" y="0"/>
                    <a:pt x="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78"/>
            <p:cNvSpPr/>
            <p:nvPr/>
          </p:nvSpPr>
          <p:spPr>
            <a:xfrm>
              <a:off x="6400328" y="2438101"/>
              <a:ext cx="300806" cy="134407"/>
            </a:xfrm>
            <a:custGeom>
              <a:avLst/>
              <a:gdLst/>
              <a:ahLst/>
              <a:cxnLst/>
              <a:rect l="l" t="t" r="r" b="b"/>
              <a:pathLst>
                <a:path w="2003" h="895" extrusionOk="0">
                  <a:moveTo>
                    <a:pt x="342" y="1"/>
                  </a:moveTo>
                  <a:cubicBezTo>
                    <a:pt x="195" y="1"/>
                    <a:pt x="67" y="112"/>
                    <a:pt x="50" y="261"/>
                  </a:cubicBezTo>
                  <a:lnTo>
                    <a:pt x="0" y="656"/>
                  </a:lnTo>
                  <a:lnTo>
                    <a:pt x="1934" y="895"/>
                  </a:lnTo>
                  <a:lnTo>
                    <a:pt x="1982" y="500"/>
                  </a:lnTo>
                  <a:cubicBezTo>
                    <a:pt x="2002" y="337"/>
                    <a:pt x="1885" y="188"/>
                    <a:pt x="1723" y="168"/>
                  </a:cubicBezTo>
                  <a:lnTo>
                    <a:pt x="380" y="3"/>
                  </a:lnTo>
                  <a:cubicBezTo>
                    <a:pt x="367" y="2"/>
                    <a:pt x="355" y="1"/>
                    <a:pt x="3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78"/>
            <p:cNvSpPr/>
            <p:nvPr/>
          </p:nvSpPr>
          <p:spPr>
            <a:xfrm>
              <a:off x="5331209" y="3063291"/>
              <a:ext cx="766055" cy="722342"/>
            </a:xfrm>
            <a:custGeom>
              <a:avLst/>
              <a:gdLst/>
              <a:ahLst/>
              <a:cxnLst/>
              <a:rect l="l" t="t" r="r" b="b"/>
              <a:pathLst>
                <a:path w="5101" h="4810" extrusionOk="0">
                  <a:moveTo>
                    <a:pt x="2122" y="598"/>
                  </a:moveTo>
                  <a:lnTo>
                    <a:pt x="3407" y="757"/>
                  </a:lnTo>
                  <a:lnTo>
                    <a:pt x="3263" y="1920"/>
                  </a:lnTo>
                  <a:lnTo>
                    <a:pt x="4427" y="2063"/>
                  </a:lnTo>
                  <a:lnTo>
                    <a:pt x="4269" y="3348"/>
                  </a:lnTo>
                  <a:lnTo>
                    <a:pt x="3105" y="3205"/>
                  </a:lnTo>
                  <a:lnTo>
                    <a:pt x="2961" y="4369"/>
                  </a:lnTo>
                  <a:lnTo>
                    <a:pt x="1676" y="4210"/>
                  </a:lnTo>
                  <a:lnTo>
                    <a:pt x="1820" y="3047"/>
                  </a:lnTo>
                  <a:lnTo>
                    <a:pt x="657" y="2903"/>
                  </a:lnTo>
                  <a:lnTo>
                    <a:pt x="815" y="1618"/>
                  </a:lnTo>
                  <a:lnTo>
                    <a:pt x="1979" y="1762"/>
                  </a:lnTo>
                  <a:lnTo>
                    <a:pt x="2122" y="598"/>
                  </a:lnTo>
                  <a:close/>
                  <a:moveTo>
                    <a:pt x="2546" y="0"/>
                  </a:moveTo>
                  <a:cubicBezTo>
                    <a:pt x="1349" y="0"/>
                    <a:pt x="314" y="893"/>
                    <a:pt x="163" y="2111"/>
                  </a:cubicBezTo>
                  <a:cubicBezTo>
                    <a:pt x="0" y="3429"/>
                    <a:pt x="937" y="4629"/>
                    <a:pt x="2256" y="4792"/>
                  </a:cubicBezTo>
                  <a:cubicBezTo>
                    <a:pt x="2356" y="4804"/>
                    <a:pt x="2455" y="4810"/>
                    <a:pt x="2553" y="4810"/>
                  </a:cubicBezTo>
                  <a:cubicBezTo>
                    <a:pt x="3750" y="4810"/>
                    <a:pt x="4786" y="3918"/>
                    <a:pt x="4936" y="2699"/>
                  </a:cubicBezTo>
                  <a:cubicBezTo>
                    <a:pt x="5100" y="1381"/>
                    <a:pt x="4162" y="181"/>
                    <a:pt x="2844" y="19"/>
                  </a:cubicBezTo>
                  <a:cubicBezTo>
                    <a:pt x="2744" y="6"/>
                    <a:pt x="2645" y="0"/>
                    <a:pt x="25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78"/>
            <p:cNvSpPr/>
            <p:nvPr/>
          </p:nvSpPr>
          <p:spPr>
            <a:xfrm>
              <a:off x="6162295" y="2536167"/>
              <a:ext cx="810057" cy="1965791"/>
            </a:xfrm>
            <a:custGeom>
              <a:avLst/>
              <a:gdLst/>
              <a:ahLst/>
              <a:cxnLst/>
              <a:rect l="l" t="t" r="r" b="b"/>
              <a:pathLst>
                <a:path w="5394" h="13090" extrusionOk="0">
                  <a:moveTo>
                    <a:pt x="1573" y="0"/>
                  </a:moveTo>
                  <a:cubicBezTo>
                    <a:pt x="2286" y="88"/>
                    <a:pt x="2792" y="737"/>
                    <a:pt x="2705" y="1450"/>
                  </a:cubicBezTo>
                  <a:lnTo>
                    <a:pt x="1451" y="11627"/>
                  </a:lnTo>
                  <a:cubicBezTo>
                    <a:pt x="1370" y="12286"/>
                    <a:pt x="809" y="12770"/>
                    <a:pt x="161" y="12770"/>
                  </a:cubicBezTo>
                  <a:cubicBezTo>
                    <a:pt x="108" y="12770"/>
                    <a:pt x="55" y="12767"/>
                    <a:pt x="1" y="12760"/>
                  </a:cubicBezTo>
                  <a:lnTo>
                    <a:pt x="1" y="12760"/>
                  </a:lnTo>
                  <a:lnTo>
                    <a:pt x="2602" y="13080"/>
                  </a:lnTo>
                  <a:cubicBezTo>
                    <a:pt x="2655" y="13086"/>
                    <a:pt x="2709" y="13090"/>
                    <a:pt x="2762" y="13090"/>
                  </a:cubicBezTo>
                  <a:cubicBezTo>
                    <a:pt x="3409" y="13090"/>
                    <a:pt x="3970" y="12606"/>
                    <a:pt x="4051" y="11947"/>
                  </a:cubicBezTo>
                  <a:lnTo>
                    <a:pt x="5305" y="1770"/>
                  </a:lnTo>
                  <a:cubicBezTo>
                    <a:pt x="5393" y="1058"/>
                    <a:pt x="4886" y="408"/>
                    <a:pt x="4173" y="320"/>
                  </a:cubicBezTo>
                  <a:lnTo>
                    <a:pt x="1573" y="0"/>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3" name="Google Shape;4463;p78"/>
          <p:cNvGrpSpPr/>
          <p:nvPr/>
        </p:nvGrpSpPr>
        <p:grpSpPr>
          <a:xfrm rot="900144">
            <a:off x="6973789" y="2597359"/>
            <a:ext cx="1854908" cy="2345799"/>
            <a:chOff x="7026906" y="2195298"/>
            <a:chExt cx="2215785" cy="2802179"/>
          </a:xfrm>
        </p:grpSpPr>
        <p:sp>
          <p:nvSpPr>
            <p:cNvPr id="4464" name="Google Shape;4464;p78"/>
            <p:cNvSpPr/>
            <p:nvPr/>
          </p:nvSpPr>
          <p:spPr>
            <a:xfrm>
              <a:off x="7026906" y="2747255"/>
              <a:ext cx="2215785" cy="2250222"/>
            </a:xfrm>
            <a:custGeom>
              <a:avLst/>
              <a:gdLst/>
              <a:ahLst/>
              <a:cxnLst/>
              <a:rect l="l" t="t" r="r" b="b"/>
              <a:pathLst>
                <a:path w="18402" h="18688" extrusionOk="0">
                  <a:moveTo>
                    <a:pt x="11097" y="1"/>
                  </a:moveTo>
                  <a:cubicBezTo>
                    <a:pt x="10704" y="1"/>
                    <a:pt x="10305" y="53"/>
                    <a:pt x="9907" y="163"/>
                  </a:cubicBezTo>
                  <a:lnTo>
                    <a:pt x="3762" y="1864"/>
                  </a:lnTo>
                  <a:cubicBezTo>
                    <a:pt x="1390" y="2519"/>
                    <a:pt x="0" y="4973"/>
                    <a:pt x="656" y="7344"/>
                  </a:cubicBezTo>
                  <a:lnTo>
                    <a:pt x="3340" y="17040"/>
                  </a:lnTo>
                  <a:cubicBezTo>
                    <a:pt x="3615" y="18035"/>
                    <a:pt x="4519" y="18688"/>
                    <a:pt x="5504" y="18688"/>
                  </a:cubicBezTo>
                  <a:cubicBezTo>
                    <a:pt x="5702" y="18688"/>
                    <a:pt x="5903" y="18661"/>
                    <a:pt x="6103" y="18606"/>
                  </a:cubicBezTo>
                  <a:lnTo>
                    <a:pt x="16506" y="15728"/>
                  </a:lnTo>
                  <a:cubicBezTo>
                    <a:pt x="17701" y="15398"/>
                    <a:pt x="18402" y="14159"/>
                    <a:pt x="18071" y="12964"/>
                  </a:cubicBezTo>
                  <a:lnTo>
                    <a:pt x="15388" y="3269"/>
                  </a:lnTo>
                  <a:cubicBezTo>
                    <a:pt x="14842" y="1295"/>
                    <a:pt x="13050" y="1"/>
                    <a:pt x="110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78"/>
            <p:cNvSpPr/>
            <p:nvPr/>
          </p:nvSpPr>
          <p:spPr>
            <a:xfrm>
              <a:off x="7860749" y="3230820"/>
              <a:ext cx="1246846" cy="1020475"/>
            </a:xfrm>
            <a:custGeom>
              <a:avLst/>
              <a:gdLst/>
              <a:ahLst/>
              <a:cxnLst/>
              <a:rect l="l" t="t" r="r" b="b"/>
              <a:pathLst>
                <a:path w="10355" h="8475" extrusionOk="0">
                  <a:moveTo>
                    <a:pt x="8674" y="1"/>
                  </a:moveTo>
                  <a:lnTo>
                    <a:pt x="1" y="2401"/>
                  </a:lnTo>
                  <a:lnTo>
                    <a:pt x="1681" y="8474"/>
                  </a:lnTo>
                  <a:lnTo>
                    <a:pt x="10355" y="6074"/>
                  </a:lnTo>
                  <a:lnTo>
                    <a:pt x="867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78"/>
            <p:cNvSpPr/>
            <p:nvPr/>
          </p:nvSpPr>
          <p:spPr>
            <a:xfrm>
              <a:off x="8383451" y="3406979"/>
              <a:ext cx="588925" cy="588684"/>
            </a:xfrm>
            <a:custGeom>
              <a:avLst/>
              <a:gdLst/>
              <a:ahLst/>
              <a:cxnLst/>
              <a:rect l="l" t="t" r="r" b="b"/>
              <a:pathLst>
                <a:path w="4891" h="4889" extrusionOk="0">
                  <a:moveTo>
                    <a:pt x="2697" y="0"/>
                  </a:moveTo>
                  <a:lnTo>
                    <a:pt x="974" y="477"/>
                  </a:lnTo>
                  <a:lnTo>
                    <a:pt x="1345" y="1822"/>
                  </a:lnTo>
                  <a:lnTo>
                    <a:pt x="0" y="2193"/>
                  </a:lnTo>
                  <a:lnTo>
                    <a:pt x="478" y="3917"/>
                  </a:lnTo>
                  <a:lnTo>
                    <a:pt x="1822" y="3543"/>
                  </a:lnTo>
                  <a:lnTo>
                    <a:pt x="2193" y="4889"/>
                  </a:lnTo>
                  <a:lnTo>
                    <a:pt x="3917" y="4412"/>
                  </a:lnTo>
                  <a:lnTo>
                    <a:pt x="3545" y="3067"/>
                  </a:lnTo>
                  <a:lnTo>
                    <a:pt x="4890" y="2695"/>
                  </a:lnTo>
                  <a:lnTo>
                    <a:pt x="4412" y="972"/>
                  </a:lnTo>
                  <a:lnTo>
                    <a:pt x="3069" y="1344"/>
                  </a:lnTo>
                  <a:lnTo>
                    <a:pt x="26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78"/>
            <p:cNvSpPr/>
            <p:nvPr/>
          </p:nvSpPr>
          <p:spPr>
            <a:xfrm>
              <a:off x="7131302" y="3611073"/>
              <a:ext cx="601809" cy="841907"/>
            </a:xfrm>
            <a:custGeom>
              <a:avLst/>
              <a:gdLst/>
              <a:ahLst/>
              <a:cxnLst/>
              <a:rect l="l" t="t" r="r" b="b"/>
              <a:pathLst>
                <a:path w="4998" h="6992" extrusionOk="0">
                  <a:moveTo>
                    <a:pt x="3318" y="1"/>
                  </a:moveTo>
                  <a:lnTo>
                    <a:pt x="0" y="918"/>
                  </a:lnTo>
                  <a:lnTo>
                    <a:pt x="1681" y="6991"/>
                  </a:lnTo>
                  <a:lnTo>
                    <a:pt x="4998" y="6074"/>
                  </a:lnTo>
                  <a:lnTo>
                    <a:pt x="331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78"/>
            <p:cNvSpPr/>
            <p:nvPr/>
          </p:nvSpPr>
          <p:spPr>
            <a:xfrm>
              <a:off x="7692415" y="2794576"/>
              <a:ext cx="1379176" cy="1992183"/>
            </a:xfrm>
            <a:custGeom>
              <a:avLst/>
              <a:gdLst/>
              <a:ahLst/>
              <a:cxnLst/>
              <a:rect l="l" t="t" r="r" b="b"/>
              <a:pathLst>
                <a:path w="11454" h="16545" extrusionOk="0">
                  <a:moveTo>
                    <a:pt x="4" y="980"/>
                  </a:moveTo>
                  <a:cubicBezTo>
                    <a:pt x="3" y="980"/>
                    <a:pt x="2" y="981"/>
                    <a:pt x="0" y="981"/>
                  </a:cubicBezTo>
                  <a:lnTo>
                    <a:pt x="4" y="980"/>
                  </a:lnTo>
                  <a:close/>
                  <a:moveTo>
                    <a:pt x="4150" y="1"/>
                  </a:moveTo>
                  <a:cubicBezTo>
                    <a:pt x="3756" y="1"/>
                    <a:pt x="3356" y="53"/>
                    <a:pt x="2958" y="163"/>
                  </a:cubicBezTo>
                  <a:lnTo>
                    <a:pt x="4" y="980"/>
                  </a:lnTo>
                  <a:lnTo>
                    <a:pt x="4" y="980"/>
                  </a:lnTo>
                  <a:cubicBezTo>
                    <a:pt x="400" y="870"/>
                    <a:pt x="799" y="818"/>
                    <a:pt x="1191" y="818"/>
                  </a:cubicBezTo>
                  <a:cubicBezTo>
                    <a:pt x="3144" y="818"/>
                    <a:pt x="4935" y="2112"/>
                    <a:pt x="5481" y="4086"/>
                  </a:cubicBezTo>
                  <a:lnTo>
                    <a:pt x="8165" y="13782"/>
                  </a:lnTo>
                  <a:cubicBezTo>
                    <a:pt x="8495" y="14978"/>
                    <a:pt x="7795" y="16214"/>
                    <a:pt x="6599" y="16544"/>
                  </a:cubicBezTo>
                  <a:lnTo>
                    <a:pt x="9557" y="15727"/>
                  </a:lnTo>
                  <a:cubicBezTo>
                    <a:pt x="10753" y="15397"/>
                    <a:pt x="11454" y="14158"/>
                    <a:pt x="11123" y="12963"/>
                  </a:cubicBezTo>
                  <a:lnTo>
                    <a:pt x="8440" y="3268"/>
                  </a:lnTo>
                  <a:cubicBezTo>
                    <a:pt x="7893" y="1295"/>
                    <a:pt x="6102" y="1"/>
                    <a:pt x="4150" y="1"/>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78"/>
            <p:cNvSpPr/>
            <p:nvPr/>
          </p:nvSpPr>
          <p:spPr>
            <a:xfrm>
              <a:off x="7380070" y="2539790"/>
              <a:ext cx="881281" cy="444915"/>
            </a:xfrm>
            <a:custGeom>
              <a:avLst/>
              <a:gdLst/>
              <a:ahLst/>
              <a:cxnLst/>
              <a:rect l="l" t="t" r="r" b="b"/>
              <a:pathLst>
                <a:path w="7319" h="3695" extrusionOk="0">
                  <a:moveTo>
                    <a:pt x="6819" y="1"/>
                  </a:moveTo>
                  <a:lnTo>
                    <a:pt x="0" y="1888"/>
                  </a:lnTo>
                  <a:lnTo>
                    <a:pt x="500" y="3694"/>
                  </a:lnTo>
                  <a:lnTo>
                    <a:pt x="7319" y="1808"/>
                  </a:lnTo>
                  <a:lnTo>
                    <a:pt x="6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78"/>
            <p:cNvSpPr/>
            <p:nvPr/>
          </p:nvSpPr>
          <p:spPr>
            <a:xfrm>
              <a:off x="7159478" y="2340271"/>
              <a:ext cx="1255154" cy="575560"/>
            </a:xfrm>
            <a:custGeom>
              <a:avLst/>
              <a:gdLst/>
              <a:ahLst/>
              <a:cxnLst/>
              <a:rect l="l" t="t" r="r" b="b"/>
              <a:pathLst>
                <a:path w="10424" h="4780" extrusionOk="0">
                  <a:moveTo>
                    <a:pt x="9785" y="0"/>
                  </a:moveTo>
                  <a:lnTo>
                    <a:pt x="0" y="2708"/>
                  </a:lnTo>
                  <a:lnTo>
                    <a:pt x="509" y="4545"/>
                  </a:lnTo>
                  <a:cubicBezTo>
                    <a:pt x="553" y="4704"/>
                    <a:pt x="845" y="4779"/>
                    <a:pt x="1316" y="4779"/>
                  </a:cubicBezTo>
                  <a:cubicBezTo>
                    <a:pt x="2235" y="4779"/>
                    <a:pt x="3839" y="4495"/>
                    <a:pt x="5625" y="4000"/>
                  </a:cubicBezTo>
                  <a:cubicBezTo>
                    <a:pt x="8327" y="3252"/>
                    <a:pt x="10423" y="2307"/>
                    <a:pt x="10293" y="1837"/>
                  </a:cubicBezTo>
                  <a:lnTo>
                    <a:pt x="97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78"/>
            <p:cNvSpPr/>
            <p:nvPr/>
          </p:nvSpPr>
          <p:spPr>
            <a:xfrm>
              <a:off x="7083017" y="2227207"/>
              <a:ext cx="1359429" cy="624567"/>
            </a:xfrm>
            <a:custGeom>
              <a:avLst/>
              <a:gdLst/>
              <a:ahLst/>
              <a:cxnLst/>
              <a:rect l="l" t="t" r="r" b="b"/>
              <a:pathLst>
                <a:path w="11290" h="5187" extrusionOk="0">
                  <a:moveTo>
                    <a:pt x="10598" y="0"/>
                  </a:moveTo>
                  <a:lnTo>
                    <a:pt x="1" y="2932"/>
                  </a:lnTo>
                  <a:lnTo>
                    <a:pt x="552" y="4922"/>
                  </a:lnTo>
                  <a:cubicBezTo>
                    <a:pt x="601" y="5101"/>
                    <a:pt x="944" y="5187"/>
                    <a:pt x="1495" y="5187"/>
                  </a:cubicBezTo>
                  <a:cubicBezTo>
                    <a:pt x="2503" y="5187"/>
                    <a:pt x="4212" y="4900"/>
                    <a:pt x="6105" y="4376"/>
                  </a:cubicBezTo>
                  <a:cubicBezTo>
                    <a:pt x="9031" y="3566"/>
                    <a:pt x="11290" y="2498"/>
                    <a:pt x="11149" y="1989"/>
                  </a:cubicBezTo>
                  <a:lnTo>
                    <a:pt x="105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78"/>
            <p:cNvSpPr/>
            <p:nvPr/>
          </p:nvSpPr>
          <p:spPr>
            <a:xfrm>
              <a:off x="7066039" y="2195298"/>
              <a:ext cx="1309940" cy="416980"/>
            </a:xfrm>
            <a:custGeom>
              <a:avLst/>
              <a:gdLst/>
              <a:ahLst/>
              <a:cxnLst/>
              <a:rect l="l" t="t" r="r" b="b"/>
              <a:pathLst>
                <a:path w="10879" h="3463" extrusionOk="0">
                  <a:moveTo>
                    <a:pt x="9797" y="0"/>
                  </a:moveTo>
                  <a:cubicBezTo>
                    <a:pt x="8788" y="0"/>
                    <a:pt x="7079" y="288"/>
                    <a:pt x="5185" y="811"/>
                  </a:cubicBezTo>
                  <a:cubicBezTo>
                    <a:pt x="2257" y="1621"/>
                    <a:pt x="0" y="2689"/>
                    <a:pt x="141" y="3197"/>
                  </a:cubicBezTo>
                  <a:cubicBezTo>
                    <a:pt x="190" y="3377"/>
                    <a:pt x="533" y="3463"/>
                    <a:pt x="1084" y="3463"/>
                  </a:cubicBezTo>
                  <a:cubicBezTo>
                    <a:pt x="2093" y="3463"/>
                    <a:pt x="3801" y="3175"/>
                    <a:pt x="5694" y="2651"/>
                  </a:cubicBezTo>
                  <a:cubicBezTo>
                    <a:pt x="8622" y="1841"/>
                    <a:pt x="10878" y="773"/>
                    <a:pt x="10738" y="265"/>
                  </a:cubicBezTo>
                  <a:cubicBezTo>
                    <a:pt x="10689" y="86"/>
                    <a:pt x="10347"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3" name="Google Shape;4473;p78"/>
          <p:cNvGrpSpPr/>
          <p:nvPr/>
        </p:nvGrpSpPr>
        <p:grpSpPr>
          <a:xfrm>
            <a:off x="5512686" y="2825320"/>
            <a:ext cx="1242070" cy="739377"/>
            <a:chOff x="5306236" y="3848004"/>
            <a:chExt cx="1815626" cy="1080803"/>
          </a:xfrm>
        </p:grpSpPr>
        <p:sp>
          <p:nvSpPr>
            <p:cNvPr id="4474" name="Google Shape;4474;p78"/>
            <p:cNvSpPr/>
            <p:nvPr/>
          </p:nvSpPr>
          <p:spPr>
            <a:xfrm>
              <a:off x="6092525" y="4072234"/>
              <a:ext cx="1029337" cy="856573"/>
            </a:xfrm>
            <a:custGeom>
              <a:avLst/>
              <a:gdLst/>
              <a:ahLst/>
              <a:cxnLst/>
              <a:rect l="l" t="t" r="r" b="b"/>
              <a:pathLst>
                <a:path w="12633" h="10513" extrusionOk="0">
                  <a:moveTo>
                    <a:pt x="2983" y="0"/>
                  </a:moveTo>
                  <a:lnTo>
                    <a:pt x="1" y="7761"/>
                  </a:lnTo>
                  <a:lnTo>
                    <a:pt x="6438" y="10234"/>
                  </a:lnTo>
                  <a:cubicBezTo>
                    <a:pt x="6928" y="10423"/>
                    <a:pt x="7432" y="10512"/>
                    <a:pt x="7928" y="10512"/>
                  </a:cubicBezTo>
                  <a:cubicBezTo>
                    <a:pt x="9598" y="10512"/>
                    <a:pt x="11175" y="9498"/>
                    <a:pt x="11810" y="7845"/>
                  </a:cubicBezTo>
                  <a:cubicBezTo>
                    <a:pt x="12632" y="5703"/>
                    <a:pt x="11563" y="3297"/>
                    <a:pt x="9421" y="2474"/>
                  </a:cubicBezTo>
                  <a:lnTo>
                    <a:pt x="29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78"/>
            <p:cNvSpPr/>
            <p:nvPr/>
          </p:nvSpPr>
          <p:spPr>
            <a:xfrm>
              <a:off x="5306318" y="3848004"/>
              <a:ext cx="1061114" cy="857388"/>
            </a:xfrm>
            <a:custGeom>
              <a:avLst/>
              <a:gdLst/>
              <a:ahLst/>
              <a:cxnLst/>
              <a:rect l="l" t="t" r="r" b="b"/>
              <a:pathLst>
                <a:path w="13023" h="10523" extrusionOk="0">
                  <a:moveTo>
                    <a:pt x="4706" y="0"/>
                  </a:moveTo>
                  <a:cubicBezTo>
                    <a:pt x="3036" y="0"/>
                    <a:pt x="1460" y="1014"/>
                    <a:pt x="824" y="2666"/>
                  </a:cubicBezTo>
                  <a:cubicBezTo>
                    <a:pt x="0" y="4809"/>
                    <a:pt x="1071" y="7213"/>
                    <a:pt x="3213" y="8038"/>
                  </a:cubicBezTo>
                  <a:lnTo>
                    <a:pt x="9650" y="10513"/>
                  </a:lnTo>
                  <a:cubicBezTo>
                    <a:pt x="9666" y="10519"/>
                    <a:pt x="9684" y="10522"/>
                    <a:pt x="9703" y="10522"/>
                  </a:cubicBezTo>
                  <a:cubicBezTo>
                    <a:pt x="10124" y="10522"/>
                    <a:pt x="11058" y="8955"/>
                    <a:pt x="11847" y="6903"/>
                  </a:cubicBezTo>
                  <a:cubicBezTo>
                    <a:pt x="12670" y="4760"/>
                    <a:pt x="13022" y="2902"/>
                    <a:pt x="12632" y="2752"/>
                  </a:cubicBezTo>
                  <a:lnTo>
                    <a:pt x="6195" y="277"/>
                  </a:lnTo>
                  <a:cubicBezTo>
                    <a:pt x="5705" y="89"/>
                    <a:pt x="5202" y="0"/>
                    <a:pt x="47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78"/>
            <p:cNvSpPr/>
            <p:nvPr/>
          </p:nvSpPr>
          <p:spPr>
            <a:xfrm>
              <a:off x="5306236" y="3996622"/>
              <a:ext cx="1767790" cy="932103"/>
            </a:xfrm>
            <a:custGeom>
              <a:avLst/>
              <a:gdLst/>
              <a:ahLst/>
              <a:cxnLst/>
              <a:rect l="l" t="t" r="r" b="b"/>
              <a:pathLst>
                <a:path w="21696" h="11440" extrusionOk="0">
                  <a:moveTo>
                    <a:pt x="1265" y="0"/>
                  </a:moveTo>
                  <a:lnTo>
                    <a:pt x="1265" y="0"/>
                  </a:lnTo>
                  <a:cubicBezTo>
                    <a:pt x="1089" y="258"/>
                    <a:pt x="940" y="539"/>
                    <a:pt x="824" y="842"/>
                  </a:cubicBezTo>
                  <a:cubicBezTo>
                    <a:pt x="0" y="2985"/>
                    <a:pt x="1069" y="5389"/>
                    <a:pt x="3213" y="6214"/>
                  </a:cubicBezTo>
                  <a:lnTo>
                    <a:pt x="9649" y="8689"/>
                  </a:lnTo>
                  <a:lnTo>
                    <a:pt x="16087" y="11162"/>
                  </a:lnTo>
                  <a:cubicBezTo>
                    <a:pt x="16577" y="11351"/>
                    <a:pt x="17081" y="11440"/>
                    <a:pt x="17576" y="11440"/>
                  </a:cubicBezTo>
                  <a:cubicBezTo>
                    <a:pt x="19247" y="11440"/>
                    <a:pt x="20823" y="10426"/>
                    <a:pt x="21459" y="8773"/>
                  </a:cubicBezTo>
                  <a:cubicBezTo>
                    <a:pt x="21574" y="8470"/>
                    <a:pt x="21652" y="8160"/>
                    <a:pt x="21696" y="7852"/>
                  </a:cubicBezTo>
                  <a:lnTo>
                    <a:pt x="21696" y="7852"/>
                  </a:lnTo>
                  <a:cubicBezTo>
                    <a:pt x="20919" y="9000"/>
                    <a:pt x="19619" y="9676"/>
                    <a:pt x="18255" y="9676"/>
                  </a:cubicBezTo>
                  <a:cubicBezTo>
                    <a:pt x="17759" y="9676"/>
                    <a:pt x="17255" y="9587"/>
                    <a:pt x="16765" y="9399"/>
                  </a:cubicBezTo>
                  <a:lnTo>
                    <a:pt x="10329" y="6925"/>
                  </a:lnTo>
                  <a:lnTo>
                    <a:pt x="3891" y="4450"/>
                  </a:lnTo>
                  <a:cubicBezTo>
                    <a:pt x="2052" y="3743"/>
                    <a:pt x="1004" y="1872"/>
                    <a:pt x="1265"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78"/>
            <p:cNvSpPr/>
            <p:nvPr/>
          </p:nvSpPr>
          <p:spPr>
            <a:xfrm>
              <a:off x="5819320" y="3971771"/>
              <a:ext cx="811541" cy="335850"/>
            </a:xfrm>
            <a:custGeom>
              <a:avLst/>
              <a:gdLst/>
              <a:ahLst/>
              <a:cxnLst/>
              <a:rect l="l" t="t" r="r" b="b"/>
              <a:pathLst>
                <a:path w="9960" h="4122" extrusionOk="0">
                  <a:moveTo>
                    <a:pt x="457" y="0"/>
                  </a:moveTo>
                  <a:cubicBezTo>
                    <a:pt x="147" y="0"/>
                    <a:pt x="0" y="492"/>
                    <a:pt x="345" y="624"/>
                  </a:cubicBezTo>
                  <a:cubicBezTo>
                    <a:pt x="3359" y="1782"/>
                    <a:pt x="6371" y="2939"/>
                    <a:pt x="9384" y="4098"/>
                  </a:cubicBezTo>
                  <a:cubicBezTo>
                    <a:pt x="9426" y="4114"/>
                    <a:pt x="9467" y="4121"/>
                    <a:pt x="9504" y="4121"/>
                  </a:cubicBezTo>
                  <a:cubicBezTo>
                    <a:pt x="9813" y="4121"/>
                    <a:pt x="9960" y="3630"/>
                    <a:pt x="9616" y="3498"/>
                  </a:cubicBezTo>
                  <a:cubicBezTo>
                    <a:pt x="6602" y="2339"/>
                    <a:pt x="3590" y="1183"/>
                    <a:pt x="576" y="24"/>
                  </a:cubicBezTo>
                  <a:cubicBezTo>
                    <a:pt x="535" y="8"/>
                    <a:pt x="495" y="0"/>
                    <a:pt x="457" y="0"/>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8" name="Google Shape;4478;p78"/>
          <p:cNvGrpSpPr/>
          <p:nvPr/>
        </p:nvGrpSpPr>
        <p:grpSpPr>
          <a:xfrm rot="1072742">
            <a:off x="2107243" y="3439158"/>
            <a:ext cx="1370219" cy="1153460"/>
            <a:chOff x="3714271" y="3136013"/>
            <a:chExt cx="663097" cy="558191"/>
          </a:xfrm>
        </p:grpSpPr>
        <p:sp>
          <p:nvSpPr>
            <p:cNvPr id="4479" name="Google Shape;4479;p78"/>
            <p:cNvSpPr/>
            <p:nvPr/>
          </p:nvSpPr>
          <p:spPr>
            <a:xfrm>
              <a:off x="3740117" y="3345263"/>
              <a:ext cx="637216" cy="348942"/>
            </a:xfrm>
            <a:custGeom>
              <a:avLst/>
              <a:gdLst/>
              <a:ahLst/>
              <a:cxnLst/>
              <a:rect l="l" t="t" r="r" b="b"/>
              <a:pathLst>
                <a:path w="15902" h="8708" extrusionOk="0">
                  <a:moveTo>
                    <a:pt x="15284" y="0"/>
                  </a:moveTo>
                  <a:lnTo>
                    <a:pt x="7642" y="2220"/>
                  </a:lnTo>
                  <a:lnTo>
                    <a:pt x="0" y="4439"/>
                  </a:lnTo>
                  <a:cubicBezTo>
                    <a:pt x="1011" y="6935"/>
                    <a:pt x="3403" y="8707"/>
                    <a:pt x="6607" y="8707"/>
                  </a:cubicBezTo>
                  <a:cubicBezTo>
                    <a:pt x="7483" y="8707"/>
                    <a:pt x="8419" y="8575"/>
                    <a:pt x="9405" y="8288"/>
                  </a:cubicBezTo>
                  <a:cubicBezTo>
                    <a:pt x="13994" y="6956"/>
                    <a:pt x="15901" y="3372"/>
                    <a:pt x="152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78"/>
            <p:cNvSpPr/>
            <p:nvPr/>
          </p:nvSpPr>
          <p:spPr>
            <a:xfrm>
              <a:off x="4024539" y="3345303"/>
              <a:ext cx="352829" cy="348381"/>
            </a:xfrm>
            <a:custGeom>
              <a:avLst/>
              <a:gdLst/>
              <a:ahLst/>
              <a:cxnLst/>
              <a:rect l="l" t="t" r="r" b="b"/>
              <a:pathLst>
                <a:path w="8805" h="8694" extrusionOk="0">
                  <a:moveTo>
                    <a:pt x="8188" y="0"/>
                  </a:moveTo>
                  <a:lnTo>
                    <a:pt x="3715" y="1300"/>
                  </a:lnTo>
                  <a:cubicBezTo>
                    <a:pt x="4222" y="4081"/>
                    <a:pt x="3015" y="7007"/>
                    <a:pt x="1" y="8694"/>
                  </a:cubicBezTo>
                  <a:cubicBezTo>
                    <a:pt x="733" y="8654"/>
                    <a:pt x="1504" y="8523"/>
                    <a:pt x="2308" y="8288"/>
                  </a:cubicBezTo>
                  <a:cubicBezTo>
                    <a:pt x="6898" y="6956"/>
                    <a:pt x="8804" y="3373"/>
                    <a:pt x="8188" y="0"/>
                  </a:cubicBezTo>
                  <a:close/>
                </a:path>
              </a:pathLst>
            </a:custGeom>
            <a:solidFill>
              <a:srgbClr val="FFB40D">
                <a:alpha val="33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78"/>
            <p:cNvSpPr/>
            <p:nvPr/>
          </p:nvSpPr>
          <p:spPr>
            <a:xfrm>
              <a:off x="3714271" y="3325949"/>
              <a:ext cx="662621" cy="210976"/>
            </a:xfrm>
            <a:custGeom>
              <a:avLst/>
              <a:gdLst/>
              <a:ahLst/>
              <a:cxnLst/>
              <a:rect l="l" t="t" r="r" b="b"/>
              <a:pathLst>
                <a:path w="16536" h="5265" extrusionOk="0">
                  <a:moveTo>
                    <a:pt x="15313" y="0"/>
                  </a:moveTo>
                  <a:cubicBezTo>
                    <a:pt x="13866" y="0"/>
                    <a:pt x="11065" y="526"/>
                    <a:pt x="7921" y="1439"/>
                  </a:cubicBezTo>
                  <a:cubicBezTo>
                    <a:pt x="3461" y="2734"/>
                    <a:pt x="0" y="4318"/>
                    <a:pt x="191" y="4978"/>
                  </a:cubicBezTo>
                  <a:cubicBezTo>
                    <a:pt x="248" y="5172"/>
                    <a:pt x="616" y="5265"/>
                    <a:pt x="1222" y="5265"/>
                  </a:cubicBezTo>
                  <a:cubicBezTo>
                    <a:pt x="2669" y="5265"/>
                    <a:pt x="5470" y="4739"/>
                    <a:pt x="8613" y="3826"/>
                  </a:cubicBezTo>
                  <a:cubicBezTo>
                    <a:pt x="13075" y="2531"/>
                    <a:pt x="16535" y="947"/>
                    <a:pt x="16343" y="287"/>
                  </a:cubicBezTo>
                  <a:cubicBezTo>
                    <a:pt x="16287" y="93"/>
                    <a:pt x="15919" y="0"/>
                    <a:pt x="153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78"/>
            <p:cNvSpPr/>
            <p:nvPr/>
          </p:nvSpPr>
          <p:spPr>
            <a:xfrm>
              <a:off x="3762436" y="3336127"/>
              <a:ext cx="557674" cy="173670"/>
            </a:xfrm>
            <a:custGeom>
              <a:avLst/>
              <a:gdLst/>
              <a:ahLst/>
              <a:cxnLst/>
              <a:rect l="l" t="t" r="r" b="b"/>
              <a:pathLst>
                <a:path w="13917" h="4334" extrusionOk="0">
                  <a:moveTo>
                    <a:pt x="13236" y="0"/>
                  </a:moveTo>
                  <a:cubicBezTo>
                    <a:pt x="12801" y="0"/>
                    <a:pt x="12162" y="74"/>
                    <a:pt x="11378" y="212"/>
                  </a:cubicBezTo>
                  <a:cubicBezTo>
                    <a:pt x="11038" y="271"/>
                    <a:pt x="10671" y="343"/>
                    <a:pt x="10279" y="425"/>
                  </a:cubicBezTo>
                  <a:cubicBezTo>
                    <a:pt x="9452" y="602"/>
                    <a:pt x="8523" y="831"/>
                    <a:pt x="7538" y="1101"/>
                  </a:cubicBezTo>
                  <a:cubicBezTo>
                    <a:pt x="7281" y="1173"/>
                    <a:pt x="7021" y="1246"/>
                    <a:pt x="6758" y="1322"/>
                  </a:cubicBezTo>
                  <a:cubicBezTo>
                    <a:pt x="2966" y="2423"/>
                    <a:pt x="1" y="3695"/>
                    <a:pt x="137" y="4161"/>
                  </a:cubicBezTo>
                  <a:cubicBezTo>
                    <a:pt x="171" y="4278"/>
                    <a:pt x="396" y="4334"/>
                    <a:pt x="775" y="4334"/>
                  </a:cubicBezTo>
                  <a:cubicBezTo>
                    <a:pt x="895" y="4334"/>
                    <a:pt x="1030" y="4328"/>
                    <a:pt x="1179" y="4317"/>
                  </a:cubicBezTo>
                  <a:cubicBezTo>
                    <a:pt x="2440" y="4226"/>
                    <a:pt x="4709" y="3752"/>
                    <a:pt x="7249" y="3014"/>
                  </a:cubicBezTo>
                  <a:lnTo>
                    <a:pt x="7305" y="2998"/>
                  </a:lnTo>
                  <a:cubicBezTo>
                    <a:pt x="8228" y="2730"/>
                    <a:pt x="9100" y="2451"/>
                    <a:pt x="9889" y="2176"/>
                  </a:cubicBezTo>
                  <a:cubicBezTo>
                    <a:pt x="10323" y="2025"/>
                    <a:pt x="10731" y="1875"/>
                    <a:pt x="11109" y="1730"/>
                  </a:cubicBezTo>
                  <a:cubicBezTo>
                    <a:pt x="11923" y="1416"/>
                    <a:pt x="12596" y="1120"/>
                    <a:pt x="13075" y="863"/>
                  </a:cubicBezTo>
                  <a:cubicBezTo>
                    <a:pt x="13623" y="569"/>
                    <a:pt x="13916" y="326"/>
                    <a:pt x="13871" y="173"/>
                  </a:cubicBezTo>
                  <a:cubicBezTo>
                    <a:pt x="13837" y="56"/>
                    <a:pt x="13613" y="0"/>
                    <a:pt x="132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78"/>
            <p:cNvSpPr/>
            <p:nvPr/>
          </p:nvSpPr>
          <p:spPr>
            <a:xfrm>
              <a:off x="3809680" y="3370708"/>
              <a:ext cx="476730" cy="138447"/>
            </a:xfrm>
            <a:custGeom>
              <a:avLst/>
              <a:gdLst/>
              <a:ahLst/>
              <a:cxnLst/>
              <a:rect l="l" t="t" r="r" b="b"/>
              <a:pathLst>
                <a:path w="11897" h="3455" extrusionOk="0">
                  <a:moveTo>
                    <a:pt x="11896" y="0"/>
                  </a:moveTo>
                  <a:lnTo>
                    <a:pt x="11896" y="0"/>
                  </a:lnTo>
                  <a:cubicBezTo>
                    <a:pt x="10634" y="92"/>
                    <a:pt x="8366" y="567"/>
                    <a:pt x="5824" y="1304"/>
                  </a:cubicBezTo>
                  <a:cubicBezTo>
                    <a:pt x="3283" y="2042"/>
                    <a:pt x="1115" y="2858"/>
                    <a:pt x="0" y="3454"/>
                  </a:cubicBezTo>
                  <a:cubicBezTo>
                    <a:pt x="1261" y="3363"/>
                    <a:pt x="3530" y="2889"/>
                    <a:pt x="6070" y="2151"/>
                  </a:cubicBezTo>
                  <a:cubicBezTo>
                    <a:pt x="8612" y="1413"/>
                    <a:pt x="10782" y="598"/>
                    <a:pt x="118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78"/>
            <p:cNvSpPr/>
            <p:nvPr/>
          </p:nvSpPr>
          <p:spPr>
            <a:xfrm>
              <a:off x="4149079" y="3136013"/>
              <a:ext cx="90321" cy="58224"/>
            </a:xfrm>
            <a:custGeom>
              <a:avLst/>
              <a:gdLst/>
              <a:ahLst/>
              <a:cxnLst/>
              <a:rect l="l" t="t" r="r" b="b"/>
              <a:pathLst>
                <a:path w="2254" h="1453" extrusionOk="0">
                  <a:moveTo>
                    <a:pt x="914" y="1"/>
                  </a:moveTo>
                  <a:cubicBezTo>
                    <a:pt x="505" y="1"/>
                    <a:pt x="170" y="177"/>
                    <a:pt x="97" y="464"/>
                  </a:cubicBezTo>
                  <a:cubicBezTo>
                    <a:pt x="1" y="836"/>
                    <a:pt x="386" y="1256"/>
                    <a:pt x="954" y="1403"/>
                  </a:cubicBezTo>
                  <a:cubicBezTo>
                    <a:pt x="1086" y="1437"/>
                    <a:pt x="1216" y="1453"/>
                    <a:pt x="1339" y="1453"/>
                  </a:cubicBezTo>
                  <a:cubicBezTo>
                    <a:pt x="1749" y="1453"/>
                    <a:pt x="2085" y="1276"/>
                    <a:pt x="2158" y="990"/>
                  </a:cubicBezTo>
                  <a:cubicBezTo>
                    <a:pt x="2254" y="617"/>
                    <a:pt x="1871" y="197"/>
                    <a:pt x="1300" y="51"/>
                  </a:cubicBezTo>
                  <a:cubicBezTo>
                    <a:pt x="1168" y="17"/>
                    <a:pt x="1038" y="1"/>
                    <a:pt x="9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78"/>
            <p:cNvSpPr/>
            <p:nvPr/>
          </p:nvSpPr>
          <p:spPr>
            <a:xfrm>
              <a:off x="4053671" y="3164624"/>
              <a:ext cx="172307" cy="291600"/>
            </a:xfrm>
            <a:custGeom>
              <a:avLst/>
              <a:gdLst/>
              <a:ahLst/>
              <a:cxnLst/>
              <a:rect l="l" t="t" r="r" b="b"/>
              <a:pathLst>
                <a:path w="4300" h="7277" extrusionOk="0">
                  <a:moveTo>
                    <a:pt x="3397" y="0"/>
                  </a:moveTo>
                  <a:cubicBezTo>
                    <a:pt x="3335" y="0"/>
                    <a:pt x="3269" y="13"/>
                    <a:pt x="3202" y="37"/>
                  </a:cubicBezTo>
                  <a:cubicBezTo>
                    <a:pt x="3190" y="42"/>
                    <a:pt x="3175" y="47"/>
                    <a:pt x="3163" y="52"/>
                  </a:cubicBezTo>
                  <a:cubicBezTo>
                    <a:pt x="3149" y="57"/>
                    <a:pt x="3135" y="65"/>
                    <a:pt x="3122" y="71"/>
                  </a:cubicBezTo>
                  <a:cubicBezTo>
                    <a:pt x="3112" y="76"/>
                    <a:pt x="3099" y="81"/>
                    <a:pt x="3088" y="87"/>
                  </a:cubicBezTo>
                  <a:cubicBezTo>
                    <a:pt x="3083" y="88"/>
                    <a:pt x="3077" y="92"/>
                    <a:pt x="3072" y="96"/>
                  </a:cubicBezTo>
                  <a:cubicBezTo>
                    <a:pt x="3062" y="102"/>
                    <a:pt x="3051" y="108"/>
                    <a:pt x="3039" y="114"/>
                  </a:cubicBezTo>
                  <a:cubicBezTo>
                    <a:pt x="3029" y="119"/>
                    <a:pt x="3017" y="128"/>
                    <a:pt x="3006" y="134"/>
                  </a:cubicBezTo>
                  <a:cubicBezTo>
                    <a:pt x="2998" y="139"/>
                    <a:pt x="2990" y="145"/>
                    <a:pt x="2980" y="150"/>
                  </a:cubicBezTo>
                  <a:cubicBezTo>
                    <a:pt x="2896" y="207"/>
                    <a:pt x="2808" y="279"/>
                    <a:pt x="2719" y="366"/>
                  </a:cubicBezTo>
                  <a:cubicBezTo>
                    <a:pt x="1812" y="1241"/>
                    <a:pt x="746" y="3513"/>
                    <a:pt x="275" y="5365"/>
                  </a:cubicBezTo>
                  <a:cubicBezTo>
                    <a:pt x="274" y="5371"/>
                    <a:pt x="271" y="5376"/>
                    <a:pt x="270" y="5381"/>
                  </a:cubicBezTo>
                  <a:cubicBezTo>
                    <a:pt x="68" y="6177"/>
                    <a:pt x="0" y="6796"/>
                    <a:pt x="36" y="7276"/>
                  </a:cubicBezTo>
                  <a:cubicBezTo>
                    <a:pt x="958" y="7008"/>
                    <a:pt x="1830" y="6729"/>
                    <a:pt x="2619" y="6455"/>
                  </a:cubicBezTo>
                  <a:cubicBezTo>
                    <a:pt x="3053" y="6304"/>
                    <a:pt x="3461" y="6154"/>
                    <a:pt x="3840" y="6009"/>
                  </a:cubicBezTo>
                  <a:cubicBezTo>
                    <a:pt x="3952" y="5528"/>
                    <a:pt x="4043" y="5012"/>
                    <a:pt x="4110" y="4492"/>
                  </a:cubicBezTo>
                  <a:cubicBezTo>
                    <a:pt x="4299" y="3038"/>
                    <a:pt x="4298" y="1548"/>
                    <a:pt x="4032" y="701"/>
                  </a:cubicBezTo>
                  <a:cubicBezTo>
                    <a:pt x="3913" y="323"/>
                    <a:pt x="3742" y="72"/>
                    <a:pt x="3507" y="14"/>
                  </a:cubicBezTo>
                  <a:cubicBezTo>
                    <a:pt x="3471" y="5"/>
                    <a:pt x="3435" y="0"/>
                    <a:pt x="33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78"/>
            <p:cNvSpPr/>
            <p:nvPr/>
          </p:nvSpPr>
          <p:spPr>
            <a:xfrm>
              <a:off x="4158616" y="3164624"/>
              <a:ext cx="67360" cy="258661"/>
            </a:xfrm>
            <a:custGeom>
              <a:avLst/>
              <a:gdLst/>
              <a:ahLst/>
              <a:cxnLst/>
              <a:rect l="l" t="t" r="r" b="b"/>
              <a:pathLst>
                <a:path w="1681" h="6455" extrusionOk="0">
                  <a:moveTo>
                    <a:pt x="777" y="0"/>
                  </a:moveTo>
                  <a:cubicBezTo>
                    <a:pt x="714" y="0"/>
                    <a:pt x="649" y="13"/>
                    <a:pt x="582" y="37"/>
                  </a:cubicBezTo>
                  <a:cubicBezTo>
                    <a:pt x="570" y="42"/>
                    <a:pt x="555" y="47"/>
                    <a:pt x="542" y="52"/>
                  </a:cubicBezTo>
                  <a:cubicBezTo>
                    <a:pt x="529" y="57"/>
                    <a:pt x="515" y="65"/>
                    <a:pt x="501" y="71"/>
                  </a:cubicBezTo>
                  <a:cubicBezTo>
                    <a:pt x="490" y="76"/>
                    <a:pt x="479" y="81"/>
                    <a:pt x="468" y="87"/>
                  </a:cubicBezTo>
                  <a:cubicBezTo>
                    <a:pt x="463" y="88"/>
                    <a:pt x="457" y="92"/>
                    <a:pt x="452" y="96"/>
                  </a:cubicBezTo>
                  <a:cubicBezTo>
                    <a:pt x="442" y="102"/>
                    <a:pt x="431" y="108"/>
                    <a:pt x="418" y="114"/>
                  </a:cubicBezTo>
                  <a:cubicBezTo>
                    <a:pt x="408" y="119"/>
                    <a:pt x="397" y="128"/>
                    <a:pt x="386" y="134"/>
                  </a:cubicBezTo>
                  <a:cubicBezTo>
                    <a:pt x="377" y="139"/>
                    <a:pt x="370" y="145"/>
                    <a:pt x="360" y="150"/>
                  </a:cubicBezTo>
                  <a:cubicBezTo>
                    <a:pt x="338" y="166"/>
                    <a:pt x="314" y="183"/>
                    <a:pt x="291" y="201"/>
                  </a:cubicBezTo>
                  <a:cubicBezTo>
                    <a:pt x="341" y="310"/>
                    <a:pt x="384" y="438"/>
                    <a:pt x="421" y="582"/>
                  </a:cubicBezTo>
                  <a:cubicBezTo>
                    <a:pt x="671" y="1547"/>
                    <a:pt x="632" y="3188"/>
                    <a:pt x="391" y="4705"/>
                  </a:cubicBezTo>
                  <a:cubicBezTo>
                    <a:pt x="320" y="5153"/>
                    <a:pt x="231" y="5591"/>
                    <a:pt x="128" y="5996"/>
                  </a:cubicBezTo>
                  <a:cubicBezTo>
                    <a:pt x="87" y="6160"/>
                    <a:pt x="45" y="6311"/>
                    <a:pt x="0" y="6455"/>
                  </a:cubicBezTo>
                  <a:cubicBezTo>
                    <a:pt x="434" y="6304"/>
                    <a:pt x="842" y="6154"/>
                    <a:pt x="1221" y="6009"/>
                  </a:cubicBezTo>
                  <a:cubicBezTo>
                    <a:pt x="1333" y="5528"/>
                    <a:pt x="1424" y="5012"/>
                    <a:pt x="1491" y="4492"/>
                  </a:cubicBezTo>
                  <a:cubicBezTo>
                    <a:pt x="1680" y="3038"/>
                    <a:pt x="1679" y="1548"/>
                    <a:pt x="1413" y="701"/>
                  </a:cubicBezTo>
                  <a:cubicBezTo>
                    <a:pt x="1294" y="323"/>
                    <a:pt x="1123" y="72"/>
                    <a:pt x="887" y="14"/>
                  </a:cubicBezTo>
                  <a:cubicBezTo>
                    <a:pt x="851" y="5"/>
                    <a:pt x="814" y="0"/>
                    <a:pt x="777" y="0"/>
                  </a:cubicBezTo>
                  <a:close/>
                </a:path>
              </a:pathLst>
            </a:custGeom>
            <a:solidFill>
              <a:srgbClr val="000000">
                <a:alpha val="157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7" name="Google Shape;4487;p78"/>
          <p:cNvGrpSpPr/>
          <p:nvPr/>
        </p:nvGrpSpPr>
        <p:grpSpPr>
          <a:xfrm>
            <a:off x="1963259" y="2756470"/>
            <a:ext cx="578082" cy="739432"/>
            <a:chOff x="5610268" y="4165597"/>
            <a:chExt cx="141732" cy="181282"/>
          </a:xfrm>
        </p:grpSpPr>
        <p:sp>
          <p:nvSpPr>
            <p:cNvPr id="4488" name="Google Shape;4488;p78"/>
            <p:cNvSpPr/>
            <p:nvPr/>
          </p:nvSpPr>
          <p:spPr>
            <a:xfrm>
              <a:off x="5636474" y="4214644"/>
              <a:ext cx="53696" cy="132236"/>
            </a:xfrm>
            <a:custGeom>
              <a:avLst/>
              <a:gdLst/>
              <a:ahLst/>
              <a:cxnLst/>
              <a:rect l="l" t="t" r="r" b="b"/>
              <a:pathLst>
                <a:path w="1340" h="3300" extrusionOk="0">
                  <a:moveTo>
                    <a:pt x="1294" y="1"/>
                  </a:moveTo>
                  <a:cubicBezTo>
                    <a:pt x="1288" y="1"/>
                    <a:pt x="1282" y="3"/>
                    <a:pt x="1276" y="7"/>
                  </a:cubicBezTo>
                  <a:cubicBezTo>
                    <a:pt x="886" y="283"/>
                    <a:pt x="566" y="652"/>
                    <a:pt x="345" y="1074"/>
                  </a:cubicBezTo>
                  <a:cubicBezTo>
                    <a:pt x="120" y="1503"/>
                    <a:pt x="3" y="1984"/>
                    <a:pt x="2" y="2469"/>
                  </a:cubicBezTo>
                  <a:cubicBezTo>
                    <a:pt x="1" y="2743"/>
                    <a:pt x="38" y="3016"/>
                    <a:pt x="110" y="3279"/>
                  </a:cubicBezTo>
                  <a:cubicBezTo>
                    <a:pt x="114" y="3293"/>
                    <a:pt x="125" y="3299"/>
                    <a:pt x="135" y="3299"/>
                  </a:cubicBezTo>
                  <a:cubicBezTo>
                    <a:pt x="154" y="3299"/>
                    <a:pt x="175" y="3281"/>
                    <a:pt x="168" y="3258"/>
                  </a:cubicBezTo>
                  <a:cubicBezTo>
                    <a:pt x="43" y="2798"/>
                    <a:pt x="32" y="2309"/>
                    <a:pt x="131" y="1844"/>
                  </a:cubicBezTo>
                  <a:cubicBezTo>
                    <a:pt x="230" y="1384"/>
                    <a:pt x="442" y="954"/>
                    <a:pt x="740" y="591"/>
                  </a:cubicBezTo>
                  <a:cubicBezTo>
                    <a:pt x="906" y="389"/>
                    <a:pt x="1100" y="208"/>
                    <a:pt x="1314" y="56"/>
                  </a:cubicBezTo>
                  <a:cubicBezTo>
                    <a:pt x="1340" y="37"/>
                    <a:pt x="1320" y="1"/>
                    <a:pt x="12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78"/>
            <p:cNvSpPr/>
            <p:nvPr/>
          </p:nvSpPr>
          <p:spPr>
            <a:xfrm>
              <a:off x="5638358" y="4230312"/>
              <a:ext cx="91002" cy="77057"/>
            </a:xfrm>
            <a:custGeom>
              <a:avLst/>
              <a:gdLst/>
              <a:ahLst/>
              <a:cxnLst/>
              <a:rect l="l" t="t" r="r" b="b"/>
              <a:pathLst>
                <a:path w="2271" h="1923" extrusionOk="0">
                  <a:moveTo>
                    <a:pt x="2271" y="1"/>
                  </a:moveTo>
                  <a:cubicBezTo>
                    <a:pt x="1741" y="19"/>
                    <a:pt x="1247" y="203"/>
                    <a:pt x="844" y="543"/>
                  </a:cubicBezTo>
                  <a:cubicBezTo>
                    <a:pt x="444" y="884"/>
                    <a:pt x="141" y="1375"/>
                    <a:pt x="0" y="1922"/>
                  </a:cubicBezTo>
                  <a:cubicBezTo>
                    <a:pt x="538" y="1902"/>
                    <a:pt x="1069" y="1752"/>
                    <a:pt x="1493" y="1426"/>
                  </a:cubicBezTo>
                  <a:cubicBezTo>
                    <a:pt x="1917" y="1100"/>
                    <a:pt x="2223" y="585"/>
                    <a:pt x="2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78"/>
            <p:cNvSpPr/>
            <p:nvPr/>
          </p:nvSpPr>
          <p:spPr>
            <a:xfrm>
              <a:off x="5660958" y="4165597"/>
              <a:ext cx="91042" cy="77057"/>
            </a:xfrm>
            <a:custGeom>
              <a:avLst/>
              <a:gdLst/>
              <a:ahLst/>
              <a:cxnLst/>
              <a:rect l="l" t="t" r="r" b="b"/>
              <a:pathLst>
                <a:path w="2272" h="1923" extrusionOk="0">
                  <a:moveTo>
                    <a:pt x="2271" y="1"/>
                  </a:moveTo>
                  <a:cubicBezTo>
                    <a:pt x="1743" y="19"/>
                    <a:pt x="1248" y="203"/>
                    <a:pt x="846" y="543"/>
                  </a:cubicBezTo>
                  <a:cubicBezTo>
                    <a:pt x="445" y="884"/>
                    <a:pt x="141" y="1375"/>
                    <a:pt x="1" y="1922"/>
                  </a:cubicBezTo>
                  <a:cubicBezTo>
                    <a:pt x="538" y="1902"/>
                    <a:pt x="1070" y="1752"/>
                    <a:pt x="1493" y="1426"/>
                  </a:cubicBezTo>
                  <a:cubicBezTo>
                    <a:pt x="1918" y="1100"/>
                    <a:pt x="2225" y="585"/>
                    <a:pt x="2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78"/>
            <p:cNvSpPr/>
            <p:nvPr/>
          </p:nvSpPr>
          <p:spPr>
            <a:xfrm>
              <a:off x="5610268" y="4169965"/>
              <a:ext cx="52413" cy="107832"/>
            </a:xfrm>
            <a:custGeom>
              <a:avLst/>
              <a:gdLst/>
              <a:ahLst/>
              <a:cxnLst/>
              <a:rect l="l" t="t" r="r" b="b"/>
              <a:pathLst>
                <a:path w="1308" h="2691" extrusionOk="0">
                  <a:moveTo>
                    <a:pt x="719" y="1"/>
                  </a:moveTo>
                  <a:cubicBezTo>
                    <a:pt x="240" y="332"/>
                    <a:pt x="1" y="848"/>
                    <a:pt x="43" y="1348"/>
                  </a:cubicBezTo>
                  <a:cubicBezTo>
                    <a:pt x="85" y="1848"/>
                    <a:pt x="400" y="2317"/>
                    <a:pt x="823" y="2690"/>
                  </a:cubicBezTo>
                  <a:cubicBezTo>
                    <a:pt x="1307" y="1843"/>
                    <a:pt x="1269" y="822"/>
                    <a:pt x="7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2" name="Google Shape;4492;p78"/>
          <p:cNvGrpSpPr/>
          <p:nvPr/>
        </p:nvGrpSpPr>
        <p:grpSpPr>
          <a:xfrm>
            <a:off x="715088" y="3256666"/>
            <a:ext cx="1248161" cy="1359784"/>
            <a:chOff x="1485900" y="4452125"/>
            <a:chExt cx="549875" cy="599050"/>
          </a:xfrm>
        </p:grpSpPr>
        <p:sp>
          <p:nvSpPr>
            <p:cNvPr id="4493" name="Google Shape;4493;p78"/>
            <p:cNvSpPr/>
            <p:nvPr/>
          </p:nvSpPr>
          <p:spPr>
            <a:xfrm>
              <a:off x="1485900" y="4550725"/>
              <a:ext cx="492850" cy="500450"/>
            </a:xfrm>
            <a:custGeom>
              <a:avLst/>
              <a:gdLst/>
              <a:ahLst/>
              <a:cxnLst/>
              <a:rect l="l" t="t" r="r" b="b"/>
              <a:pathLst>
                <a:path w="19714" h="20018" extrusionOk="0">
                  <a:moveTo>
                    <a:pt x="4732" y="0"/>
                  </a:moveTo>
                  <a:lnTo>
                    <a:pt x="214" y="15216"/>
                  </a:lnTo>
                  <a:cubicBezTo>
                    <a:pt x="0" y="15934"/>
                    <a:pt x="3181" y="17513"/>
                    <a:pt x="7318" y="18741"/>
                  </a:cubicBezTo>
                  <a:cubicBezTo>
                    <a:pt x="8033" y="18953"/>
                    <a:pt x="8728" y="19142"/>
                    <a:pt x="9393" y="19303"/>
                  </a:cubicBezTo>
                  <a:cubicBezTo>
                    <a:pt x="11293" y="19766"/>
                    <a:pt x="12930" y="20017"/>
                    <a:pt x="13979" y="20017"/>
                  </a:cubicBezTo>
                  <a:cubicBezTo>
                    <a:pt x="14108" y="20017"/>
                    <a:pt x="14228" y="20013"/>
                    <a:pt x="14339" y="20006"/>
                  </a:cubicBezTo>
                  <a:cubicBezTo>
                    <a:pt x="14834" y="19973"/>
                    <a:pt x="15139" y="19860"/>
                    <a:pt x="15196" y="19664"/>
                  </a:cubicBezTo>
                  <a:lnTo>
                    <a:pt x="19713" y="4448"/>
                  </a:lnTo>
                  <a:lnTo>
                    <a:pt x="47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78"/>
            <p:cNvSpPr/>
            <p:nvPr/>
          </p:nvSpPr>
          <p:spPr>
            <a:xfrm>
              <a:off x="1591600" y="4688575"/>
              <a:ext cx="277175" cy="248475"/>
            </a:xfrm>
            <a:custGeom>
              <a:avLst/>
              <a:gdLst/>
              <a:ahLst/>
              <a:cxnLst/>
              <a:rect l="l" t="t" r="r" b="b"/>
              <a:pathLst>
                <a:path w="11087" h="9939" extrusionOk="0">
                  <a:moveTo>
                    <a:pt x="5283" y="1140"/>
                  </a:moveTo>
                  <a:lnTo>
                    <a:pt x="7848" y="1900"/>
                  </a:lnTo>
                  <a:lnTo>
                    <a:pt x="7159" y="4222"/>
                  </a:lnTo>
                  <a:lnTo>
                    <a:pt x="9481" y="4911"/>
                  </a:lnTo>
                  <a:lnTo>
                    <a:pt x="8720" y="7475"/>
                  </a:lnTo>
                  <a:lnTo>
                    <a:pt x="6398" y="6786"/>
                  </a:lnTo>
                  <a:lnTo>
                    <a:pt x="5708" y="9108"/>
                  </a:lnTo>
                  <a:lnTo>
                    <a:pt x="3145" y="8346"/>
                  </a:lnTo>
                  <a:lnTo>
                    <a:pt x="3833" y="6024"/>
                  </a:lnTo>
                  <a:lnTo>
                    <a:pt x="1511" y="5336"/>
                  </a:lnTo>
                  <a:lnTo>
                    <a:pt x="2273" y="2772"/>
                  </a:lnTo>
                  <a:lnTo>
                    <a:pt x="4595" y="3462"/>
                  </a:lnTo>
                  <a:lnTo>
                    <a:pt x="5283" y="1140"/>
                  </a:lnTo>
                  <a:close/>
                  <a:moveTo>
                    <a:pt x="5542" y="0"/>
                  </a:moveTo>
                  <a:cubicBezTo>
                    <a:pt x="3400" y="0"/>
                    <a:pt x="1422" y="1397"/>
                    <a:pt x="782" y="3556"/>
                  </a:cubicBezTo>
                  <a:cubicBezTo>
                    <a:pt x="0" y="6186"/>
                    <a:pt x="1500" y="8952"/>
                    <a:pt x="4130" y="9732"/>
                  </a:cubicBezTo>
                  <a:cubicBezTo>
                    <a:pt x="4602" y="9872"/>
                    <a:pt x="5077" y="9939"/>
                    <a:pt x="5545" y="9939"/>
                  </a:cubicBezTo>
                  <a:cubicBezTo>
                    <a:pt x="7688" y="9939"/>
                    <a:pt x="9666" y="8542"/>
                    <a:pt x="10307" y="6383"/>
                  </a:cubicBezTo>
                  <a:cubicBezTo>
                    <a:pt x="11086" y="3753"/>
                    <a:pt x="9587" y="987"/>
                    <a:pt x="6958" y="207"/>
                  </a:cubicBezTo>
                  <a:cubicBezTo>
                    <a:pt x="6487" y="67"/>
                    <a:pt x="6011" y="0"/>
                    <a:pt x="55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78"/>
            <p:cNvSpPr/>
            <p:nvPr/>
          </p:nvSpPr>
          <p:spPr>
            <a:xfrm>
              <a:off x="1720700" y="4606500"/>
              <a:ext cx="245150" cy="444650"/>
            </a:xfrm>
            <a:custGeom>
              <a:avLst/>
              <a:gdLst/>
              <a:ahLst/>
              <a:cxnLst/>
              <a:rect l="l" t="t" r="r" b="b"/>
              <a:pathLst>
                <a:path w="9806" h="17786" extrusionOk="0">
                  <a:moveTo>
                    <a:pt x="5069" y="1"/>
                  </a:moveTo>
                  <a:lnTo>
                    <a:pt x="1" y="17071"/>
                  </a:lnTo>
                  <a:cubicBezTo>
                    <a:pt x="1901" y="17534"/>
                    <a:pt x="3538" y="17785"/>
                    <a:pt x="4587" y="17785"/>
                  </a:cubicBezTo>
                  <a:cubicBezTo>
                    <a:pt x="4716" y="17785"/>
                    <a:pt x="4836" y="17781"/>
                    <a:pt x="4947" y="17774"/>
                  </a:cubicBezTo>
                  <a:lnTo>
                    <a:pt x="9805" y="1407"/>
                  </a:lnTo>
                  <a:lnTo>
                    <a:pt x="5069" y="1"/>
                  </a:ln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78"/>
            <p:cNvSpPr/>
            <p:nvPr/>
          </p:nvSpPr>
          <p:spPr>
            <a:xfrm>
              <a:off x="1571050" y="4462225"/>
              <a:ext cx="458625" cy="217850"/>
            </a:xfrm>
            <a:custGeom>
              <a:avLst/>
              <a:gdLst/>
              <a:ahLst/>
              <a:cxnLst/>
              <a:rect l="l" t="t" r="r" b="b"/>
              <a:pathLst>
                <a:path w="18345" h="8714" extrusionOk="0">
                  <a:moveTo>
                    <a:pt x="1201" y="1"/>
                  </a:moveTo>
                  <a:lnTo>
                    <a:pt x="244" y="3218"/>
                  </a:lnTo>
                  <a:cubicBezTo>
                    <a:pt x="1" y="4041"/>
                    <a:pt x="3640" y="5847"/>
                    <a:pt x="8375" y="7254"/>
                  </a:cubicBezTo>
                  <a:cubicBezTo>
                    <a:pt x="11533" y="8191"/>
                    <a:pt x="14381" y="8714"/>
                    <a:pt x="15999" y="8714"/>
                  </a:cubicBezTo>
                  <a:cubicBezTo>
                    <a:pt x="16807" y="8714"/>
                    <a:pt x="17308" y="8584"/>
                    <a:pt x="17389" y="8310"/>
                  </a:cubicBezTo>
                  <a:lnTo>
                    <a:pt x="18345" y="5093"/>
                  </a:lnTo>
                  <a:lnTo>
                    <a:pt x="1201" y="1"/>
                  </a:lnTo>
                  <a:close/>
                </a:path>
              </a:pathLst>
            </a:custGeom>
            <a:solidFill>
              <a:srgbClr val="0077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78"/>
            <p:cNvSpPr/>
            <p:nvPr/>
          </p:nvSpPr>
          <p:spPr>
            <a:xfrm>
              <a:off x="1594925" y="4452125"/>
              <a:ext cx="440850" cy="147525"/>
            </a:xfrm>
            <a:custGeom>
              <a:avLst/>
              <a:gdLst/>
              <a:ahLst/>
              <a:cxnLst/>
              <a:rect l="l" t="t" r="r" b="b"/>
              <a:pathLst>
                <a:path w="17634" h="5901" extrusionOk="0">
                  <a:moveTo>
                    <a:pt x="1636" y="1"/>
                  </a:moveTo>
                  <a:cubicBezTo>
                    <a:pt x="828" y="1"/>
                    <a:pt x="327" y="131"/>
                    <a:pt x="246" y="405"/>
                  </a:cubicBezTo>
                  <a:cubicBezTo>
                    <a:pt x="1" y="1228"/>
                    <a:pt x="3641" y="3034"/>
                    <a:pt x="8375" y="4440"/>
                  </a:cubicBezTo>
                  <a:cubicBezTo>
                    <a:pt x="11533" y="5378"/>
                    <a:pt x="14380" y="5901"/>
                    <a:pt x="15999" y="5901"/>
                  </a:cubicBezTo>
                  <a:cubicBezTo>
                    <a:pt x="16807" y="5901"/>
                    <a:pt x="17309" y="5770"/>
                    <a:pt x="17390" y="5497"/>
                  </a:cubicBezTo>
                  <a:cubicBezTo>
                    <a:pt x="17633" y="4674"/>
                    <a:pt x="13994" y="2868"/>
                    <a:pt x="9261" y="1461"/>
                  </a:cubicBezTo>
                  <a:cubicBezTo>
                    <a:pt x="6102" y="524"/>
                    <a:pt x="3254" y="1"/>
                    <a:pt x="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78"/>
            <p:cNvSpPr/>
            <p:nvPr/>
          </p:nvSpPr>
          <p:spPr>
            <a:xfrm>
              <a:off x="1582550" y="4491425"/>
              <a:ext cx="423525" cy="200725"/>
            </a:xfrm>
            <a:custGeom>
              <a:avLst/>
              <a:gdLst/>
              <a:ahLst/>
              <a:cxnLst/>
              <a:rect l="l" t="t" r="r" b="b"/>
              <a:pathLst>
                <a:path w="16941" h="8029" extrusionOk="0">
                  <a:moveTo>
                    <a:pt x="1109" y="1"/>
                  </a:moveTo>
                  <a:lnTo>
                    <a:pt x="226" y="2971"/>
                  </a:lnTo>
                  <a:cubicBezTo>
                    <a:pt x="0" y="3732"/>
                    <a:pt x="3381" y="5333"/>
                    <a:pt x="7754" y="6631"/>
                  </a:cubicBezTo>
                  <a:cubicBezTo>
                    <a:pt x="10727" y="7514"/>
                    <a:pt x="13393" y="8029"/>
                    <a:pt x="14865" y="8029"/>
                  </a:cubicBezTo>
                  <a:cubicBezTo>
                    <a:pt x="15557" y="8029"/>
                    <a:pt x="15986" y="7915"/>
                    <a:pt x="16058" y="7672"/>
                  </a:cubicBezTo>
                  <a:lnTo>
                    <a:pt x="16940" y="4702"/>
                  </a:lnTo>
                  <a:lnTo>
                    <a:pt x="11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78"/>
            <p:cNvSpPr/>
            <p:nvPr/>
          </p:nvSpPr>
          <p:spPr>
            <a:xfrm>
              <a:off x="1571050" y="4462225"/>
              <a:ext cx="458625" cy="217850"/>
            </a:xfrm>
            <a:custGeom>
              <a:avLst/>
              <a:gdLst/>
              <a:ahLst/>
              <a:cxnLst/>
              <a:rect l="l" t="t" r="r" b="b"/>
              <a:pathLst>
                <a:path w="18345" h="8714" extrusionOk="0">
                  <a:moveTo>
                    <a:pt x="1201" y="1"/>
                  </a:moveTo>
                  <a:lnTo>
                    <a:pt x="244" y="3218"/>
                  </a:lnTo>
                  <a:cubicBezTo>
                    <a:pt x="1" y="4041"/>
                    <a:pt x="3640" y="5847"/>
                    <a:pt x="8375" y="7254"/>
                  </a:cubicBezTo>
                  <a:cubicBezTo>
                    <a:pt x="11533" y="8191"/>
                    <a:pt x="14381" y="8714"/>
                    <a:pt x="15999" y="8714"/>
                  </a:cubicBezTo>
                  <a:cubicBezTo>
                    <a:pt x="16807" y="8714"/>
                    <a:pt x="17308" y="8584"/>
                    <a:pt x="17389" y="8310"/>
                  </a:cubicBezTo>
                  <a:lnTo>
                    <a:pt x="18345" y="5093"/>
                  </a:lnTo>
                  <a:lnTo>
                    <a:pt x="1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78"/>
            <p:cNvSpPr/>
            <p:nvPr/>
          </p:nvSpPr>
          <p:spPr>
            <a:xfrm>
              <a:off x="1594925" y="4452125"/>
              <a:ext cx="440850" cy="147525"/>
            </a:xfrm>
            <a:custGeom>
              <a:avLst/>
              <a:gdLst/>
              <a:ahLst/>
              <a:cxnLst/>
              <a:rect l="l" t="t" r="r" b="b"/>
              <a:pathLst>
                <a:path w="17634" h="5901" extrusionOk="0">
                  <a:moveTo>
                    <a:pt x="1636" y="1"/>
                  </a:moveTo>
                  <a:cubicBezTo>
                    <a:pt x="828" y="1"/>
                    <a:pt x="327" y="131"/>
                    <a:pt x="246" y="405"/>
                  </a:cubicBezTo>
                  <a:cubicBezTo>
                    <a:pt x="1" y="1228"/>
                    <a:pt x="3641" y="3034"/>
                    <a:pt x="8375" y="4440"/>
                  </a:cubicBezTo>
                  <a:cubicBezTo>
                    <a:pt x="11533" y="5378"/>
                    <a:pt x="14380" y="5901"/>
                    <a:pt x="15999" y="5901"/>
                  </a:cubicBezTo>
                  <a:cubicBezTo>
                    <a:pt x="16807" y="5901"/>
                    <a:pt x="17309" y="5770"/>
                    <a:pt x="17390" y="5497"/>
                  </a:cubicBezTo>
                  <a:cubicBezTo>
                    <a:pt x="17633" y="4674"/>
                    <a:pt x="13994" y="2868"/>
                    <a:pt x="9261" y="1461"/>
                  </a:cubicBezTo>
                  <a:cubicBezTo>
                    <a:pt x="6102" y="524"/>
                    <a:pt x="3254" y="1"/>
                    <a:pt x="1636" y="1"/>
                  </a:cubicBezTo>
                  <a:close/>
                </a:path>
              </a:pathLst>
            </a:custGeom>
            <a:solidFill>
              <a:srgbClr val="FFFFFF">
                <a:alpha val="176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01" name="Google Shape;4501;p78"/>
          <p:cNvSpPr/>
          <p:nvPr/>
        </p:nvSpPr>
        <p:spPr>
          <a:xfrm>
            <a:off x="3922177" y="4110126"/>
            <a:ext cx="336456" cy="336399"/>
          </a:xfrm>
          <a:custGeom>
            <a:avLst/>
            <a:gdLst/>
            <a:ahLst/>
            <a:cxnLst/>
            <a:rect l="l" t="t" r="r" b="b"/>
            <a:pathLst>
              <a:path w="5929" h="5928" extrusionOk="0">
                <a:moveTo>
                  <a:pt x="1807" y="0"/>
                </a:moveTo>
                <a:lnTo>
                  <a:pt x="1807" y="1806"/>
                </a:lnTo>
                <a:lnTo>
                  <a:pt x="1" y="1806"/>
                </a:lnTo>
                <a:lnTo>
                  <a:pt x="1" y="4122"/>
                </a:lnTo>
                <a:lnTo>
                  <a:pt x="1807" y="4122"/>
                </a:lnTo>
                <a:lnTo>
                  <a:pt x="1807" y="5928"/>
                </a:lnTo>
                <a:lnTo>
                  <a:pt x="4122" y="5928"/>
                </a:lnTo>
                <a:lnTo>
                  <a:pt x="4122" y="4122"/>
                </a:lnTo>
                <a:lnTo>
                  <a:pt x="5928" y="4122"/>
                </a:lnTo>
                <a:lnTo>
                  <a:pt x="5928" y="1806"/>
                </a:lnTo>
                <a:lnTo>
                  <a:pt x="4122" y="1806"/>
                </a:lnTo>
                <a:lnTo>
                  <a:pt x="4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Pharmacy Major for College: Pharmacology by Slidesgo">
  <a:themeElements>
    <a:clrScheme name="Simple Light">
      <a:dk1>
        <a:srgbClr val="007780"/>
      </a:dk1>
      <a:lt1>
        <a:srgbClr val="E7FDFF"/>
      </a:lt1>
      <a:dk2>
        <a:srgbClr val="89DCE0"/>
      </a:dk2>
      <a:lt2>
        <a:srgbClr val="00F0F1"/>
      </a:lt2>
      <a:accent1>
        <a:srgbClr val="FFFFFF"/>
      </a:accent1>
      <a:accent2>
        <a:srgbClr val="FFB40D"/>
      </a:accent2>
      <a:accent3>
        <a:srgbClr val="FF8923"/>
      </a:accent3>
      <a:accent4>
        <a:srgbClr val="F65B5B"/>
      </a:accent4>
      <a:accent5>
        <a:srgbClr val="000000"/>
      </a:accent5>
      <a:accent6>
        <a:srgbClr val="FFFFFF"/>
      </a:accent6>
      <a:hlink>
        <a:srgbClr val="00778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386</TotalTime>
  <Words>553</Words>
  <Application>Microsoft Office PowerPoint</Application>
  <PresentationFormat>On-screen Show (16:9)</PresentationFormat>
  <Paragraphs>129</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Passion One</vt:lpstr>
      <vt:lpstr>Montserrat Medium</vt:lpstr>
      <vt:lpstr>Montserrat</vt:lpstr>
      <vt:lpstr>Bebas Neue</vt:lpstr>
      <vt:lpstr>Pharmacy Major for College: Pharmacology by Slidesgo</vt:lpstr>
      <vt:lpstr>Find My Meds </vt:lpstr>
      <vt:lpstr>Problem &amp; Solution</vt:lpstr>
      <vt:lpstr>1 System Architecture </vt:lpstr>
      <vt:lpstr>System Architecture</vt:lpstr>
      <vt:lpstr>2 ER Diagram</vt:lpstr>
      <vt:lpstr>ER Diagram</vt:lpstr>
      <vt:lpstr>3 UseCase Diagram</vt:lpstr>
      <vt:lpstr>UseCase Diagram</vt:lpstr>
      <vt:lpstr>4 Core Features</vt:lpstr>
      <vt:lpstr>Core Features</vt:lpstr>
      <vt:lpstr>5 Authentication &amp; Authorization</vt:lpstr>
      <vt:lpstr>Authentication &amp; Authorization</vt:lpstr>
      <vt:lpstr>6 Logging &amp; Exception Handling</vt:lpstr>
      <vt:lpstr>Logging &amp; Exception Handling</vt:lpstr>
      <vt:lpstr>7 REST API &amp; Swagger Documentation</vt:lpstr>
      <vt:lpstr>REST API &amp; Swagger Documentation</vt:lpstr>
      <vt:lpstr>8 Server-side &amp; client-side validation</vt:lpstr>
      <vt:lpstr>Server-side &amp; client-side validation</vt:lpstr>
      <vt:lpstr>9 Background Hosted Services</vt:lpstr>
      <vt:lpstr>Background Hosted Services</vt:lpstr>
      <vt:lpstr>10 SignalR real-time updates</vt:lpstr>
      <vt:lpstr>SignalR real-time updates</vt:lpstr>
      <vt:lpstr>11 Optimized code and SQL queries</vt:lpstr>
      <vt:lpstr>Optimized code and SQL queries</vt:lpstr>
      <vt:lpstr>12 Unit Testing</vt:lpstr>
      <vt:lpstr>Unit Testing</vt:lpstr>
      <vt:lpstr>13 File Upload</vt:lpstr>
      <vt:lpstr>File Upload</vt:lpstr>
      <vt:lpstr>One of the most challenging parts of the project was building an efficient medication availability search across different pharmacies. The system had to search by partial medication names and at the same time consider stock quantity, expiry dates, pharmacy approval status, and location. At first, the solution was slow because data was being loaded and filtered in memory, which did not scale well. Solving this required redesigning the database queries to use joins, filtering, and sorting directly at the database level, as well as limiting results early. This significantly improved performance and ensured the search remained fast and reliable even with larger datasets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Pharmacy Major for College: Pharmacology</dc:title>
  <cp:lastModifiedBy>mohammadjouni2004@gmail.com</cp:lastModifiedBy>
  <cp:revision>49</cp:revision>
  <dcterms:modified xsi:type="dcterms:W3CDTF">2026-01-21T13:56:58Z</dcterms:modified>
</cp:coreProperties>
</file>